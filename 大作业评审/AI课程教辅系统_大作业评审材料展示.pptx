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42" autoAdjust="0"/>
    <p:restoredTop sz="94658"/>
  </p:normalViewPr>
  <p:slideViewPr>
    <p:cSldViewPr snapToGrid="0">
      <p:cViewPr varScale="1">
        <p:scale>
          <a:sx n="90" d="100"/>
          <a:sy n="90" d="100"/>
        </p:scale>
        <p:origin x="7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39DA0-3781-4DDA-A131-281630E63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521A3D-179D-4116-BE4F-F48CE6456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A2FF56-0B75-4C7D-A4FF-68BE2A7736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AC7540C-0238-45C4-ABD0-A50CF6A0F0AF}" type="datetimeFigureOut">
              <a:t>2026/6/6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B273FB-2487-4804-81B7-AA8BF28AA6D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FB80B5-F59F-4071-B423-BD7D73D373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BCDEED-1B45-4D36-92C3-BD3BE56809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F00F97-D235-4B25-8772-1F41B995B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68ABB5-588F-4146-83F9-40C742604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12BBE9-EB22-42EC-AF0D-7B5F227920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AC7540C-0238-45C4-ABD0-A50CF6A0F0AF}" type="datetimeFigureOut">
              <a:t>2026/6/6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FCCD82-0373-4891-ADA5-3F1AE2F3A9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2BFEB-6432-4820-AAC4-BD794E1B36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BCDEED-1B45-4D36-92C3-BD3BE56809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51DFEB-4453-4BFF-9282-3FB3A3D24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11A2E0-A011-4469-8925-0F89216FE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F150FA-D510-48EA-86FF-15FD563F70D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AC7540C-0238-45C4-ABD0-A50CF6A0F0AF}" type="datetimeFigureOut">
              <a:t>2026/6/6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1BCE77-68CE-4D0F-B161-8659E310FEB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A87C5E-50F5-45CB-B730-61E153F811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BCDEED-1B45-4D36-92C3-BD3BE56809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3BD7C-9BCE-4F26-98A4-6961A7389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B47343-AA81-4078-9F23-B0DE0AEC8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FC543B-A752-4516-A958-53C6EDEA310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6C5C20-3CD1-4E37-B940-348EFD4CA7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AC7540C-0238-45C4-ABD0-A50CF6A0F0AF}" type="datetimeFigureOut">
              <a:t>2026/6/6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1FFD83-1CC7-4859-A0B4-88373281281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B4B3B3-5932-4067-AAF8-F99E935974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BCDEED-1B45-4D36-92C3-BD3BE56809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9D722-F3D4-4CE6-BF11-684CDEF8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29AD09-56B2-46DB-AC9F-6EBC1D3D3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E83DB6-F4E1-4933-BF98-0AE4E5790C9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A3C2A5C-0CE6-4153-ADF2-952C1BA84B2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79E1767-DF58-4938-AB95-FAFC64E142E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90F4AD-3195-4070-8154-30915DA8C2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AC7540C-0238-45C4-ABD0-A50CF6A0F0AF}" type="datetimeFigureOut">
              <a:t>2026/6/6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4D183C-DD96-4C90-9F9C-D36775D76BA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9AFEC2-FA01-4A0B-B1A4-F6EFEC83DD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BCDEED-1B45-4D36-92C3-BD3BE56809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65BD0-F250-4F41-BA72-5728A9907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CE1635-9E3F-4FEE-93F9-8A113DD987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AC7540C-0238-45C4-ABD0-A50CF6A0F0AF}" type="datetimeFigureOut">
              <a:t>2026/6/6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6DDFEB-4628-4140-A8B5-C923A2005C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2CCB8A-2A83-42E9-AD89-B1EBE76B9D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BCDEED-1B45-4D36-92C3-BD3BE56809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69C697-E21B-4B1D-BE45-E23BEB284B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AC7540C-0238-45C4-ABD0-A50CF6A0F0AF}" type="datetimeFigureOut">
              <a:t>2026/6/6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C0D6EA-CA9A-432D-991F-A367FC4795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968054-F5EC-4FDB-BD49-7324CA8C42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BCDEED-1B45-4D36-92C3-BD3BE56809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6ABC21-B52E-42CC-952B-AA842C827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F235B4-2940-4C19-B41A-0ABE05A15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1A7295-C1DE-4291-9491-A511D1710A2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A3A059-7ECC-4A69-A48F-4CC3605BEB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AC7540C-0238-45C4-ABD0-A50CF6A0F0AF}" type="datetimeFigureOut">
              <a:t>2026/6/6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FAB5D3-3C39-4ED5-A529-2BC30F257E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A3829B-565B-4F2E-8608-132A601218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BCDEED-1B45-4D36-92C3-BD3BE56809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CB828-97AE-4081-9258-FF9B79AAE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7A13808-6943-4B86-883A-C75BE4677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619DBF-9FFB-407B-929B-A875F2661B3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24E952-4529-4184-A2C2-0FD9B922E0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AC7540C-0238-45C4-ABD0-A50CF6A0F0AF}" type="datetimeFigureOut">
              <a:t>2026/6/6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098FBB-177E-4EC5-80DC-6EA73B0B2EB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4AA653-2B97-4D22-B6AE-E2CA2D636F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BCDEED-1B45-4D36-92C3-BD3BE56809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64D3ED-0D19-4FDC-AC52-BD550853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3189E2-9C22-47B9-96E7-7AC0752CE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611F5A-140C-4E97-811D-115C7A65E9F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AC7540C-0238-45C4-ABD0-A50CF6A0F0AF}" type="datetimeFigureOut">
              <a:t>2026/6/6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EC066C-8076-4F86-8610-074B587C7C1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F59C1F-FCD7-422E-9B8E-06F6B6A41B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BCDEED-1B45-4D36-92C3-BD3BE56809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A8839A9-B237-4591-ABED-99F5DFFBB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F573089-E512-4A58-8E7E-61D648E9A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107E41-4D5B-42EA-BDEF-49FE6C86B8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AC7540C-0238-45C4-ABD0-A50CF6A0F0AF}" type="datetimeFigureOut">
              <a:t>2026/6/6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832BC4-2304-4211-8217-23AD691D16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D404A2-CC1C-450D-B0C7-9BC911C302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8BCDEED-1B45-4D36-92C3-BD3BE56809F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F5CAA-A120-4C0C-BE83-39408D91B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6B22DE-1F36-478A-A0FB-0F31C6C90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AD8EBC-EDD1-47AA-BADC-9FA3100D21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2026/6/6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203EDB-7828-45F0-85D9-804AD99DF2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93A5DF-B98E-4119-919C-774CB7C615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BC027CB-4B16-4B21-A276-8705E54D5316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A4727-C9EB-41E8-B95C-9569981E6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DC8DA0-F109-464E-A192-8D570E768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8D6257-AD4A-4099-AB5C-ECDF8E5DC19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2026/6/6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A1488-1BF7-48C9-9FF5-92FCF1B56B3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A94562-4E04-4EAC-AE90-2CFEA681FE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BC027CB-4B16-4B21-A276-8705E54D5316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6BAA8-C1D7-4127-A987-CA2E3BDCF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C130FE-6855-49F6-A72B-5FE4FA43E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7ADB07-9AE6-48CF-A242-EDC348F2C1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2026/6/6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2DFEA2-F534-485A-9D9A-B1B37C7F42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841E74-3F05-4B57-AF23-4CEA3624F2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BC027CB-4B16-4B21-A276-8705E54D5316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4704CC-3070-4B8F-BC6D-63DCBDEC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903F6-9119-42CB-891F-AF6392352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BD33BF-3033-48CD-99E8-4DF47671776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42963A-BDD1-4304-B4C2-B3E37F528D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2026/6/6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21DBF7-03A9-43C2-BC3B-F96DB1D302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D146F7-A984-41F8-B7FB-1D2A6B799C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BC027CB-4B16-4B21-A276-8705E54D5316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0DC5FE-4C18-4FCE-8866-EAC09252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3E8CD9-8D87-40EB-9F94-C5100FB67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464816-4D40-4919-B4DD-0472D342607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03FFED2-F953-4824-9E59-A2EB4C316C0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25B11F-58DE-4D08-9538-7318A1F3DA3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BE49B8-961C-42BF-B220-7634075E648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2026/6/6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0589EF-4298-486C-A833-94A7FAA684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172E68-C48E-470C-AB8B-D0E83BA5BF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BC027CB-4B16-4B21-A276-8705E54D5316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36E15-1478-4E9B-B008-1C8AB4B3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B6F4E3-6DB9-4722-848F-3EFDD890795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2026/6/6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FC4AA5-B4A9-4D11-943B-7ADF1F445C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3AAD6C-286E-4A2B-B9D7-2CE0B7B3BF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BC027CB-4B16-4B21-A276-8705E54D5316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E0FC2B-C45F-4F7C-9139-360D0950C0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2026/6/6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977753-1DF6-40AD-81D2-9A68FF515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A6A483-E2BD-4741-9FFB-622CB952F8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BC027CB-4B16-4B21-A276-8705E54D5316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1B84A9-4070-444E-80A9-A0E507542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898C74-5C30-43D4-BFF6-5A3C90836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50746F-5333-4964-9505-58245A644B4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A92FBE-807B-4A86-947B-3263230A78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2026/6/6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5BFF1B-A1A8-4C43-AFF1-6CF8AA0150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8D93FD-C36F-4658-8A45-4E9F9D9C1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BC027CB-4B16-4B21-A276-8705E54D5316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0119D4-563A-40BC-9C95-78811208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FDD338-F82C-4C33-9E48-424223F9D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614B21-A011-4F48-A2E6-BE690D8ABEA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E70BFE-7501-45DD-B441-C106F64C9D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2026/6/6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C57CC6-2198-4157-BFD7-0B43011E63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7528D0-D552-4D0B-A856-264ED79A71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BC027CB-4B16-4B21-A276-8705E54D5316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325DC3-330D-4FD3-B0E5-98953D21B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C5DDB4-4993-430A-BFAA-27961459F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9DDD47-1DD5-4FA2-B55E-FDA4B00DE25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2026/6/6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0DAE56-E734-40D6-B13B-C845568F6C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AEFD56-154B-472E-B48F-0BD143A3AE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BC027CB-4B16-4B21-A276-8705E54D5316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5908FC-ECE8-4C56-B37C-B21067349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3BC566-BF3D-4B09-AA47-2BF665B84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3B5E92-EFD6-4B48-BD99-54675BEEEC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2026/6/6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2E7CD9-B872-425C-949D-DD1EABB14E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8684DF-A715-47B4-A4E1-5A23294409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BC027CB-4B16-4B21-A276-8705E54D5316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5E7334-C995-44AA-A55B-FA8F77479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5EA46E-4376-4614-A18B-E92FFE383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CEDEB9-4AF5-46DB-B7AC-BCA1C9C2030F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7540C-0238-45C4-ABD0-A50CF6A0F0AF}" type="datetimeFigureOut">
              <a:t>2026/6/6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964C26-3B28-46CC-BE64-C5E8D635A61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F1CCB7-8300-4D5C-9147-D4970E4A3D0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CDEED-1B45-4D36-92C3-BD3BE56809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B1CBC0-D192-4B2F-8EFB-1ECA62F40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1D84D6-30FB-4618-8F97-590C85912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4CE1EC-87AA-4F85-9C39-7EE84268C4E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7F2D0-5C61-4ECD-8EF0-7DC153D8299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2026/6/6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44FCB7-15C4-40E3-8B0D-53F94EFBDC1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BBEC60-081A-4142-8C1E-48E1063DEF1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027CB-4B16-4B21-A276-8705E54D5316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A_矩形 37">
            <a:extLst>
              <a:ext uri="{FF2B5EF4-FFF2-40B4-BE49-F238E27FC236}">
                <a16:creationId xmlns:a16="http://schemas.microsoft.com/office/drawing/2014/main" id="{D2B47642-ABFF-4CCC-8685-E858682277C0}"/>
              </a:ext>
            </a:extLst>
          </p:cNvPr>
          <p:cNvSpPr>
            <a:spLocks noGrp="1"/>
          </p:cNvSpPr>
          <p:nvPr/>
        </p:nvSpPr>
        <p:spPr>
          <a:xfrm rot="2700000">
            <a:off x="1881971" y="2790130"/>
            <a:ext cx="1489274" cy="1489277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PA_矩形 38">
            <a:extLst>
              <a:ext uri="{FF2B5EF4-FFF2-40B4-BE49-F238E27FC236}">
                <a16:creationId xmlns:a16="http://schemas.microsoft.com/office/drawing/2014/main" id="{7F912CE8-C0CF-44BC-8BD1-10AA933D3A2A}"/>
              </a:ext>
            </a:extLst>
          </p:cNvPr>
          <p:cNvSpPr>
            <a:spLocks noGrp="1"/>
          </p:cNvSpPr>
          <p:nvPr/>
        </p:nvSpPr>
        <p:spPr>
          <a:xfrm rot="2700000">
            <a:off x="932899" y="2963219"/>
            <a:ext cx="1143093" cy="1143095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PA_矩形 41">
            <a:extLst>
              <a:ext uri="{FF2B5EF4-FFF2-40B4-BE49-F238E27FC236}">
                <a16:creationId xmlns:a16="http://schemas.microsoft.com/office/drawing/2014/main" id="{CCCAA9EA-C466-4506-A98A-27713695000D}"/>
              </a:ext>
            </a:extLst>
          </p:cNvPr>
          <p:cNvSpPr>
            <a:spLocks noGrp="1"/>
          </p:cNvSpPr>
          <p:nvPr/>
        </p:nvSpPr>
        <p:spPr>
          <a:xfrm rot="13500000">
            <a:off x="8830661" y="2790130"/>
            <a:ext cx="1489274" cy="1489277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PA_矩形 42">
            <a:extLst>
              <a:ext uri="{FF2B5EF4-FFF2-40B4-BE49-F238E27FC236}">
                <a16:creationId xmlns:a16="http://schemas.microsoft.com/office/drawing/2014/main" id="{0A7B57B4-F645-4DB9-9402-B16C7CE11840}"/>
              </a:ext>
            </a:extLst>
          </p:cNvPr>
          <p:cNvSpPr>
            <a:spLocks noGrp="1"/>
          </p:cNvSpPr>
          <p:nvPr/>
        </p:nvSpPr>
        <p:spPr>
          <a:xfrm rot="13500000">
            <a:off x="10125914" y="2963222"/>
            <a:ext cx="1143093" cy="1143095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PA_圆角矩形 3">
            <a:extLst>
              <a:ext uri="{FF2B5EF4-FFF2-40B4-BE49-F238E27FC236}">
                <a16:creationId xmlns:a16="http://schemas.microsoft.com/office/drawing/2014/main" id="{8337F878-5914-4E53-81D5-78CB13CD51F8}"/>
              </a:ext>
            </a:extLst>
          </p:cNvPr>
          <p:cNvSpPr>
            <a:spLocks noGrp="1"/>
          </p:cNvSpPr>
          <p:nvPr/>
        </p:nvSpPr>
        <p:spPr>
          <a:xfrm rot="2700000">
            <a:off x="4300148" y="1739713"/>
            <a:ext cx="3590111" cy="3590111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PA_椭圆 4">
            <a:extLst>
              <a:ext uri="{FF2B5EF4-FFF2-40B4-BE49-F238E27FC236}">
                <a16:creationId xmlns:a16="http://schemas.microsoft.com/office/drawing/2014/main" id="{EA4D9764-CB87-4C62-B1A8-FAFD123A4013}"/>
              </a:ext>
            </a:extLst>
          </p:cNvPr>
          <p:cNvSpPr>
            <a:spLocks noGrp="1"/>
          </p:cNvSpPr>
          <p:nvPr/>
        </p:nvSpPr>
        <p:spPr>
          <a:xfrm>
            <a:off x="3665900" y="1105464"/>
            <a:ext cx="4858608" cy="4858608"/>
          </a:xfrm>
          <a:prstGeom prst="ellipse">
            <a:avLst/>
          </a:prstGeom>
          <a:noFill/>
          <a:ln w="28575">
            <a:solidFill>
              <a:srgbClr val="1847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PA_矩形 28">
            <a:extLst>
              <a:ext uri="{FF2B5EF4-FFF2-40B4-BE49-F238E27FC236}">
                <a16:creationId xmlns:a16="http://schemas.microsoft.com/office/drawing/2014/main" id="{53A5D2E0-5F5D-4CB0-810E-1CE6D3A2C17E}"/>
              </a:ext>
            </a:extLst>
          </p:cNvPr>
          <p:cNvSpPr>
            <a:spLocks noGrp="1"/>
          </p:cNvSpPr>
          <p:nvPr/>
        </p:nvSpPr>
        <p:spPr>
          <a:xfrm>
            <a:off x="4711595" y="3655218"/>
            <a:ext cx="2718116" cy="45115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0" name="PA_矩形 29">
            <a:extLst>
              <a:ext uri="{FF2B5EF4-FFF2-40B4-BE49-F238E27FC236}">
                <a16:creationId xmlns:a16="http://schemas.microsoft.com/office/drawing/2014/main" id="{AD5DC37E-5FB6-40A3-B81B-CDE7EC4E45E3}"/>
              </a:ext>
            </a:extLst>
          </p:cNvPr>
          <p:cNvSpPr>
            <a:spLocks noGrp="1"/>
          </p:cNvSpPr>
          <p:nvPr/>
        </p:nvSpPr>
        <p:spPr>
          <a:xfrm>
            <a:off x="4311639" y="3162952"/>
            <a:ext cx="3384518" cy="52056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1" name="PA_矩形 30">
            <a:extLst>
              <a:ext uri="{FF2B5EF4-FFF2-40B4-BE49-F238E27FC236}">
                <a16:creationId xmlns:a16="http://schemas.microsoft.com/office/drawing/2014/main" id="{EE6EFFC1-C925-4312-81F5-7392548E3619}"/>
              </a:ext>
            </a:extLst>
          </p:cNvPr>
          <p:cNvSpPr>
            <a:spLocks noGrp="1"/>
          </p:cNvSpPr>
          <p:nvPr/>
        </p:nvSpPr>
        <p:spPr>
          <a:xfrm>
            <a:off x="5380915" y="2260595"/>
            <a:ext cx="1342034" cy="830997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2" name="PA_圆角矩形 31">
            <a:extLst>
              <a:ext uri="{FF2B5EF4-FFF2-40B4-BE49-F238E27FC236}">
                <a16:creationId xmlns:a16="http://schemas.microsoft.com/office/drawing/2014/main" id="{9EA6A5F0-0CEE-40FE-895E-16CF679BDE82}"/>
              </a:ext>
            </a:extLst>
          </p:cNvPr>
          <p:cNvSpPr>
            <a:spLocks noGrp="1"/>
          </p:cNvSpPr>
          <p:nvPr/>
        </p:nvSpPr>
        <p:spPr>
          <a:xfrm>
            <a:off x="5552148" y="5297632"/>
            <a:ext cx="1134966" cy="299054"/>
          </a:xfrm>
          <a:prstGeom prst="roundRect">
            <a:avLst>
              <a:gd name="adj" fmla="val 50000"/>
            </a:avLst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lang="en-US" altLang="zh-CN" dirty="0"/>
              <a:t>G08</a:t>
            </a:r>
            <a:r>
              <a:rPr lang="zh-CN" altLang="en-US" dirty="0"/>
              <a:t>小组</a:t>
            </a:r>
            <a:endParaRPr dirty="0"/>
          </a:p>
        </p:txBody>
      </p:sp>
      <p:sp>
        <p:nvSpPr>
          <p:cNvPr id="33" name="PA_矩形 32">
            <a:extLst>
              <a:ext uri="{FF2B5EF4-FFF2-40B4-BE49-F238E27FC236}">
                <a16:creationId xmlns:a16="http://schemas.microsoft.com/office/drawing/2014/main" id="{025B877C-318F-4141-A8F9-D563C426A1BB}"/>
              </a:ext>
            </a:extLst>
          </p:cNvPr>
          <p:cNvSpPr>
            <a:spLocks noGrp="1"/>
          </p:cNvSpPr>
          <p:nvPr/>
        </p:nvSpPr>
        <p:spPr>
          <a:xfrm>
            <a:off x="5792868" y="4363245"/>
            <a:ext cx="1158542" cy="24622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C44B7878-2EF2-4FA9-A9BF-F1C9FB1D9239}"/>
              </a:ext>
            </a:extLst>
          </p:cNvPr>
          <p:cNvSpPr>
            <a:spLocks noGrp="1"/>
          </p:cNvSpPr>
          <p:nvPr/>
        </p:nvSpPr>
        <p:spPr>
          <a:xfrm>
            <a:off x="4218413" y="1840884"/>
            <a:ext cx="186451" cy="186451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2180DB1B-091A-40C5-B208-DE5CA22F3ED6}"/>
              </a:ext>
            </a:extLst>
          </p:cNvPr>
          <p:cNvSpPr>
            <a:spLocks noGrp="1"/>
          </p:cNvSpPr>
          <p:nvPr/>
        </p:nvSpPr>
        <p:spPr>
          <a:xfrm>
            <a:off x="7831128" y="5059711"/>
            <a:ext cx="186451" cy="186451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A8627535-9F26-4372-A651-04A7C2FDD423}"/>
              </a:ext>
            </a:extLst>
          </p:cNvPr>
          <p:cNvSpPr>
            <a:spLocks noGrp="1"/>
          </p:cNvSpPr>
          <p:nvPr/>
        </p:nvSpPr>
        <p:spPr>
          <a:xfrm>
            <a:off x="4221683" y="5089561"/>
            <a:ext cx="186451" cy="186451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19B5AB80-7DBF-42CF-9780-058FB0DAED65}"/>
              </a:ext>
            </a:extLst>
          </p:cNvPr>
          <p:cNvSpPr>
            <a:spLocks noGrp="1"/>
          </p:cNvSpPr>
          <p:nvPr/>
        </p:nvSpPr>
        <p:spPr>
          <a:xfrm>
            <a:off x="7821378" y="1840884"/>
            <a:ext cx="186451" cy="186451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cover-title">
            <a:extLst>
              <a:ext uri="{FF2B5EF4-FFF2-40B4-BE49-F238E27FC236}">
                <a16:creationId xmlns:a16="http://schemas.microsoft.com/office/drawing/2014/main" id="{58B921A5-210B-41F8-8D2F-D057AFCE8DD2}"/>
              </a:ext>
            </a:extLst>
          </p:cNvPr>
          <p:cNvSpPr>
            <a:spLocks noGrp="1"/>
          </p:cNvSpPr>
          <p:nvPr/>
        </p:nvSpPr>
        <p:spPr>
          <a:xfrm>
            <a:off x="3352800" y="2133600"/>
            <a:ext cx="54864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3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AI课程教辅系统</a:t>
            </a:r>
          </a:p>
        </p:txBody>
      </p:sp>
      <p:sp>
        <p:nvSpPr>
          <p:cNvPr id="49" name="cover-subtitle">
            <a:extLst>
              <a:ext uri="{FF2B5EF4-FFF2-40B4-BE49-F238E27FC236}">
                <a16:creationId xmlns:a16="http://schemas.microsoft.com/office/drawing/2014/main" id="{73FAB770-0038-4AF7-8448-D88E84CE831C}"/>
              </a:ext>
            </a:extLst>
          </p:cNvPr>
          <p:cNvSpPr>
            <a:spLocks noGrp="1"/>
          </p:cNvSpPr>
          <p:nvPr/>
        </p:nvSpPr>
        <p:spPr>
          <a:xfrm>
            <a:off x="3619500" y="2914650"/>
            <a:ext cx="4953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大作业评审材料展示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31AF462-9D2B-FBA1-85E2-51AE5B226F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134" y="2133600"/>
            <a:ext cx="4079638" cy="40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541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8">
            <a:extLst>
              <a:ext uri="{FF2B5EF4-FFF2-40B4-BE49-F238E27FC236}">
                <a16:creationId xmlns:a16="http://schemas.microsoft.com/office/drawing/2014/main" id="{029444E7-A1E4-49CA-928D-B2045FC1973D}"/>
              </a:ext>
            </a:extLst>
          </p:cNvPr>
          <p:cNvSpPr>
            <a:spLocks noGrp="1"/>
          </p:cNvSpPr>
          <p:nvPr/>
        </p:nvSpPr>
        <p:spPr>
          <a:xfrm rot="2700000">
            <a:off x="5131552" y="973633"/>
            <a:ext cx="1928895" cy="1928895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A1B6705C-6D9B-4442-86C4-79F78752C146}"/>
              </a:ext>
            </a:extLst>
          </p:cNvPr>
          <p:cNvSpPr>
            <a:spLocks noGrp="1"/>
          </p:cNvSpPr>
          <p:nvPr/>
        </p:nvSpPr>
        <p:spPr>
          <a:xfrm rot="2700000">
            <a:off x="5233247" y="1075328"/>
            <a:ext cx="1725504" cy="1725504"/>
          </a:xfrm>
          <a:prstGeom prst="roundRect">
            <a:avLst/>
          </a:prstGeom>
          <a:noFill/>
          <a:ln w="3175">
            <a:solidFill>
              <a:srgbClr val="18478F"/>
            </a:solidFill>
            <a:prstDash val="solid"/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ABFA7C-EDB9-420F-91AD-A9CCC54856C6}"/>
              </a:ext>
            </a:extLst>
          </p:cNvPr>
          <p:cNvSpPr>
            <a:spLocks noGrp="1"/>
          </p:cNvSpPr>
          <p:nvPr/>
        </p:nvSpPr>
        <p:spPr>
          <a:xfrm>
            <a:off x="4946415" y="1707247"/>
            <a:ext cx="2299168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4CDCBAB6-DE92-4653-BB47-D6BA9D855907}"/>
              </a:ext>
            </a:extLst>
          </p:cNvPr>
          <p:cNvSpPr>
            <a:spLocks noGrp="1"/>
          </p:cNvSpPr>
          <p:nvPr/>
        </p:nvSpPr>
        <p:spPr>
          <a:xfrm rot="2700000">
            <a:off x="1985259" y="3740811"/>
            <a:ext cx="1424261" cy="1424261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B6FA18E-A615-433F-A592-CBC4BF212166}"/>
              </a:ext>
            </a:extLst>
          </p:cNvPr>
          <p:cNvSpPr>
            <a:spLocks noGrp="1"/>
          </p:cNvSpPr>
          <p:nvPr/>
        </p:nvSpPr>
        <p:spPr>
          <a:xfrm rot="13500000">
            <a:off x="1412782" y="4175438"/>
            <a:ext cx="555003" cy="555004"/>
          </a:xfrm>
          <a:prstGeom prst="rect">
            <a:avLst/>
          </a:prstGeom>
          <a:solidFill>
            <a:srgbClr val="18478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D61F9B2-664B-4BB2-88D3-B3467891FA2F}"/>
              </a:ext>
            </a:extLst>
          </p:cNvPr>
          <p:cNvSpPr>
            <a:spLocks noGrp="1"/>
          </p:cNvSpPr>
          <p:nvPr/>
        </p:nvSpPr>
        <p:spPr>
          <a:xfrm rot="2700000">
            <a:off x="4391916" y="3740810"/>
            <a:ext cx="1424261" cy="1424261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BF961B4-3F3D-4B92-9240-CABC8D355C1C}"/>
              </a:ext>
            </a:extLst>
          </p:cNvPr>
          <p:cNvSpPr>
            <a:spLocks noGrp="1"/>
          </p:cNvSpPr>
          <p:nvPr/>
        </p:nvSpPr>
        <p:spPr>
          <a:xfrm rot="13500000">
            <a:off x="3819439" y="4175437"/>
            <a:ext cx="555003" cy="555004"/>
          </a:xfrm>
          <a:prstGeom prst="rect">
            <a:avLst/>
          </a:prstGeom>
          <a:solidFill>
            <a:srgbClr val="18478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0713BBC3-566B-4F40-84C4-29A768111342}"/>
              </a:ext>
            </a:extLst>
          </p:cNvPr>
          <p:cNvSpPr>
            <a:spLocks noGrp="1"/>
          </p:cNvSpPr>
          <p:nvPr/>
        </p:nvSpPr>
        <p:spPr>
          <a:xfrm rot="2700000">
            <a:off x="6463025" y="3749821"/>
            <a:ext cx="1424261" cy="1424261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87920F9-2E80-4E12-9507-D0C2A4E25A7C}"/>
              </a:ext>
            </a:extLst>
          </p:cNvPr>
          <p:cNvSpPr>
            <a:spLocks noGrp="1"/>
          </p:cNvSpPr>
          <p:nvPr/>
        </p:nvSpPr>
        <p:spPr>
          <a:xfrm rot="13500000">
            <a:off x="6210545" y="4175437"/>
            <a:ext cx="555003" cy="555004"/>
          </a:xfrm>
          <a:prstGeom prst="rect">
            <a:avLst/>
          </a:prstGeom>
          <a:solidFill>
            <a:srgbClr val="18478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FC2320E0-0146-4904-812B-C89D10885323}"/>
              </a:ext>
            </a:extLst>
          </p:cNvPr>
          <p:cNvSpPr>
            <a:spLocks noGrp="1"/>
          </p:cNvSpPr>
          <p:nvPr/>
        </p:nvSpPr>
        <p:spPr>
          <a:xfrm rot="2700000">
            <a:off x="8869682" y="3749820"/>
            <a:ext cx="1424261" cy="1424261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113318E-89BA-426D-BA16-55B2D5E66276}"/>
              </a:ext>
            </a:extLst>
          </p:cNvPr>
          <p:cNvSpPr>
            <a:spLocks noGrp="1"/>
          </p:cNvSpPr>
          <p:nvPr/>
        </p:nvSpPr>
        <p:spPr>
          <a:xfrm rot="13500000">
            <a:off x="8297205" y="4184447"/>
            <a:ext cx="555003" cy="555004"/>
          </a:xfrm>
          <a:prstGeom prst="rect">
            <a:avLst/>
          </a:prstGeom>
          <a:solidFill>
            <a:srgbClr val="18478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C008E1E-B5ED-4759-998C-CCA7788155FD}"/>
              </a:ext>
            </a:extLst>
          </p:cNvPr>
          <p:cNvSpPr>
            <a:spLocks noGrp="1"/>
          </p:cNvSpPr>
          <p:nvPr/>
        </p:nvSpPr>
        <p:spPr>
          <a:xfrm>
            <a:off x="2008542" y="4291299"/>
            <a:ext cx="1499760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9C6545D-024C-4A6C-932E-FB8EDD029195}"/>
              </a:ext>
            </a:extLst>
          </p:cNvPr>
          <p:cNvSpPr>
            <a:spLocks noGrp="1"/>
          </p:cNvSpPr>
          <p:nvPr/>
        </p:nvSpPr>
        <p:spPr>
          <a:xfrm>
            <a:off x="4409994" y="4291299"/>
            <a:ext cx="1499760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4667DB4-6597-47E4-902C-50ED5A5754EC}"/>
              </a:ext>
            </a:extLst>
          </p:cNvPr>
          <p:cNvSpPr>
            <a:spLocks noGrp="1"/>
          </p:cNvSpPr>
          <p:nvPr/>
        </p:nvSpPr>
        <p:spPr>
          <a:xfrm>
            <a:off x="6450542" y="4300310"/>
            <a:ext cx="1499760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F2B73AA-7AAC-4E0E-A4A0-5D6B103C7FE2}"/>
              </a:ext>
            </a:extLst>
          </p:cNvPr>
          <p:cNvSpPr>
            <a:spLocks noGrp="1"/>
          </p:cNvSpPr>
          <p:nvPr/>
        </p:nvSpPr>
        <p:spPr>
          <a:xfrm>
            <a:off x="8851994" y="4300310"/>
            <a:ext cx="1499760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E3EE0A3-8858-47A6-8DB6-2E7B70611343}"/>
              </a:ext>
            </a:extLst>
          </p:cNvPr>
          <p:cNvSpPr>
            <a:spLocks noGrp="1"/>
          </p:cNvSpPr>
          <p:nvPr/>
        </p:nvSpPr>
        <p:spPr>
          <a:xfrm>
            <a:off x="1421619" y="4222105"/>
            <a:ext cx="5373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CC4EF38-DFBD-4229-AF1B-00B2BE56E989}"/>
              </a:ext>
            </a:extLst>
          </p:cNvPr>
          <p:cNvSpPr>
            <a:spLocks noGrp="1"/>
          </p:cNvSpPr>
          <p:nvPr/>
        </p:nvSpPr>
        <p:spPr>
          <a:xfrm>
            <a:off x="3828276" y="4245132"/>
            <a:ext cx="5373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A74DDEA-1299-4295-8CF3-1E039097B461}"/>
              </a:ext>
            </a:extLst>
          </p:cNvPr>
          <p:cNvSpPr>
            <a:spLocks noGrp="1"/>
          </p:cNvSpPr>
          <p:nvPr/>
        </p:nvSpPr>
        <p:spPr>
          <a:xfrm>
            <a:off x="6235976" y="4222105"/>
            <a:ext cx="5373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DC88247-EB52-4149-8FB0-4007B8158148}"/>
              </a:ext>
            </a:extLst>
          </p:cNvPr>
          <p:cNvSpPr>
            <a:spLocks noGrp="1"/>
          </p:cNvSpPr>
          <p:nvPr/>
        </p:nvSpPr>
        <p:spPr>
          <a:xfrm>
            <a:off x="8322636" y="4254143"/>
            <a:ext cx="5373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3" name="kicker-marker">
            <a:extLst>
              <a:ext uri="{FF2B5EF4-FFF2-40B4-BE49-F238E27FC236}">
                <a16:creationId xmlns:a16="http://schemas.microsoft.com/office/drawing/2014/main" id="{D402B01E-12A8-4B09-8110-B616063D12AF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kicker-label">
            <a:extLst>
              <a:ext uri="{FF2B5EF4-FFF2-40B4-BE49-F238E27FC236}">
                <a16:creationId xmlns:a16="http://schemas.microsoft.com/office/drawing/2014/main" id="{CE641FB9-D288-4C7C-BC07-66E7F0D53143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01 · 项目视图与范围</a:t>
            </a:r>
          </a:p>
        </p:txBody>
      </p:sp>
      <p:sp>
        <p:nvSpPr>
          <p:cNvPr id="55" name="page-marker">
            <a:extLst>
              <a:ext uri="{FF2B5EF4-FFF2-40B4-BE49-F238E27FC236}">
                <a16:creationId xmlns:a16="http://schemas.microsoft.com/office/drawing/2014/main" id="{2E65250F-3587-4376-85DE-E679DBA2AD8C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 / 31</a:t>
            </a:r>
          </a:p>
        </p:txBody>
      </p:sp>
      <p:sp>
        <p:nvSpPr>
          <p:cNvPr id="56" name="content-panel">
            <a:extLst>
              <a:ext uri="{FF2B5EF4-FFF2-40B4-BE49-F238E27FC236}">
                <a16:creationId xmlns:a16="http://schemas.microsoft.com/office/drawing/2014/main" id="{3E893908-14AC-476E-881D-5C56ADAFFF52}"/>
              </a:ext>
            </a:extLst>
          </p:cNvPr>
          <p:cNvSpPr>
            <a:spLocks noGrp="1"/>
          </p:cNvSpPr>
          <p:nvPr/>
        </p:nvSpPr>
        <p:spPr>
          <a:xfrm>
            <a:off x="6404653" y="980561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claim-title">
            <a:extLst>
              <a:ext uri="{FF2B5EF4-FFF2-40B4-BE49-F238E27FC236}">
                <a16:creationId xmlns:a16="http://schemas.microsoft.com/office/drawing/2014/main" id="{18A137D5-C844-4F23-A6F4-393A20DD6C5D}"/>
              </a:ext>
            </a:extLst>
          </p:cNvPr>
          <p:cNvSpPr>
            <a:spLocks noGrp="1"/>
          </p:cNvSpPr>
          <p:nvPr/>
        </p:nvSpPr>
        <p:spPr>
          <a:xfrm>
            <a:off x="6681384" y="2204379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Vision &amp; Scope 文档</a:t>
            </a:r>
          </a:p>
        </p:txBody>
      </p:sp>
      <p:sp>
        <p:nvSpPr>
          <p:cNvPr id="58" name="support-claim">
            <a:extLst>
              <a:ext uri="{FF2B5EF4-FFF2-40B4-BE49-F238E27FC236}">
                <a16:creationId xmlns:a16="http://schemas.microsoft.com/office/drawing/2014/main" id="{8777D5E2-FB44-46FC-A599-2CDE3392EEA2}"/>
              </a:ext>
            </a:extLst>
          </p:cNvPr>
          <p:cNvSpPr>
            <a:spLocks noGrp="1"/>
          </p:cNvSpPr>
          <p:nvPr/>
        </p:nvSpPr>
        <p:spPr>
          <a:xfrm>
            <a:off x="6681384" y="2852079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项目范围文档已作为 Vision &amp; Scope 证据提交，并说明客户目标与范围边界。</a:t>
            </a:r>
          </a:p>
        </p:txBody>
      </p:sp>
      <p:sp>
        <p:nvSpPr>
          <p:cNvPr id="59" name="question-label">
            <a:extLst>
              <a:ext uri="{FF2B5EF4-FFF2-40B4-BE49-F238E27FC236}">
                <a16:creationId xmlns:a16="http://schemas.microsoft.com/office/drawing/2014/main" id="{5F0B389C-C44C-4732-B591-9BB39C27C9B5}"/>
              </a:ext>
            </a:extLst>
          </p:cNvPr>
          <p:cNvSpPr>
            <a:spLocks noGrp="1"/>
          </p:cNvSpPr>
          <p:nvPr/>
        </p:nvSpPr>
        <p:spPr>
          <a:xfrm>
            <a:off x="6681384" y="3766479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60" name="question-text">
            <a:extLst>
              <a:ext uri="{FF2B5EF4-FFF2-40B4-BE49-F238E27FC236}">
                <a16:creationId xmlns:a16="http://schemas.microsoft.com/office/drawing/2014/main" id="{2B04D8F5-1D9F-4EEB-861E-8C7A4E15558D}"/>
              </a:ext>
            </a:extLst>
          </p:cNvPr>
          <p:cNvSpPr>
            <a:spLocks noGrp="1"/>
          </p:cNvSpPr>
          <p:nvPr/>
        </p:nvSpPr>
        <p:spPr>
          <a:xfrm>
            <a:off x="6681384" y="4147479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是否提交了</a:t>
            </a:r>
            <a:r>
              <a:rPr sz="11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Vision &amp; Scope </a:t>
            </a:r>
            <a:r>
              <a:rPr sz="1125" b="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文档？是否反映了客户的真实意愿</a:t>
            </a:r>
            <a:r>
              <a:rPr sz="11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63" name="proof-frame">
            <a:extLst>
              <a:ext uri="{FF2B5EF4-FFF2-40B4-BE49-F238E27FC236}">
                <a16:creationId xmlns:a16="http://schemas.microsoft.com/office/drawing/2014/main" id="{5116D53A-F238-48A2-8551-501988549A43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0176" y="1333500"/>
            <a:ext cx="2789946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91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82ABEE90-1E63-4339-BADD-CE69F2145B84}"/>
              </a:ext>
            </a:extLst>
          </p:cNvPr>
          <p:cNvSpPr>
            <a:spLocks noGrp="1"/>
          </p:cNvSpPr>
          <p:nvPr/>
        </p:nvSpPr>
        <p:spPr>
          <a:xfrm rot="2700000">
            <a:off x="5017147" y="2058858"/>
            <a:ext cx="2924529" cy="292452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3268F97-0BA2-4990-86C5-9CCCE966D43C}"/>
              </a:ext>
            </a:extLst>
          </p:cNvPr>
          <p:cNvSpPr>
            <a:spLocks noGrp="1"/>
          </p:cNvSpPr>
          <p:nvPr/>
        </p:nvSpPr>
        <p:spPr>
          <a:xfrm>
            <a:off x="4500484" y="1542194"/>
            <a:ext cx="3957855" cy="3957855"/>
          </a:xfrm>
          <a:prstGeom prst="ellipse">
            <a:avLst/>
          </a:prstGeom>
          <a:noFill/>
          <a:ln w="28575">
            <a:solidFill>
              <a:srgbClr val="1847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1213E450-20FB-4551-949B-E5B407BE4E78}"/>
              </a:ext>
            </a:extLst>
          </p:cNvPr>
          <p:cNvSpPr>
            <a:spLocks noGrp="1"/>
          </p:cNvSpPr>
          <p:nvPr/>
        </p:nvSpPr>
        <p:spPr>
          <a:xfrm>
            <a:off x="5036290" y="3156522"/>
            <a:ext cx="151884" cy="151884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D43E4CC8-CC98-4BA7-87F6-515FB4B2A9C3}"/>
              </a:ext>
            </a:extLst>
          </p:cNvPr>
          <p:cNvSpPr>
            <a:spLocks noGrp="1"/>
          </p:cNvSpPr>
          <p:nvPr/>
        </p:nvSpPr>
        <p:spPr>
          <a:xfrm>
            <a:off x="7893507" y="4763350"/>
            <a:ext cx="151884" cy="151884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59D2CFF7-B4D4-4C7F-9C24-DDFF5F7DC4F3}"/>
              </a:ext>
            </a:extLst>
          </p:cNvPr>
          <p:cNvSpPr>
            <a:spLocks noGrp="1"/>
          </p:cNvSpPr>
          <p:nvPr/>
        </p:nvSpPr>
        <p:spPr>
          <a:xfrm>
            <a:off x="4953229" y="4787666"/>
            <a:ext cx="151884" cy="151884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AE094641-297D-4BED-A21F-3173C8B9C5AB}"/>
              </a:ext>
            </a:extLst>
          </p:cNvPr>
          <p:cNvSpPr>
            <a:spLocks noGrp="1"/>
          </p:cNvSpPr>
          <p:nvPr/>
        </p:nvSpPr>
        <p:spPr>
          <a:xfrm>
            <a:off x="7885565" y="2141272"/>
            <a:ext cx="151884" cy="151884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5E56696-425D-418D-B412-5B7CFF459E6A}"/>
              </a:ext>
            </a:extLst>
          </p:cNvPr>
          <p:cNvSpPr>
            <a:spLocks noGrp="1"/>
          </p:cNvSpPr>
          <p:nvPr/>
        </p:nvSpPr>
        <p:spPr>
          <a:xfrm>
            <a:off x="4817965" y="2983732"/>
            <a:ext cx="3210955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8628740-07DE-4D44-BEA1-C81DE1ED348B}"/>
              </a:ext>
            </a:extLst>
          </p:cNvPr>
          <p:cNvSpPr>
            <a:spLocks noGrp="1"/>
          </p:cNvSpPr>
          <p:nvPr/>
        </p:nvSpPr>
        <p:spPr>
          <a:xfrm>
            <a:off x="5055341" y="3521119"/>
            <a:ext cx="2830224" cy="4697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8175A68-4AEC-442B-9E41-9DD8AB326E8C}"/>
              </a:ext>
            </a:extLst>
          </p:cNvPr>
          <p:cNvSpPr>
            <a:spLocks noGrp="1"/>
          </p:cNvSpPr>
          <p:nvPr/>
        </p:nvSpPr>
        <p:spPr>
          <a:xfrm rot="13500000">
            <a:off x="3197913" y="2850072"/>
            <a:ext cx="1342093" cy="1342095"/>
          </a:xfrm>
          <a:prstGeom prst="rect">
            <a:avLst/>
          </a:prstGeom>
          <a:solidFill>
            <a:srgbClr val="18478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CE3ADAE-1F7C-4DAB-AEA7-AF5EAF379FB1}"/>
              </a:ext>
            </a:extLst>
          </p:cNvPr>
          <p:cNvSpPr>
            <a:spLocks noGrp="1"/>
          </p:cNvSpPr>
          <p:nvPr/>
        </p:nvSpPr>
        <p:spPr>
          <a:xfrm>
            <a:off x="3452257" y="4048536"/>
            <a:ext cx="1044924" cy="975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8" name="kicker-marker">
            <a:extLst>
              <a:ext uri="{FF2B5EF4-FFF2-40B4-BE49-F238E27FC236}">
                <a16:creationId xmlns:a16="http://schemas.microsoft.com/office/drawing/2014/main" id="{4CF4DFBF-2533-4FE6-864F-3109DB2C1EC6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kicker-label">
            <a:extLst>
              <a:ext uri="{FF2B5EF4-FFF2-40B4-BE49-F238E27FC236}">
                <a16:creationId xmlns:a16="http://schemas.microsoft.com/office/drawing/2014/main" id="{096A1384-7006-469D-A047-F8FA7513D629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02 · 项目视图与范围</a:t>
            </a:r>
          </a:p>
        </p:txBody>
      </p:sp>
      <p:sp>
        <p:nvSpPr>
          <p:cNvPr id="50" name="page-marker">
            <a:extLst>
              <a:ext uri="{FF2B5EF4-FFF2-40B4-BE49-F238E27FC236}">
                <a16:creationId xmlns:a16="http://schemas.microsoft.com/office/drawing/2014/main" id="{3C08165E-F60D-480D-A44A-FF89A04454DB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 / 31</a:t>
            </a:r>
          </a:p>
        </p:txBody>
      </p:sp>
      <p:sp>
        <p:nvSpPr>
          <p:cNvPr id="51" name="content-panel">
            <a:extLst>
              <a:ext uri="{FF2B5EF4-FFF2-40B4-BE49-F238E27FC236}">
                <a16:creationId xmlns:a16="http://schemas.microsoft.com/office/drawing/2014/main" id="{4A466926-D0A6-442B-A17B-533913A4CE28}"/>
              </a:ext>
            </a:extLst>
          </p:cNvPr>
          <p:cNvSpPr>
            <a:spLocks noGrp="1"/>
          </p:cNvSpPr>
          <p:nvPr/>
        </p:nvSpPr>
        <p:spPr>
          <a:xfrm>
            <a:off x="447675" y="982827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claim-title">
            <a:extLst>
              <a:ext uri="{FF2B5EF4-FFF2-40B4-BE49-F238E27FC236}">
                <a16:creationId xmlns:a16="http://schemas.microsoft.com/office/drawing/2014/main" id="{CEBC3306-A048-4350-9DC7-3580C1948CE3}"/>
              </a:ext>
            </a:extLst>
          </p:cNvPr>
          <p:cNvSpPr>
            <a:spLocks noGrp="1"/>
          </p:cNvSpPr>
          <p:nvPr/>
        </p:nvSpPr>
        <p:spPr>
          <a:xfrm>
            <a:off x="771525" y="2177300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Context Diagram</a:t>
            </a:r>
          </a:p>
        </p:txBody>
      </p:sp>
      <p:sp>
        <p:nvSpPr>
          <p:cNvPr id="53" name="support-claim">
            <a:extLst>
              <a:ext uri="{FF2B5EF4-FFF2-40B4-BE49-F238E27FC236}">
                <a16:creationId xmlns:a16="http://schemas.microsoft.com/office/drawing/2014/main" id="{971CA818-44DC-4736-B257-ADF0E517A034}"/>
              </a:ext>
            </a:extLst>
          </p:cNvPr>
          <p:cNvSpPr>
            <a:spLocks noGrp="1"/>
          </p:cNvSpPr>
          <p:nvPr/>
        </p:nvSpPr>
        <p:spPr>
          <a:xfrm>
            <a:off x="771525" y="2825000"/>
            <a:ext cx="5048693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上下文关系以顶层用例图呈现，并与项目视图与范围文档配套说明</a:t>
            </a:r>
            <a:r>
              <a:rPr sz="14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4" name="question-label">
            <a:extLst>
              <a:ext uri="{FF2B5EF4-FFF2-40B4-BE49-F238E27FC236}">
                <a16:creationId xmlns:a16="http://schemas.microsoft.com/office/drawing/2014/main" id="{800E66A6-DA88-4142-9471-3FAADCCB97B1}"/>
              </a:ext>
            </a:extLst>
          </p:cNvPr>
          <p:cNvSpPr>
            <a:spLocks noGrp="1"/>
          </p:cNvSpPr>
          <p:nvPr/>
        </p:nvSpPr>
        <p:spPr>
          <a:xfrm>
            <a:off x="771525" y="3739400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55" name="question-text">
            <a:extLst>
              <a:ext uri="{FF2B5EF4-FFF2-40B4-BE49-F238E27FC236}">
                <a16:creationId xmlns:a16="http://schemas.microsoft.com/office/drawing/2014/main" id="{29404AFB-CF2B-4A48-9B13-4F8727336655}"/>
              </a:ext>
            </a:extLst>
          </p:cNvPr>
          <p:cNvSpPr>
            <a:spLocks noGrp="1"/>
          </p:cNvSpPr>
          <p:nvPr/>
        </p:nvSpPr>
        <p:spPr>
          <a:xfrm>
            <a:off x="771525" y="4120400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是否采用了</a:t>
            </a:r>
            <a:r>
              <a:rPr sz="11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Context Diagram </a:t>
            </a:r>
            <a:r>
              <a:rPr sz="1125" b="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描述建议的方案？内容描述是否完整</a:t>
            </a:r>
            <a:r>
              <a:rPr sz="11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58" name="proof-frame">
            <a:extLst>
              <a:ext uri="{FF2B5EF4-FFF2-40B4-BE49-F238E27FC236}">
                <a16:creationId xmlns:a16="http://schemas.microsoft.com/office/drawing/2014/main" id="{08DFA5F7-B178-498F-A223-22936A77A9A6}"/>
              </a:ext>
            </a:extLst>
          </p:cNvPr>
          <p:cNvSpPr>
            <a:spLocks noGrp="1"/>
          </p:cNvSpPr>
          <p:nvPr/>
        </p:nvSpPr>
        <p:spPr>
          <a:xfrm>
            <a:off x="664845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7AD6E25-D398-091D-D37D-160165473A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780" y="1235551"/>
            <a:ext cx="3940423" cy="417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005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80E5E3A0-FBA9-4CD4-8DD9-6AEE0A001397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E198DE-4177-424C-B864-9E6C48F98E0A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62">
            <a:extLst>
              <a:ext uri="{FF2B5EF4-FFF2-40B4-BE49-F238E27FC236}">
                <a16:creationId xmlns:a16="http://schemas.microsoft.com/office/drawing/2014/main" id="{CA70FAD2-8C4E-4CFF-90D9-E785C563A0D3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8C11FDB-D58E-4274-9AE8-CEFF1E63FF41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EF1790A-FBE6-4706-BE82-B842C4863190}"/>
              </a:ext>
            </a:extLst>
          </p:cNvPr>
          <p:cNvSpPr>
            <a:spLocks noGrp="1"/>
          </p:cNvSpPr>
          <p:nvPr/>
        </p:nvSpPr>
        <p:spPr>
          <a:xfrm>
            <a:off x="932692" y="1699936"/>
            <a:ext cx="2249519" cy="5158064"/>
          </a:xfrm>
          <a:custGeom>
            <a:avLst/>
            <a:gdLst/>
            <a:ahLst/>
            <a:cxnLst/>
            <a:rect l="0" t="0" r="r" b="b"/>
            <a:pathLst>
              <a:path w="258" h="590">
                <a:moveTo>
                  <a:pt x="130" y="0"/>
                </a:moveTo>
                <a:cubicBezTo>
                  <a:pt x="128" y="0"/>
                  <a:pt x="128" y="0"/>
                  <a:pt x="128" y="0"/>
                </a:cubicBezTo>
                <a:cubicBezTo>
                  <a:pt x="57" y="0"/>
                  <a:pt x="0" y="57"/>
                  <a:pt x="0" y="128"/>
                </a:cubicBezTo>
                <a:cubicBezTo>
                  <a:pt x="0" y="590"/>
                  <a:pt x="0" y="590"/>
                  <a:pt x="0" y="590"/>
                </a:cubicBezTo>
                <a:cubicBezTo>
                  <a:pt x="258" y="590"/>
                  <a:pt x="258" y="590"/>
                  <a:pt x="258" y="590"/>
                </a:cubicBezTo>
                <a:cubicBezTo>
                  <a:pt x="258" y="128"/>
                  <a:pt x="258" y="128"/>
                  <a:pt x="258" y="128"/>
                </a:cubicBezTo>
                <a:cubicBezTo>
                  <a:pt x="258" y="57"/>
                  <a:pt x="201" y="0"/>
                  <a:pt x="130" y="0"/>
                </a:cubicBezTo>
              </a:path>
            </a:pathLst>
          </a:custGeom>
          <a:solidFill>
            <a:srgbClr val="18478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Oval 6">
            <a:extLst>
              <a:ext uri="{FF2B5EF4-FFF2-40B4-BE49-F238E27FC236}">
                <a16:creationId xmlns:a16="http://schemas.microsoft.com/office/drawing/2014/main" id="{5DBFCDF5-EAC8-4F43-902B-A78B9D037D0B}"/>
              </a:ext>
            </a:extLst>
          </p:cNvPr>
          <p:cNvSpPr>
            <a:spLocks noGrp="1"/>
          </p:cNvSpPr>
          <p:nvPr/>
        </p:nvSpPr>
        <p:spPr>
          <a:xfrm>
            <a:off x="1111712" y="2722598"/>
            <a:ext cx="2058071" cy="2061753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3615F611-3C2B-4663-8E34-3AE499F8768A}"/>
              </a:ext>
            </a:extLst>
          </p:cNvPr>
          <p:cNvSpPr>
            <a:spLocks noGrp="1"/>
          </p:cNvSpPr>
          <p:nvPr/>
        </p:nvSpPr>
        <p:spPr>
          <a:xfrm>
            <a:off x="1816668" y="3538121"/>
            <a:ext cx="592754" cy="636934"/>
          </a:xfrm>
          <a:custGeom>
            <a:avLst/>
            <a:gdLst/>
            <a:ahLst/>
            <a:cxnLst/>
            <a:rect l="0" t="0" r="r" b="b"/>
            <a:pathLst>
              <a:path w="68" h="73">
                <a:moveTo>
                  <a:pt x="34" y="0"/>
                </a:moveTo>
                <a:cubicBezTo>
                  <a:pt x="0" y="25"/>
                  <a:pt x="0" y="25"/>
                  <a:pt x="0" y="25"/>
                </a:cubicBezTo>
                <a:cubicBezTo>
                  <a:pt x="0" y="73"/>
                  <a:pt x="0" y="73"/>
                  <a:pt x="0" y="73"/>
                </a:cubicBezTo>
                <a:cubicBezTo>
                  <a:pt x="68" y="73"/>
                  <a:pt x="68" y="73"/>
                  <a:pt x="68" y="73"/>
                </a:cubicBezTo>
                <a:cubicBezTo>
                  <a:pt x="68" y="25"/>
                  <a:pt x="68" y="25"/>
                  <a:pt x="68" y="25"/>
                </a:cubicBezTo>
                <a:lnTo>
                  <a:pt x="34" y="0"/>
                </a:lnTo>
                <a:close/>
                <a:moveTo>
                  <a:pt x="34" y="10"/>
                </a:moveTo>
                <a:cubicBezTo>
                  <a:pt x="37" y="10"/>
                  <a:pt x="39" y="12"/>
                  <a:pt x="39" y="15"/>
                </a:cubicBezTo>
                <a:cubicBezTo>
                  <a:pt x="39" y="18"/>
                  <a:pt x="37" y="20"/>
                  <a:pt x="34" y="20"/>
                </a:cubicBezTo>
                <a:cubicBezTo>
                  <a:pt x="31" y="20"/>
                  <a:pt x="29" y="18"/>
                  <a:pt x="29" y="15"/>
                </a:cubicBezTo>
                <a:cubicBezTo>
                  <a:pt x="29" y="12"/>
                  <a:pt x="31" y="10"/>
                  <a:pt x="34" y="10"/>
                </a:cubicBezTo>
                <a:close/>
                <a:moveTo>
                  <a:pt x="46" y="57"/>
                </a:moveTo>
                <a:cubicBezTo>
                  <a:pt x="22" y="57"/>
                  <a:pt x="22" y="57"/>
                  <a:pt x="22" y="57"/>
                </a:cubicBezTo>
                <a:cubicBezTo>
                  <a:pt x="22" y="34"/>
                  <a:pt x="22" y="34"/>
                  <a:pt x="22" y="34"/>
                </a:cubicBezTo>
                <a:cubicBezTo>
                  <a:pt x="46" y="34"/>
                  <a:pt x="46" y="34"/>
                  <a:pt x="46" y="34"/>
                </a:cubicBezTo>
                <a:lnTo>
                  <a:pt x="46" y="57"/>
                </a:lnTo>
                <a:close/>
              </a:path>
            </a:pathLst>
          </a:cu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5620A32-E2F0-4BCD-A7DE-3152D506B6BE}"/>
              </a:ext>
            </a:extLst>
          </p:cNvPr>
          <p:cNvSpPr>
            <a:spLocks noGrp="1"/>
          </p:cNvSpPr>
          <p:nvPr/>
        </p:nvSpPr>
        <p:spPr>
          <a:xfrm>
            <a:off x="2096477" y="3832657"/>
            <a:ext cx="33135" cy="202494"/>
          </a:xfrm>
          <a:prstGeom prst="rect">
            <a:avLst/>
          </a:pr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B3A0D974-6A7F-439E-9705-B9047188D6C1}"/>
              </a:ext>
            </a:extLst>
          </p:cNvPr>
          <p:cNvSpPr>
            <a:spLocks noGrp="1"/>
          </p:cNvSpPr>
          <p:nvPr/>
        </p:nvSpPr>
        <p:spPr>
          <a:xfrm>
            <a:off x="2008116" y="3921018"/>
            <a:ext cx="209857" cy="25772"/>
          </a:xfrm>
          <a:prstGeom prst="rect">
            <a:avLst/>
          </a:pr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0160BF4C-05EE-4E0B-9B29-8E9060A374AA}"/>
              </a:ext>
            </a:extLst>
          </p:cNvPr>
          <p:cNvSpPr>
            <a:spLocks noGrp="1"/>
          </p:cNvSpPr>
          <p:nvPr/>
        </p:nvSpPr>
        <p:spPr>
          <a:xfrm>
            <a:off x="1746715" y="3449760"/>
            <a:ext cx="732659" cy="312945"/>
          </a:xfrm>
          <a:custGeom>
            <a:avLst/>
            <a:gdLst/>
            <a:ahLst/>
            <a:cxnLst/>
            <a:rect l="0" t="0" r="r" b="b"/>
            <a:pathLst>
              <a:path w="84" h="36">
                <a:moveTo>
                  <a:pt x="83" y="31"/>
                </a:moveTo>
                <a:cubicBezTo>
                  <a:pt x="76" y="25"/>
                  <a:pt x="76" y="25"/>
                  <a:pt x="76" y="25"/>
                </a:cubicBezTo>
                <a:cubicBezTo>
                  <a:pt x="42" y="0"/>
                  <a:pt x="42" y="0"/>
                  <a:pt x="42" y="0"/>
                </a:cubicBezTo>
                <a:cubicBezTo>
                  <a:pt x="27" y="11"/>
                  <a:pt x="27" y="11"/>
                  <a:pt x="27" y="11"/>
                </a:cubicBezTo>
                <a:cubicBezTo>
                  <a:pt x="27" y="5"/>
                  <a:pt x="27" y="5"/>
                  <a:pt x="27" y="5"/>
                </a:cubicBezTo>
                <a:cubicBezTo>
                  <a:pt x="27" y="4"/>
                  <a:pt x="26" y="3"/>
                  <a:pt x="25" y="3"/>
                </a:cubicBezTo>
                <a:cubicBezTo>
                  <a:pt x="24" y="3"/>
                  <a:pt x="24" y="3"/>
                  <a:pt x="24" y="3"/>
                </a:cubicBezTo>
                <a:cubicBezTo>
                  <a:pt x="23" y="3"/>
                  <a:pt x="22" y="4"/>
                  <a:pt x="22" y="5"/>
                </a:cubicBezTo>
                <a:cubicBezTo>
                  <a:pt x="22" y="15"/>
                  <a:pt x="22" y="15"/>
                  <a:pt x="22" y="15"/>
                </a:cubicBezTo>
                <a:cubicBezTo>
                  <a:pt x="8" y="25"/>
                  <a:pt x="8" y="25"/>
                  <a:pt x="8" y="25"/>
                </a:cubicBezTo>
                <a:cubicBezTo>
                  <a:pt x="1" y="31"/>
                  <a:pt x="1" y="31"/>
                  <a:pt x="1" y="31"/>
                </a:cubicBezTo>
                <a:cubicBezTo>
                  <a:pt x="0" y="31"/>
                  <a:pt x="0" y="32"/>
                  <a:pt x="0" y="33"/>
                </a:cubicBezTo>
                <a:cubicBezTo>
                  <a:pt x="0" y="33"/>
                  <a:pt x="0" y="33"/>
                  <a:pt x="0" y="33"/>
                </a:cubicBezTo>
                <a:cubicBezTo>
                  <a:pt x="0" y="35"/>
                  <a:pt x="2" y="36"/>
                  <a:pt x="4" y="35"/>
                </a:cubicBezTo>
                <a:cubicBezTo>
                  <a:pt x="8" y="32"/>
                  <a:pt x="8" y="32"/>
                  <a:pt x="8" y="32"/>
                </a:cubicBezTo>
                <a:cubicBezTo>
                  <a:pt x="42" y="7"/>
                  <a:pt x="42" y="7"/>
                  <a:pt x="42" y="7"/>
                </a:cubicBezTo>
                <a:cubicBezTo>
                  <a:pt x="76" y="32"/>
                  <a:pt x="76" y="32"/>
                  <a:pt x="76" y="32"/>
                </a:cubicBezTo>
                <a:cubicBezTo>
                  <a:pt x="80" y="35"/>
                  <a:pt x="80" y="35"/>
                  <a:pt x="80" y="35"/>
                </a:cubicBezTo>
                <a:cubicBezTo>
                  <a:pt x="82" y="36"/>
                  <a:pt x="84" y="35"/>
                  <a:pt x="84" y="33"/>
                </a:cubicBezTo>
                <a:cubicBezTo>
                  <a:pt x="84" y="33"/>
                  <a:pt x="84" y="33"/>
                  <a:pt x="84" y="33"/>
                </a:cubicBezTo>
                <a:cubicBezTo>
                  <a:pt x="84" y="32"/>
                  <a:pt x="84" y="31"/>
                  <a:pt x="83" y="31"/>
                </a:cubicBezTo>
                <a:close/>
              </a:path>
            </a:pathLst>
          </a:cu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43807679-F9BC-498E-A223-3C5B9FC21396}"/>
              </a:ext>
            </a:extLst>
          </p:cNvPr>
          <p:cNvSpPr>
            <a:spLocks noGrp="1"/>
          </p:cNvSpPr>
          <p:nvPr/>
        </p:nvSpPr>
        <p:spPr>
          <a:xfrm>
            <a:off x="3601925" y="1699936"/>
            <a:ext cx="2249519" cy="5158064"/>
          </a:xfrm>
          <a:custGeom>
            <a:avLst/>
            <a:gdLst/>
            <a:ahLst/>
            <a:cxnLst/>
            <a:rect l="0" t="0" r="r" b="b"/>
            <a:pathLst>
              <a:path w="258" h="590">
                <a:moveTo>
                  <a:pt x="130" y="0"/>
                </a:moveTo>
                <a:cubicBezTo>
                  <a:pt x="128" y="0"/>
                  <a:pt x="128" y="0"/>
                  <a:pt x="128" y="0"/>
                </a:cubicBezTo>
                <a:cubicBezTo>
                  <a:pt x="57" y="0"/>
                  <a:pt x="0" y="57"/>
                  <a:pt x="0" y="128"/>
                </a:cubicBezTo>
                <a:cubicBezTo>
                  <a:pt x="0" y="590"/>
                  <a:pt x="0" y="590"/>
                  <a:pt x="0" y="590"/>
                </a:cubicBezTo>
                <a:cubicBezTo>
                  <a:pt x="258" y="590"/>
                  <a:pt x="258" y="590"/>
                  <a:pt x="258" y="590"/>
                </a:cubicBezTo>
                <a:cubicBezTo>
                  <a:pt x="258" y="128"/>
                  <a:pt x="258" y="128"/>
                  <a:pt x="258" y="128"/>
                </a:cubicBezTo>
                <a:cubicBezTo>
                  <a:pt x="258" y="57"/>
                  <a:pt x="201" y="0"/>
                  <a:pt x="130" y="0"/>
                </a:cubicBezTo>
              </a:path>
            </a:pathLst>
          </a:custGeom>
          <a:solidFill>
            <a:srgbClr val="18478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Oval 12">
            <a:extLst>
              <a:ext uri="{FF2B5EF4-FFF2-40B4-BE49-F238E27FC236}">
                <a16:creationId xmlns:a16="http://schemas.microsoft.com/office/drawing/2014/main" id="{F3AF102C-6017-460F-B5AC-08DF470570E5}"/>
              </a:ext>
            </a:extLst>
          </p:cNvPr>
          <p:cNvSpPr>
            <a:spLocks noGrp="1"/>
          </p:cNvSpPr>
          <p:nvPr/>
        </p:nvSpPr>
        <p:spPr>
          <a:xfrm>
            <a:off x="3780945" y="2722598"/>
            <a:ext cx="2058071" cy="2061753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AB1953A-F3FD-4DF4-B616-C182375E3854}"/>
              </a:ext>
            </a:extLst>
          </p:cNvPr>
          <p:cNvSpPr>
            <a:spLocks noGrp="1"/>
          </p:cNvSpPr>
          <p:nvPr/>
        </p:nvSpPr>
        <p:spPr>
          <a:xfrm>
            <a:off x="4519036" y="3589664"/>
            <a:ext cx="482303" cy="478621"/>
          </a:xfrm>
          <a:custGeom>
            <a:avLst/>
            <a:gdLst/>
            <a:ahLst/>
            <a:cxnLst/>
            <a:rect l="0" t="0" r="r" b="b"/>
            <a:pathLst>
              <a:path w="55" h="55">
                <a:moveTo>
                  <a:pt x="47" y="27"/>
                </a:moveTo>
                <a:cubicBezTo>
                  <a:pt x="47" y="38"/>
                  <a:pt x="38" y="46"/>
                  <a:pt x="28" y="46"/>
                </a:cubicBezTo>
                <a:cubicBezTo>
                  <a:pt x="18" y="46"/>
                  <a:pt x="9" y="38"/>
                  <a:pt x="9" y="27"/>
                </a:cubicBezTo>
                <a:cubicBezTo>
                  <a:pt x="9" y="17"/>
                  <a:pt x="18" y="9"/>
                  <a:pt x="28" y="9"/>
                </a:cubicBezTo>
                <a:cubicBezTo>
                  <a:pt x="31" y="9"/>
                  <a:pt x="35" y="10"/>
                  <a:pt x="38" y="11"/>
                </a:cubicBezTo>
                <a:cubicBezTo>
                  <a:pt x="44" y="5"/>
                  <a:pt x="44" y="5"/>
                  <a:pt x="44" y="5"/>
                </a:cubicBezTo>
                <a:cubicBezTo>
                  <a:pt x="39" y="2"/>
                  <a:pt x="34" y="0"/>
                  <a:pt x="28" y="0"/>
                </a:cubicBezTo>
                <a:cubicBezTo>
                  <a:pt x="13" y="0"/>
                  <a:pt x="0" y="12"/>
                  <a:pt x="0" y="27"/>
                </a:cubicBezTo>
                <a:cubicBezTo>
                  <a:pt x="0" y="43"/>
                  <a:pt x="13" y="55"/>
                  <a:pt x="28" y="55"/>
                </a:cubicBezTo>
                <a:cubicBezTo>
                  <a:pt x="43" y="55"/>
                  <a:pt x="55" y="43"/>
                  <a:pt x="55" y="27"/>
                </a:cubicBezTo>
                <a:cubicBezTo>
                  <a:pt x="55" y="21"/>
                  <a:pt x="53" y="16"/>
                  <a:pt x="50" y="11"/>
                </a:cubicBezTo>
                <a:cubicBezTo>
                  <a:pt x="44" y="18"/>
                  <a:pt x="44" y="18"/>
                  <a:pt x="44" y="18"/>
                </a:cubicBezTo>
                <a:cubicBezTo>
                  <a:pt x="46" y="21"/>
                  <a:pt x="47" y="24"/>
                  <a:pt x="47" y="27"/>
                </a:cubicBezTo>
                <a:close/>
              </a:path>
            </a:pathLst>
          </a:cu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3" name="Freeform 14">
            <a:extLst>
              <a:ext uri="{FF2B5EF4-FFF2-40B4-BE49-F238E27FC236}">
                <a16:creationId xmlns:a16="http://schemas.microsoft.com/office/drawing/2014/main" id="{503D95F9-1126-4FDF-B1BB-DF27FA77E2F9}"/>
              </a:ext>
            </a:extLst>
          </p:cNvPr>
          <p:cNvSpPr>
            <a:spLocks noGrp="1"/>
          </p:cNvSpPr>
          <p:nvPr/>
        </p:nvSpPr>
        <p:spPr>
          <a:xfrm>
            <a:off x="4688395" y="3755341"/>
            <a:ext cx="154631" cy="147268"/>
          </a:xfrm>
          <a:custGeom>
            <a:avLst/>
            <a:gdLst/>
            <a:ahLst/>
            <a:cxnLst/>
            <a:rect l="0" t="0" r="r" b="b"/>
            <a:pathLst>
              <a:path w="18" h="17">
                <a:moveTo>
                  <a:pt x="12" y="0"/>
                </a:moveTo>
                <a:cubicBezTo>
                  <a:pt x="11" y="0"/>
                  <a:pt x="10" y="0"/>
                  <a:pt x="9" y="0"/>
                </a:cubicBezTo>
                <a:cubicBezTo>
                  <a:pt x="4" y="0"/>
                  <a:pt x="0" y="4"/>
                  <a:pt x="0" y="8"/>
                </a:cubicBezTo>
                <a:cubicBezTo>
                  <a:pt x="0" y="13"/>
                  <a:pt x="4" y="17"/>
                  <a:pt x="9" y="17"/>
                </a:cubicBezTo>
                <a:cubicBezTo>
                  <a:pt x="14" y="17"/>
                  <a:pt x="18" y="13"/>
                  <a:pt x="18" y="8"/>
                </a:cubicBezTo>
                <a:cubicBezTo>
                  <a:pt x="18" y="7"/>
                  <a:pt x="17" y="6"/>
                  <a:pt x="17" y="5"/>
                </a:cubicBezTo>
                <a:cubicBezTo>
                  <a:pt x="9" y="9"/>
                  <a:pt x="9" y="9"/>
                  <a:pt x="9" y="9"/>
                </a:cubicBezTo>
                <a:lnTo>
                  <a:pt x="12" y="0"/>
                </a:lnTo>
                <a:close/>
              </a:path>
            </a:pathLst>
          </a:cu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8" name="Freeform 15">
            <a:extLst>
              <a:ext uri="{FF2B5EF4-FFF2-40B4-BE49-F238E27FC236}">
                <a16:creationId xmlns:a16="http://schemas.microsoft.com/office/drawing/2014/main" id="{09B501D6-B69E-45A1-A15E-9253F19DE56C}"/>
              </a:ext>
            </a:extLst>
          </p:cNvPr>
          <p:cNvSpPr>
            <a:spLocks noGrp="1"/>
          </p:cNvSpPr>
          <p:nvPr/>
        </p:nvSpPr>
        <p:spPr>
          <a:xfrm>
            <a:off x="4338633" y="3405579"/>
            <a:ext cx="854155" cy="846791"/>
          </a:xfrm>
          <a:custGeom>
            <a:avLst/>
            <a:gdLst/>
            <a:ahLst/>
            <a:cxnLst/>
            <a:rect l="0" t="0" r="r" b="b"/>
            <a:pathLst>
              <a:path w="98" h="97">
                <a:moveTo>
                  <a:pt x="82" y="22"/>
                </a:moveTo>
                <a:cubicBezTo>
                  <a:pt x="80" y="23"/>
                  <a:pt x="80" y="23"/>
                  <a:pt x="80" y="23"/>
                </a:cubicBezTo>
                <a:cubicBezTo>
                  <a:pt x="86" y="30"/>
                  <a:pt x="89" y="39"/>
                  <a:pt x="89" y="48"/>
                </a:cubicBezTo>
                <a:cubicBezTo>
                  <a:pt x="89" y="71"/>
                  <a:pt x="71" y="88"/>
                  <a:pt x="49" y="88"/>
                </a:cubicBezTo>
                <a:cubicBezTo>
                  <a:pt x="27" y="88"/>
                  <a:pt x="9" y="71"/>
                  <a:pt x="9" y="48"/>
                </a:cubicBezTo>
                <a:cubicBezTo>
                  <a:pt x="9" y="26"/>
                  <a:pt x="27" y="8"/>
                  <a:pt x="49" y="8"/>
                </a:cubicBezTo>
                <a:cubicBezTo>
                  <a:pt x="58" y="8"/>
                  <a:pt x="67" y="12"/>
                  <a:pt x="74" y="17"/>
                </a:cubicBezTo>
                <a:cubicBezTo>
                  <a:pt x="76" y="15"/>
                  <a:pt x="76" y="15"/>
                  <a:pt x="76" y="15"/>
                </a:cubicBezTo>
                <a:cubicBezTo>
                  <a:pt x="76" y="8"/>
                  <a:pt x="76" y="8"/>
                  <a:pt x="76" y="8"/>
                </a:cubicBezTo>
                <a:cubicBezTo>
                  <a:pt x="68" y="3"/>
                  <a:pt x="59" y="0"/>
                  <a:pt x="49" y="0"/>
                </a:cubicBezTo>
                <a:cubicBezTo>
                  <a:pt x="22" y="0"/>
                  <a:pt x="0" y="22"/>
                  <a:pt x="0" y="48"/>
                </a:cubicBezTo>
                <a:cubicBezTo>
                  <a:pt x="0" y="75"/>
                  <a:pt x="22" y="97"/>
                  <a:pt x="49" y="97"/>
                </a:cubicBezTo>
                <a:cubicBezTo>
                  <a:pt x="76" y="97"/>
                  <a:pt x="98" y="75"/>
                  <a:pt x="98" y="48"/>
                </a:cubicBezTo>
                <a:cubicBezTo>
                  <a:pt x="98" y="38"/>
                  <a:pt x="95" y="29"/>
                  <a:pt x="89" y="21"/>
                </a:cubicBezTo>
                <a:lnTo>
                  <a:pt x="82" y="22"/>
                </a:lnTo>
                <a:close/>
              </a:path>
            </a:pathLst>
          </a:cu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C6045B59-2295-42B8-B67E-4444194D3A5E}"/>
              </a:ext>
            </a:extLst>
          </p:cNvPr>
          <p:cNvSpPr>
            <a:spLocks noGrp="1"/>
          </p:cNvSpPr>
          <p:nvPr/>
        </p:nvSpPr>
        <p:spPr>
          <a:xfrm>
            <a:off x="4765710" y="3328264"/>
            <a:ext cx="504393" cy="497030"/>
          </a:xfrm>
          <a:custGeom>
            <a:avLst/>
            <a:gdLst/>
            <a:ahLst/>
            <a:cxnLst/>
            <a:rect l="0" t="0" r="r" b="b"/>
            <a:pathLst>
              <a:path w="137" h="135">
                <a:moveTo>
                  <a:pt x="104" y="30"/>
                </a:moveTo>
                <a:lnTo>
                  <a:pt x="106" y="0"/>
                </a:lnTo>
                <a:lnTo>
                  <a:pt x="87" y="16"/>
                </a:lnTo>
                <a:lnTo>
                  <a:pt x="71" y="35"/>
                </a:lnTo>
                <a:lnTo>
                  <a:pt x="69" y="59"/>
                </a:lnTo>
                <a:lnTo>
                  <a:pt x="40" y="90"/>
                </a:lnTo>
                <a:lnTo>
                  <a:pt x="14" y="116"/>
                </a:lnTo>
                <a:lnTo>
                  <a:pt x="0" y="135"/>
                </a:lnTo>
                <a:lnTo>
                  <a:pt x="19" y="123"/>
                </a:lnTo>
                <a:lnTo>
                  <a:pt x="45" y="97"/>
                </a:lnTo>
                <a:lnTo>
                  <a:pt x="76" y="66"/>
                </a:lnTo>
                <a:lnTo>
                  <a:pt x="102" y="66"/>
                </a:lnTo>
                <a:lnTo>
                  <a:pt x="118" y="47"/>
                </a:lnTo>
                <a:lnTo>
                  <a:pt x="137" y="30"/>
                </a:lnTo>
                <a:lnTo>
                  <a:pt x="104" y="30"/>
                </a:lnTo>
                <a:close/>
              </a:path>
            </a:pathLst>
          </a:cu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0" name="Freeform 17">
            <a:extLst>
              <a:ext uri="{FF2B5EF4-FFF2-40B4-BE49-F238E27FC236}">
                <a16:creationId xmlns:a16="http://schemas.microsoft.com/office/drawing/2014/main" id="{ADB2C19F-AB37-4FDE-896C-AF3AE24E0C07}"/>
              </a:ext>
            </a:extLst>
          </p:cNvPr>
          <p:cNvSpPr>
            <a:spLocks noGrp="1"/>
          </p:cNvSpPr>
          <p:nvPr/>
        </p:nvSpPr>
        <p:spPr>
          <a:xfrm>
            <a:off x="8940392" y="1699936"/>
            <a:ext cx="2249519" cy="5158064"/>
          </a:xfrm>
          <a:custGeom>
            <a:avLst/>
            <a:gdLst/>
            <a:ahLst/>
            <a:cxnLst/>
            <a:rect l="0" t="0" r="r" b="b"/>
            <a:pathLst>
              <a:path w="258" h="590">
                <a:moveTo>
                  <a:pt x="130" y="0"/>
                </a:moveTo>
                <a:cubicBezTo>
                  <a:pt x="128" y="0"/>
                  <a:pt x="128" y="0"/>
                  <a:pt x="128" y="0"/>
                </a:cubicBezTo>
                <a:cubicBezTo>
                  <a:pt x="57" y="0"/>
                  <a:pt x="0" y="57"/>
                  <a:pt x="0" y="128"/>
                </a:cubicBezTo>
                <a:cubicBezTo>
                  <a:pt x="0" y="590"/>
                  <a:pt x="0" y="590"/>
                  <a:pt x="0" y="590"/>
                </a:cubicBezTo>
                <a:cubicBezTo>
                  <a:pt x="258" y="590"/>
                  <a:pt x="258" y="590"/>
                  <a:pt x="258" y="590"/>
                </a:cubicBezTo>
                <a:cubicBezTo>
                  <a:pt x="258" y="128"/>
                  <a:pt x="258" y="128"/>
                  <a:pt x="258" y="128"/>
                </a:cubicBezTo>
                <a:cubicBezTo>
                  <a:pt x="258" y="57"/>
                  <a:pt x="201" y="0"/>
                  <a:pt x="130" y="0"/>
                </a:cubicBezTo>
              </a:path>
            </a:pathLst>
          </a:custGeom>
          <a:solidFill>
            <a:srgbClr val="18478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Oval 18">
            <a:extLst>
              <a:ext uri="{FF2B5EF4-FFF2-40B4-BE49-F238E27FC236}">
                <a16:creationId xmlns:a16="http://schemas.microsoft.com/office/drawing/2014/main" id="{3BBC737E-5720-4810-81BD-6FED45ED25C9}"/>
              </a:ext>
            </a:extLst>
          </p:cNvPr>
          <p:cNvSpPr>
            <a:spLocks noGrp="1"/>
          </p:cNvSpPr>
          <p:nvPr/>
        </p:nvSpPr>
        <p:spPr>
          <a:xfrm>
            <a:off x="9036116" y="1806705"/>
            <a:ext cx="2058071" cy="2061753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Freeform 19">
            <a:extLst>
              <a:ext uri="{FF2B5EF4-FFF2-40B4-BE49-F238E27FC236}">
                <a16:creationId xmlns:a16="http://schemas.microsoft.com/office/drawing/2014/main" id="{9B1B0719-F492-4EED-AADD-8E2F6EF3F778}"/>
              </a:ext>
            </a:extLst>
          </p:cNvPr>
          <p:cNvSpPr>
            <a:spLocks noGrp="1"/>
          </p:cNvSpPr>
          <p:nvPr/>
        </p:nvSpPr>
        <p:spPr>
          <a:xfrm>
            <a:off x="10022812" y="2480457"/>
            <a:ext cx="390260" cy="242992"/>
          </a:xfrm>
          <a:custGeom>
            <a:avLst/>
            <a:gdLst/>
            <a:ahLst/>
            <a:cxnLst/>
            <a:rect l="0" t="0" r="r" b="b"/>
            <a:pathLst>
              <a:path w="45" h="28">
                <a:moveTo>
                  <a:pt x="7" y="17"/>
                </a:moveTo>
                <a:cubicBezTo>
                  <a:pt x="15" y="8"/>
                  <a:pt x="29" y="8"/>
                  <a:pt x="38" y="17"/>
                </a:cubicBezTo>
                <a:cubicBezTo>
                  <a:pt x="41" y="20"/>
                  <a:pt x="43" y="24"/>
                  <a:pt x="44" y="28"/>
                </a:cubicBezTo>
                <a:cubicBezTo>
                  <a:pt x="45" y="21"/>
                  <a:pt x="43" y="14"/>
                  <a:pt x="38" y="8"/>
                </a:cubicBezTo>
                <a:cubicBezTo>
                  <a:pt x="29" y="0"/>
                  <a:pt x="15" y="0"/>
                  <a:pt x="7" y="8"/>
                </a:cubicBezTo>
                <a:cubicBezTo>
                  <a:pt x="2" y="14"/>
                  <a:pt x="0" y="21"/>
                  <a:pt x="1" y="28"/>
                </a:cubicBezTo>
                <a:cubicBezTo>
                  <a:pt x="2" y="24"/>
                  <a:pt x="4" y="20"/>
                  <a:pt x="7" y="17"/>
                </a:cubicBezTo>
                <a:close/>
              </a:path>
            </a:pathLst>
          </a:cu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3" name="Freeform 20">
            <a:extLst>
              <a:ext uri="{FF2B5EF4-FFF2-40B4-BE49-F238E27FC236}">
                <a16:creationId xmlns:a16="http://schemas.microsoft.com/office/drawing/2014/main" id="{262A47E0-E51A-4AD7-AD9A-0DFDE678BCB3}"/>
              </a:ext>
            </a:extLst>
          </p:cNvPr>
          <p:cNvSpPr>
            <a:spLocks noGrp="1"/>
          </p:cNvSpPr>
          <p:nvPr/>
        </p:nvSpPr>
        <p:spPr>
          <a:xfrm>
            <a:off x="10063310" y="2804446"/>
            <a:ext cx="272446" cy="95724"/>
          </a:xfrm>
          <a:custGeom>
            <a:avLst/>
            <a:gdLst/>
            <a:ahLst/>
            <a:cxnLst/>
            <a:rect l="0" t="0" r="r" b="b"/>
            <a:pathLst>
              <a:path w="31" h="11">
                <a:moveTo>
                  <a:pt x="0" y="0"/>
                </a:moveTo>
                <a:cubicBezTo>
                  <a:pt x="1" y="1"/>
                  <a:pt x="1" y="2"/>
                  <a:pt x="2" y="2"/>
                </a:cubicBezTo>
                <a:cubicBezTo>
                  <a:pt x="10" y="10"/>
                  <a:pt x="23" y="11"/>
                  <a:pt x="31" y="4"/>
                </a:cubicBezTo>
                <a:cubicBezTo>
                  <a:pt x="21" y="9"/>
                  <a:pt x="9" y="7"/>
                  <a:pt x="0" y="0"/>
                </a:cubicBezTo>
                <a:close/>
              </a:path>
            </a:pathLst>
          </a:cu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4" name="Freeform 21">
            <a:extLst>
              <a:ext uri="{FF2B5EF4-FFF2-40B4-BE49-F238E27FC236}">
                <a16:creationId xmlns:a16="http://schemas.microsoft.com/office/drawing/2014/main" id="{74128A6B-AC9F-4B35-A164-17B14F846C16}"/>
              </a:ext>
            </a:extLst>
          </p:cNvPr>
          <p:cNvSpPr>
            <a:spLocks noGrp="1"/>
          </p:cNvSpPr>
          <p:nvPr/>
        </p:nvSpPr>
        <p:spPr>
          <a:xfrm>
            <a:off x="9647278" y="2399459"/>
            <a:ext cx="861518" cy="865200"/>
          </a:xfrm>
          <a:custGeom>
            <a:avLst/>
            <a:gdLst/>
            <a:ahLst/>
            <a:cxnLst/>
            <a:rect l="0" t="0" r="r" b="b"/>
            <a:pathLst>
              <a:path w="99" h="99">
                <a:moveTo>
                  <a:pt x="87" y="55"/>
                </a:moveTo>
                <a:cubicBezTo>
                  <a:pt x="99" y="42"/>
                  <a:pt x="99" y="22"/>
                  <a:pt x="86" y="10"/>
                </a:cubicBezTo>
                <a:cubicBezTo>
                  <a:pt x="74" y="0"/>
                  <a:pt x="57" y="0"/>
                  <a:pt x="45" y="10"/>
                </a:cubicBezTo>
                <a:cubicBezTo>
                  <a:pt x="32" y="21"/>
                  <a:pt x="31" y="40"/>
                  <a:pt x="42" y="53"/>
                </a:cubicBezTo>
                <a:cubicBezTo>
                  <a:pt x="37" y="58"/>
                  <a:pt x="37" y="58"/>
                  <a:pt x="37" y="58"/>
                </a:cubicBezTo>
                <a:cubicBezTo>
                  <a:pt x="36" y="57"/>
                  <a:pt x="36" y="57"/>
                  <a:pt x="36" y="57"/>
                </a:cubicBezTo>
                <a:cubicBezTo>
                  <a:pt x="1" y="92"/>
                  <a:pt x="1" y="92"/>
                  <a:pt x="1" y="92"/>
                </a:cubicBezTo>
                <a:cubicBezTo>
                  <a:pt x="0" y="93"/>
                  <a:pt x="0" y="96"/>
                  <a:pt x="1" y="97"/>
                </a:cubicBezTo>
                <a:cubicBezTo>
                  <a:pt x="1" y="97"/>
                  <a:pt x="1" y="97"/>
                  <a:pt x="1" y="97"/>
                </a:cubicBezTo>
                <a:cubicBezTo>
                  <a:pt x="3" y="99"/>
                  <a:pt x="5" y="99"/>
                  <a:pt x="6" y="97"/>
                </a:cubicBezTo>
                <a:cubicBezTo>
                  <a:pt x="41" y="62"/>
                  <a:pt x="41" y="62"/>
                  <a:pt x="41" y="62"/>
                </a:cubicBezTo>
                <a:cubicBezTo>
                  <a:pt x="40" y="61"/>
                  <a:pt x="40" y="61"/>
                  <a:pt x="40" y="61"/>
                </a:cubicBezTo>
                <a:cubicBezTo>
                  <a:pt x="45" y="56"/>
                  <a:pt x="45" y="56"/>
                  <a:pt x="45" y="56"/>
                </a:cubicBezTo>
                <a:cubicBezTo>
                  <a:pt x="57" y="66"/>
                  <a:pt x="76" y="66"/>
                  <a:pt x="87" y="55"/>
                </a:cubicBezTo>
                <a:close/>
                <a:moveTo>
                  <a:pt x="48" y="15"/>
                </a:moveTo>
                <a:cubicBezTo>
                  <a:pt x="58" y="6"/>
                  <a:pt x="73" y="6"/>
                  <a:pt x="83" y="15"/>
                </a:cubicBezTo>
                <a:cubicBezTo>
                  <a:pt x="93" y="25"/>
                  <a:pt x="93" y="41"/>
                  <a:pt x="83" y="50"/>
                </a:cubicBezTo>
                <a:cubicBezTo>
                  <a:pt x="73" y="60"/>
                  <a:pt x="58" y="60"/>
                  <a:pt x="48" y="50"/>
                </a:cubicBezTo>
                <a:cubicBezTo>
                  <a:pt x="38" y="41"/>
                  <a:pt x="38" y="25"/>
                  <a:pt x="48" y="15"/>
                </a:cubicBezTo>
                <a:close/>
              </a:path>
            </a:pathLst>
          </a:cu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5" name="Freeform 22">
            <a:extLst>
              <a:ext uri="{FF2B5EF4-FFF2-40B4-BE49-F238E27FC236}">
                <a16:creationId xmlns:a16="http://schemas.microsoft.com/office/drawing/2014/main" id="{B097DED7-526B-44F0-A128-3599694A2262}"/>
              </a:ext>
            </a:extLst>
          </p:cNvPr>
          <p:cNvSpPr>
            <a:spLocks noGrp="1"/>
          </p:cNvSpPr>
          <p:nvPr/>
        </p:nvSpPr>
        <p:spPr>
          <a:xfrm>
            <a:off x="6271158" y="1699936"/>
            <a:ext cx="2249519" cy="5158064"/>
          </a:xfrm>
          <a:custGeom>
            <a:avLst/>
            <a:gdLst/>
            <a:ahLst/>
            <a:cxnLst/>
            <a:rect l="0" t="0" r="r" b="b"/>
            <a:pathLst>
              <a:path w="258" h="590">
                <a:moveTo>
                  <a:pt x="130" y="0"/>
                </a:moveTo>
                <a:cubicBezTo>
                  <a:pt x="128" y="0"/>
                  <a:pt x="128" y="0"/>
                  <a:pt x="128" y="0"/>
                </a:cubicBezTo>
                <a:cubicBezTo>
                  <a:pt x="57" y="0"/>
                  <a:pt x="0" y="57"/>
                  <a:pt x="0" y="128"/>
                </a:cubicBezTo>
                <a:cubicBezTo>
                  <a:pt x="0" y="590"/>
                  <a:pt x="0" y="590"/>
                  <a:pt x="0" y="590"/>
                </a:cubicBezTo>
                <a:cubicBezTo>
                  <a:pt x="258" y="590"/>
                  <a:pt x="258" y="590"/>
                  <a:pt x="258" y="590"/>
                </a:cubicBezTo>
                <a:cubicBezTo>
                  <a:pt x="258" y="128"/>
                  <a:pt x="258" y="128"/>
                  <a:pt x="258" y="128"/>
                </a:cubicBezTo>
                <a:cubicBezTo>
                  <a:pt x="258" y="57"/>
                  <a:pt x="201" y="0"/>
                  <a:pt x="130" y="0"/>
                </a:cubicBezTo>
              </a:path>
            </a:pathLst>
          </a:custGeom>
          <a:solidFill>
            <a:srgbClr val="18478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Oval 23">
            <a:extLst>
              <a:ext uri="{FF2B5EF4-FFF2-40B4-BE49-F238E27FC236}">
                <a16:creationId xmlns:a16="http://schemas.microsoft.com/office/drawing/2014/main" id="{2ABEBADE-25AD-4C83-B7BF-D1D4626914C1}"/>
              </a:ext>
            </a:extLst>
          </p:cNvPr>
          <p:cNvSpPr>
            <a:spLocks noGrp="1"/>
          </p:cNvSpPr>
          <p:nvPr/>
        </p:nvSpPr>
        <p:spPr>
          <a:xfrm>
            <a:off x="6366883" y="1806705"/>
            <a:ext cx="2058071" cy="2061753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Oval 24">
            <a:extLst>
              <a:ext uri="{FF2B5EF4-FFF2-40B4-BE49-F238E27FC236}">
                <a16:creationId xmlns:a16="http://schemas.microsoft.com/office/drawing/2014/main" id="{7752EC66-A630-40C9-9DE4-BF3BD5821F35}"/>
              </a:ext>
            </a:extLst>
          </p:cNvPr>
          <p:cNvSpPr>
            <a:spLocks noGrp="1"/>
          </p:cNvSpPr>
          <p:nvPr/>
        </p:nvSpPr>
        <p:spPr>
          <a:xfrm>
            <a:off x="7228401" y="2392096"/>
            <a:ext cx="335035" cy="331353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8" name="Freeform 25">
            <a:extLst>
              <a:ext uri="{FF2B5EF4-FFF2-40B4-BE49-F238E27FC236}">
                <a16:creationId xmlns:a16="http://schemas.microsoft.com/office/drawing/2014/main" id="{91892D47-3744-453B-A7E5-74AD403A4657}"/>
              </a:ext>
            </a:extLst>
          </p:cNvPr>
          <p:cNvSpPr>
            <a:spLocks noGrp="1"/>
          </p:cNvSpPr>
          <p:nvPr/>
        </p:nvSpPr>
        <p:spPr>
          <a:xfrm>
            <a:off x="7360942" y="2778675"/>
            <a:ext cx="69952" cy="250356"/>
          </a:xfrm>
          <a:custGeom>
            <a:avLst/>
            <a:gdLst/>
            <a:ahLst/>
            <a:cxnLst/>
            <a:rect l="0" t="0" r="r" b="b"/>
            <a:pathLst>
              <a:path w="19" h="68">
                <a:moveTo>
                  <a:pt x="19" y="0"/>
                </a:moveTo>
                <a:lnTo>
                  <a:pt x="0" y="0"/>
                </a:lnTo>
                <a:lnTo>
                  <a:pt x="7" y="7"/>
                </a:lnTo>
                <a:lnTo>
                  <a:pt x="2" y="68"/>
                </a:lnTo>
                <a:lnTo>
                  <a:pt x="17" y="68"/>
                </a:lnTo>
                <a:lnTo>
                  <a:pt x="12" y="7"/>
                </a:lnTo>
                <a:lnTo>
                  <a:pt x="19" y="0"/>
                </a:lnTo>
                <a:close/>
              </a:path>
            </a:pathLst>
          </a:cu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9" name="Freeform 26">
            <a:extLst>
              <a:ext uri="{FF2B5EF4-FFF2-40B4-BE49-F238E27FC236}">
                <a16:creationId xmlns:a16="http://schemas.microsoft.com/office/drawing/2014/main" id="{807EBED5-CEE8-4F6D-AF21-4F5394BE088A}"/>
              </a:ext>
            </a:extLst>
          </p:cNvPr>
          <p:cNvSpPr>
            <a:spLocks noGrp="1"/>
          </p:cNvSpPr>
          <p:nvPr/>
        </p:nvSpPr>
        <p:spPr>
          <a:xfrm>
            <a:off x="7003817" y="2778675"/>
            <a:ext cx="784202" cy="504393"/>
          </a:xfrm>
          <a:custGeom>
            <a:avLst/>
            <a:gdLst/>
            <a:ahLst/>
            <a:cxnLst/>
            <a:rect l="0" t="0" r="r" b="b"/>
            <a:pathLst>
              <a:path w="90" h="58">
                <a:moveTo>
                  <a:pt x="73" y="0"/>
                </a:moveTo>
                <a:cubicBezTo>
                  <a:pt x="60" y="0"/>
                  <a:pt x="60" y="0"/>
                  <a:pt x="60" y="0"/>
                </a:cubicBezTo>
                <a:cubicBezTo>
                  <a:pt x="60" y="0"/>
                  <a:pt x="57" y="28"/>
                  <a:pt x="45" y="28"/>
                </a:cubicBezTo>
                <a:cubicBezTo>
                  <a:pt x="33" y="28"/>
                  <a:pt x="30" y="0"/>
                  <a:pt x="3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8" y="0"/>
                  <a:pt x="0" y="8"/>
                  <a:pt x="0" y="18"/>
                </a:cubicBezTo>
                <a:cubicBezTo>
                  <a:pt x="0" y="58"/>
                  <a:pt x="0" y="58"/>
                  <a:pt x="0" y="58"/>
                </a:cubicBezTo>
                <a:cubicBezTo>
                  <a:pt x="16" y="58"/>
                  <a:pt x="16" y="58"/>
                  <a:pt x="16" y="58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4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8" y="23"/>
                  <a:pt x="19" y="24"/>
                  <a:pt x="19" y="25"/>
                </a:cubicBezTo>
                <a:cubicBezTo>
                  <a:pt x="19" y="58"/>
                  <a:pt x="19" y="58"/>
                  <a:pt x="19" y="58"/>
                </a:cubicBezTo>
                <a:cubicBezTo>
                  <a:pt x="71" y="58"/>
                  <a:pt x="71" y="58"/>
                  <a:pt x="71" y="58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4"/>
                  <a:pt x="72" y="23"/>
                  <a:pt x="73" y="23"/>
                </a:cubicBezTo>
                <a:cubicBezTo>
                  <a:pt x="73" y="23"/>
                  <a:pt x="73" y="23"/>
                  <a:pt x="73" y="23"/>
                </a:cubicBezTo>
                <a:cubicBezTo>
                  <a:pt x="73" y="23"/>
                  <a:pt x="74" y="24"/>
                  <a:pt x="74" y="25"/>
                </a:cubicBezTo>
                <a:cubicBezTo>
                  <a:pt x="74" y="58"/>
                  <a:pt x="74" y="58"/>
                  <a:pt x="74" y="58"/>
                </a:cubicBezTo>
                <a:cubicBezTo>
                  <a:pt x="90" y="58"/>
                  <a:pt x="90" y="58"/>
                  <a:pt x="90" y="58"/>
                </a:cubicBezTo>
                <a:cubicBezTo>
                  <a:pt x="90" y="18"/>
                  <a:pt x="90" y="18"/>
                  <a:pt x="90" y="18"/>
                </a:cubicBezTo>
                <a:cubicBezTo>
                  <a:pt x="90" y="8"/>
                  <a:pt x="82" y="0"/>
                  <a:pt x="73" y="0"/>
                </a:cubicBezTo>
                <a:close/>
              </a:path>
            </a:pathLst>
          </a:cu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51ED563-744D-452E-BA57-B4E9767F09F5}"/>
              </a:ext>
            </a:extLst>
          </p:cNvPr>
          <p:cNvSpPr>
            <a:spLocks noGrp="1"/>
          </p:cNvSpPr>
          <p:nvPr/>
        </p:nvSpPr>
        <p:spPr>
          <a:xfrm>
            <a:off x="1358690" y="4803417"/>
            <a:ext cx="1397522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94574BE-CFF4-4240-8AF5-CAF3E2AB6D20}"/>
              </a:ext>
            </a:extLst>
          </p:cNvPr>
          <p:cNvSpPr>
            <a:spLocks noGrp="1"/>
          </p:cNvSpPr>
          <p:nvPr/>
        </p:nvSpPr>
        <p:spPr>
          <a:xfrm>
            <a:off x="1386510" y="4542210"/>
            <a:ext cx="14907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460BFA7-7392-43D2-B64D-D74AE1B33FC9}"/>
              </a:ext>
            </a:extLst>
          </p:cNvPr>
          <p:cNvSpPr>
            <a:spLocks noGrp="1"/>
          </p:cNvSpPr>
          <p:nvPr/>
        </p:nvSpPr>
        <p:spPr>
          <a:xfrm>
            <a:off x="4027923" y="4803417"/>
            <a:ext cx="1397522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4A228D-8C76-49A9-8F97-DD59923E126D}"/>
              </a:ext>
            </a:extLst>
          </p:cNvPr>
          <p:cNvSpPr>
            <a:spLocks noGrp="1"/>
          </p:cNvSpPr>
          <p:nvPr/>
        </p:nvSpPr>
        <p:spPr>
          <a:xfrm>
            <a:off x="4055743" y="4542210"/>
            <a:ext cx="14907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8637FEB-7331-44D6-85F3-CC1A87CD391D}"/>
              </a:ext>
            </a:extLst>
          </p:cNvPr>
          <p:cNvSpPr>
            <a:spLocks noGrp="1"/>
          </p:cNvSpPr>
          <p:nvPr/>
        </p:nvSpPr>
        <p:spPr>
          <a:xfrm>
            <a:off x="6732133" y="4803417"/>
            <a:ext cx="1397522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0AB3A80-6BF6-4FC4-BA71-E1990530F53C}"/>
              </a:ext>
            </a:extLst>
          </p:cNvPr>
          <p:cNvSpPr>
            <a:spLocks noGrp="1"/>
          </p:cNvSpPr>
          <p:nvPr/>
        </p:nvSpPr>
        <p:spPr>
          <a:xfrm>
            <a:off x="6759953" y="4542210"/>
            <a:ext cx="14907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40D9458-50A5-45C7-B788-86793495392D}"/>
              </a:ext>
            </a:extLst>
          </p:cNvPr>
          <p:cNvSpPr>
            <a:spLocks noGrp="1"/>
          </p:cNvSpPr>
          <p:nvPr/>
        </p:nvSpPr>
        <p:spPr>
          <a:xfrm>
            <a:off x="9401366" y="4803417"/>
            <a:ext cx="1397522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9D409B7-A285-48B1-8858-DE39272484F4}"/>
              </a:ext>
            </a:extLst>
          </p:cNvPr>
          <p:cNvSpPr>
            <a:spLocks noGrp="1"/>
          </p:cNvSpPr>
          <p:nvPr/>
        </p:nvSpPr>
        <p:spPr>
          <a:xfrm>
            <a:off x="9429186" y="4542210"/>
            <a:ext cx="14907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EB605F7-F192-4A79-B6B7-1237488F6C7D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C5D28D-ED61-4AB2-8862-C0B06FFA26FE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2" name="kicker-marker">
            <a:extLst>
              <a:ext uri="{FF2B5EF4-FFF2-40B4-BE49-F238E27FC236}">
                <a16:creationId xmlns:a16="http://schemas.microsoft.com/office/drawing/2014/main" id="{B55CDE5A-6C97-40F8-941E-54D8595AC95B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kicker-label">
            <a:extLst>
              <a:ext uri="{FF2B5EF4-FFF2-40B4-BE49-F238E27FC236}">
                <a16:creationId xmlns:a16="http://schemas.microsoft.com/office/drawing/2014/main" id="{8E6CAC32-F053-4C14-BD9A-CAB4A8D85061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03 · 用户代表</a:t>
            </a:r>
          </a:p>
        </p:txBody>
      </p:sp>
      <p:sp>
        <p:nvSpPr>
          <p:cNvPr id="54" name="page-marker">
            <a:extLst>
              <a:ext uri="{FF2B5EF4-FFF2-40B4-BE49-F238E27FC236}">
                <a16:creationId xmlns:a16="http://schemas.microsoft.com/office/drawing/2014/main" id="{314FEEB9-879A-41A9-ACFC-41E1F5840FA3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 / 31</a:t>
            </a:r>
          </a:p>
        </p:txBody>
      </p:sp>
      <p:sp>
        <p:nvSpPr>
          <p:cNvPr id="55" name="content-panel">
            <a:extLst>
              <a:ext uri="{FF2B5EF4-FFF2-40B4-BE49-F238E27FC236}">
                <a16:creationId xmlns:a16="http://schemas.microsoft.com/office/drawing/2014/main" id="{BD673F1E-11A6-4508-8FB5-F5601F2C724A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claim-title">
            <a:extLst>
              <a:ext uri="{FF2B5EF4-FFF2-40B4-BE49-F238E27FC236}">
                <a16:creationId xmlns:a16="http://schemas.microsoft.com/office/drawing/2014/main" id="{E6550CD0-FC99-4B5C-95B7-02B22D06F333}"/>
              </a:ext>
            </a:extLst>
          </p:cNvPr>
          <p:cNvSpPr>
            <a:spLocks noGrp="1"/>
          </p:cNvSpPr>
          <p:nvPr/>
        </p:nvSpPr>
        <p:spPr>
          <a:xfrm>
            <a:off x="741393" y="2131353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用户群识别</a:t>
            </a:r>
          </a:p>
        </p:txBody>
      </p:sp>
      <p:sp>
        <p:nvSpPr>
          <p:cNvPr id="57" name="support-claim">
            <a:extLst>
              <a:ext uri="{FF2B5EF4-FFF2-40B4-BE49-F238E27FC236}">
                <a16:creationId xmlns:a16="http://schemas.microsoft.com/office/drawing/2014/main" id="{907C7BE9-93A0-4186-B809-1ADFCDF70964}"/>
              </a:ext>
            </a:extLst>
          </p:cNvPr>
          <p:cNvSpPr>
            <a:spLocks noGrp="1"/>
          </p:cNvSpPr>
          <p:nvPr/>
        </p:nvSpPr>
        <p:spPr>
          <a:xfrm>
            <a:off x="741393" y="2779053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用户群与产品代表在专门文档中完成识别和记录。</a:t>
            </a:r>
          </a:p>
        </p:txBody>
      </p:sp>
      <p:sp>
        <p:nvSpPr>
          <p:cNvPr id="58" name="question-label">
            <a:extLst>
              <a:ext uri="{FF2B5EF4-FFF2-40B4-BE49-F238E27FC236}">
                <a16:creationId xmlns:a16="http://schemas.microsoft.com/office/drawing/2014/main" id="{DB56C93E-528A-4498-8556-07A304512860}"/>
              </a:ext>
            </a:extLst>
          </p:cNvPr>
          <p:cNvSpPr>
            <a:spLocks noGrp="1"/>
          </p:cNvSpPr>
          <p:nvPr/>
        </p:nvSpPr>
        <p:spPr>
          <a:xfrm>
            <a:off x="741393" y="3693453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59" name="question-text">
            <a:extLst>
              <a:ext uri="{FF2B5EF4-FFF2-40B4-BE49-F238E27FC236}">
                <a16:creationId xmlns:a16="http://schemas.microsoft.com/office/drawing/2014/main" id="{167D4B6E-464A-4AC6-82D2-D27EAFABE49E}"/>
              </a:ext>
            </a:extLst>
          </p:cNvPr>
          <p:cNvSpPr>
            <a:spLocks noGrp="1"/>
          </p:cNvSpPr>
          <p:nvPr/>
        </p:nvSpPr>
        <p:spPr>
          <a:xfrm>
            <a:off x="769096" y="4021043"/>
            <a:ext cx="5381625" cy="3196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是否识别了用户群？找到了相关的用户代表</a:t>
            </a:r>
            <a:r>
              <a:rPr sz="11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62" name="proof-frame">
            <a:extLst>
              <a:ext uri="{FF2B5EF4-FFF2-40B4-BE49-F238E27FC236}">
                <a16:creationId xmlns:a16="http://schemas.microsoft.com/office/drawing/2014/main" id="{BD01F840-E94A-4375-8DD9-0CFA1B35D7EF}"/>
              </a:ext>
            </a:extLst>
          </p:cNvPr>
          <p:cNvSpPr>
            <a:spLocks noGrp="1"/>
          </p:cNvSpPr>
          <p:nvPr/>
        </p:nvSpPr>
        <p:spPr>
          <a:xfrm>
            <a:off x="664845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proof-caption">
            <a:extLst>
              <a:ext uri="{FF2B5EF4-FFF2-40B4-BE49-F238E27FC236}">
                <a16:creationId xmlns:a16="http://schemas.microsoft.com/office/drawing/2014/main" id="{D0BE4610-9FF4-438B-93C0-A4B13800AC32}"/>
              </a:ext>
            </a:extLst>
          </p:cNvPr>
          <p:cNvSpPr>
            <a:spLocks noGrp="1"/>
          </p:cNvSpPr>
          <p:nvPr/>
        </p:nvSpPr>
        <p:spPr>
          <a:xfrm>
            <a:off x="6762750" y="556260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dirty="0" err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证据预览</a:t>
            </a:r>
            <a:endParaRPr sz="900" b="0" dirty="0">
              <a:solidFill>
                <a:srgbClr val="64748B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FB7B8DE-2762-0D84-9D35-F79E0B0A8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41634"/>
              </p:ext>
            </p:extLst>
          </p:nvPr>
        </p:nvGraphicFramePr>
        <p:xfrm>
          <a:off x="6658588" y="1219200"/>
          <a:ext cx="4991099" cy="42100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0701">
                  <a:extLst>
                    <a:ext uri="{9D8B030D-6E8A-4147-A177-3AD203B41FA5}">
                      <a16:colId xmlns:a16="http://schemas.microsoft.com/office/drawing/2014/main" val="3805781323"/>
                    </a:ext>
                  </a:extLst>
                </a:gridCol>
                <a:gridCol w="956587">
                  <a:extLst>
                    <a:ext uri="{9D8B030D-6E8A-4147-A177-3AD203B41FA5}">
                      <a16:colId xmlns:a16="http://schemas.microsoft.com/office/drawing/2014/main" val="293385087"/>
                    </a:ext>
                  </a:extLst>
                </a:gridCol>
                <a:gridCol w="662992">
                  <a:extLst>
                    <a:ext uri="{9D8B030D-6E8A-4147-A177-3AD203B41FA5}">
                      <a16:colId xmlns:a16="http://schemas.microsoft.com/office/drawing/2014/main" val="1289193207"/>
                    </a:ext>
                  </a:extLst>
                </a:gridCol>
                <a:gridCol w="863936">
                  <a:extLst>
                    <a:ext uri="{9D8B030D-6E8A-4147-A177-3AD203B41FA5}">
                      <a16:colId xmlns:a16="http://schemas.microsoft.com/office/drawing/2014/main" val="2002981207"/>
                    </a:ext>
                  </a:extLst>
                </a:gridCol>
                <a:gridCol w="671417">
                  <a:extLst>
                    <a:ext uri="{9D8B030D-6E8A-4147-A177-3AD203B41FA5}">
                      <a16:colId xmlns:a16="http://schemas.microsoft.com/office/drawing/2014/main" val="2887846726"/>
                    </a:ext>
                  </a:extLst>
                </a:gridCol>
                <a:gridCol w="985466">
                  <a:extLst>
                    <a:ext uri="{9D8B030D-6E8A-4147-A177-3AD203B41FA5}">
                      <a16:colId xmlns:a16="http://schemas.microsoft.com/office/drawing/2014/main" val="3209139380"/>
                    </a:ext>
                  </a:extLst>
                </a:gridCol>
              </a:tblGrid>
              <a:tr h="3422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 dirty="0">
                          <a:effectLst/>
                        </a:rPr>
                        <a:t>用户类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描述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成员规模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优先级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使用频率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核心诉求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extLst>
                  <a:ext uri="{0D108BD9-81ED-4DB2-BD59-A6C34878D82A}">
                    <a16:rowId xmlns:a16="http://schemas.microsoft.com/office/drawing/2014/main" val="401944903"/>
                  </a:ext>
                </a:extLst>
              </a:tr>
              <a:tr h="10568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 dirty="0">
                          <a:effectLst/>
                        </a:rPr>
                        <a:t>客户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 dirty="0">
                          <a:effectLst/>
                        </a:rPr>
                        <a:t>提出需求，为项目出资，同时负责验收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</a:t>
                      </a:r>
                      <a:r>
                        <a:rPr lang="zh-CN" sz="1000" kern="100">
                          <a:effectLst/>
                        </a:rPr>
                        <a:t>人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关键 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高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提出需求，获得系统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/>
                </a:tc>
                <a:extLst>
                  <a:ext uri="{0D108BD9-81ED-4DB2-BD59-A6C34878D82A}">
                    <a16:rowId xmlns:a16="http://schemas.microsoft.com/office/drawing/2014/main" val="43655086"/>
                  </a:ext>
                </a:extLst>
              </a:tr>
              <a:tr h="10568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授课教师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课程的主导者，负责资源上传、知识点定义及试卷生成。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1~2</a:t>
                      </a:r>
                      <a:r>
                        <a:rPr lang="zh-CN" sz="1000" kern="100">
                          <a:effectLst/>
                        </a:rPr>
                        <a:t>人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关键 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高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减少机械备课，实现资源的高效数字化管理与自动组卷。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/>
                </a:tc>
                <a:extLst>
                  <a:ext uri="{0D108BD9-81ED-4DB2-BD59-A6C34878D82A}">
                    <a16:rowId xmlns:a16="http://schemas.microsoft.com/office/drawing/2014/main" val="812238874"/>
                  </a:ext>
                </a:extLst>
              </a:tr>
              <a:tr h="10568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在课学生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系统的主要使用者，通过系统进行学习导航、练习与评估。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10~20</a:t>
                      </a:r>
                      <a:r>
                        <a:rPr lang="zh-CN" sz="1000" kern="100">
                          <a:effectLst/>
                        </a:rPr>
                        <a:t>人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关键 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极高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清晰的知识脉络图，针对性的错题练习，实时的学习反馈。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/>
                </a:tc>
                <a:extLst>
                  <a:ext uri="{0D108BD9-81ED-4DB2-BD59-A6C34878D82A}">
                    <a16:rowId xmlns:a16="http://schemas.microsoft.com/office/drawing/2014/main" val="3777463544"/>
                  </a:ext>
                </a:extLst>
              </a:tr>
              <a:tr h="6972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系统管理员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负责系统维护、模型参数监控、权限分配。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</a:rPr>
                        <a:t>1~2</a:t>
                      </a:r>
                      <a:r>
                        <a:rPr lang="zh-CN" sz="1000" kern="100">
                          <a:effectLst/>
                        </a:rPr>
                        <a:t>人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次要 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>
                          <a:effectLst/>
                        </a:rPr>
                        <a:t>低</a:t>
                      </a:r>
                      <a:endParaRPr lang="zh-CN" sz="1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000" kern="100" dirty="0">
                          <a:effectLst/>
                        </a:rPr>
                        <a:t>系统稳定运行，</a:t>
                      </a:r>
                      <a:r>
                        <a:rPr lang="en-US" sz="1000" kern="100" dirty="0">
                          <a:effectLst/>
                        </a:rPr>
                        <a:t>RAG </a:t>
                      </a:r>
                      <a:r>
                        <a:rPr lang="zh-CN" sz="1000" kern="100" dirty="0">
                          <a:effectLst/>
                        </a:rPr>
                        <a:t>检索性能监控与数据安全。</a:t>
                      </a:r>
                      <a:endParaRPr lang="zh-CN" sz="1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9844" marR="59844" marT="0" marB="0"/>
                </a:tc>
                <a:extLst>
                  <a:ext uri="{0D108BD9-81ED-4DB2-BD59-A6C34878D82A}">
                    <a16:rowId xmlns:a16="http://schemas.microsoft.com/office/drawing/2014/main" val="2143000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113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CF0E9FE-4BE9-45C7-BBA6-A065B9798390}"/>
              </a:ext>
            </a:extLst>
          </p:cNvPr>
          <p:cNvSpPr>
            <a:spLocks noGrp="1"/>
          </p:cNvSpPr>
          <p:nvPr/>
        </p:nvSpPr>
        <p:spPr>
          <a:xfrm>
            <a:off x="1689792" y="1835674"/>
            <a:ext cx="688368" cy="688368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DCB5033-74E3-4154-9C0C-6E943C21ABF6}"/>
              </a:ext>
            </a:extLst>
          </p:cNvPr>
          <p:cNvSpPr>
            <a:spLocks noGrp="1"/>
          </p:cNvSpPr>
          <p:nvPr/>
        </p:nvSpPr>
        <p:spPr>
          <a:xfrm>
            <a:off x="1734346" y="1881259"/>
            <a:ext cx="608738" cy="608738"/>
          </a:xfrm>
          <a:prstGeom prst="ellipse">
            <a:avLst/>
          </a:prstGeom>
          <a:solidFill>
            <a:srgbClr val="18478F"/>
          </a:solidFill>
          <a:ln w="2857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19D77621-0B32-4323-83F2-3DEA658814FD}"/>
              </a:ext>
            </a:extLst>
          </p:cNvPr>
          <p:cNvSpPr>
            <a:spLocks noGrp="1"/>
          </p:cNvSpPr>
          <p:nvPr/>
        </p:nvSpPr>
        <p:spPr>
          <a:xfrm>
            <a:off x="1689792" y="3503711"/>
            <a:ext cx="688368" cy="688368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1058131B-541E-413D-A33C-9E5D3497C14D}"/>
              </a:ext>
            </a:extLst>
          </p:cNvPr>
          <p:cNvSpPr>
            <a:spLocks noGrp="1"/>
          </p:cNvSpPr>
          <p:nvPr/>
        </p:nvSpPr>
        <p:spPr>
          <a:xfrm>
            <a:off x="1734346" y="3549296"/>
            <a:ext cx="608738" cy="608738"/>
          </a:xfrm>
          <a:prstGeom prst="ellipse">
            <a:avLst/>
          </a:prstGeom>
          <a:solidFill>
            <a:srgbClr val="18478F"/>
          </a:solidFill>
          <a:ln w="2857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84BF76EE-9D69-43B7-9588-B3578476E52A}"/>
              </a:ext>
            </a:extLst>
          </p:cNvPr>
          <p:cNvSpPr>
            <a:spLocks noGrp="1"/>
          </p:cNvSpPr>
          <p:nvPr/>
        </p:nvSpPr>
        <p:spPr>
          <a:xfrm>
            <a:off x="1689792" y="5118601"/>
            <a:ext cx="688368" cy="688368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2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91DF128-8920-40A8-8047-8F664A23E9CC}"/>
              </a:ext>
            </a:extLst>
          </p:cNvPr>
          <p:cNvSpPr>
            <a:spLocks noGrp="1"/>
          </p:cNvSpPr>
          <p:nvPr/>
        </p:nvSpPr>
        <p:spPr>
          <a:xfrm>
            <a:off x="1734346" y="5164186"/>
            <a:ext cx="608738" cy="608738"/>
          </a:xfrm>
          <a:prstGeom prst="ellipse">
            <a:avLst/>
          </a:prstGeom>
          <a:solidFill>
            <a:srgbClr val="18478F"/>
          </a:solidFill>
          <a:ln w="2857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A2853EE-FFE9-48EC-AA4E-0131651C2424}"/>
              </a:ext>
            </a:extLst>
          </p:cNvPr>
          <p:cNvSpPr>
            <a:spLocks noGrp="1"/>
          </p:cNvSpPr>
          <p:nvPr/>
        </p:nvSpPr>
        <p:spPr>
          <a:xfrm>
            <a:off x="2601468" y="2061770"/>
            <a:ext cx="29678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B634C89-9B9C-4A2B-8284-5BF0BF495FB1}"/>
              </a:ext>
            </a:extLst>
          </p:cNvPr>
          <p:cNvSpPr>
            <a:spLocks noGrp="1"/>
          </p:cNvSpPr>
          <p:nvPr/>
        </p:nvSpPr>
        <p:spPr>
          <a:xfrm>
            <a:off x="2601468" y="1753993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FC4BE71-9EA1-4551-873D-8A444F7229A5}"/>
              </a:ext>
            </a:extLst>
          </p:cNvPr>
          <p:cNvSpPr>
            <a:spLocks noGrp="1"/>
          </p:cNvSpPr>
          <p:nvPr/>
        </p:nvSpPr>
        <p:spPr>
          <a:xfrm>
            <a:off x="2601468" y="5320341"/>
            <a:ext cx="28548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510B85A-F674-45B1-81CF-415FF17869E0}"/>
              </a:ext>
            </a:extLst>
          </p:cNvPr>
          <p:cNvSpPr>
            <a:spLocks noGrp="1"/>
          </p:cNvSpPr>
          <p:nvPr/>
        </p:nvSpPr>
        <p:spPr>
          <a:xfrm>
            <a:off x="2601468" y="5012564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76CC19D-2171-4BD4-8361-2D20F8B94119}"/>
              </a:ext>
            </a:extLst>
          </p:cNvPr>
          <p:cNvSpPr>
            <a:spLocks noGrp="1"/>
          </p:cNvSpPr>
          <p:nvPr/>
        </p:nvSpPr>
        <p:spPr>
          <a:xfrm>
            <a:off x="2601468" y="3737074"/>
            <a:ext cx="28548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9E03D57-E9A4-4B61-8A8D-95E0C2262B16}"/>
              </a:ext>
            </a:extLst>
          </p:cNvPr>
          <p:cNvSpPr>
            <a:spLocks noGrp="1"/>
          </p:cNvSpPr>
          <p:nvPr/>
        </p:nvSpPr>
        <p:spPr>
          <a:xfrm>
            <a:off x="2601468" y="3429297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1" name="Freeform 75">
            <a:extLst>
              <a:ext uri="{FF2B5EF4-FFF2-40B4-BE49-F238E27FC236}">
                <a16:creationId xmlns:a16="http://schemas.microsoft.com/office/drawing/2014/main" id="{565166CE-C241-4390-AB03-8A50C8195B56}"/>
              </a:ext>
            </a:extLst>
          </p:cNvPr>
          <p:cNvSpPr>
            <a:spLocks noGrp="1"/>
          </p:cNvSpPr>
          <p:nvPr/>
        </p:nvSpPr>
        <p:spPr>
          <a:xfrm>
            <a:off x="1862977" y="5314069"/>
            <a:ext cx="333281" cy="331953"/>
          </a:xfrm>
          <a:custGeom>
            <a:avLst/>
            <a:gdLst/>
            <a:ahLst/>
            <a:cxnLst/>
            <a:rect l="0" t="0" r="r" b="b"/>
            <a:pathLst>
              <a:path w="211" h="211">
                <a:moveTo>
                  <a:pt x="105" y="211"/>
                </a:moveTo>
                <a:cubicBezTo>
                  <a:pt x="164" y="211"/>
                  <a:pt x="211" y="164"/>
                  <a:pt x="211" y="106"/>
                </a:cubicBezTo>
                <a:cubicBezTo>
                  <a:pt x="211" y="88"/>
                  <a:pt x="206" y="71"/>
                  <a:pt x="198" y="56"/>
                </a:cubicBezTo>
                <a:cubicBezTo>
                  <a:pt x="198" y="56"/>
                  <a:pt x="197" y="56"/>
                  <a:pt x="196" y="56"/>
                </a:cubicBezTo>
                <a:cubicBezTo>
                  <a:pt x="195" y="56"/>
                  <a:pt x="195" y="56"/>
                  <a:pt x="194" y="56"/>
                </a:cubicBezTo>
                <a:cubicBezTo>
                  <a:pt x="181" y="55"/>
                  <a:pt x="181" y="55"/>
                  <a:pt x="181" y="55"/>
                </a:cubicBezTo>
                <a:cubicBezTo>
                  <a:pt x="171" y="65"/>
                  <a:pt x="171" y="65"/>
                  <a:pt x="171" y="65"/>
                </a:cubicBezTo>
                <a:cubicBezTo>
                  <a:pt x="179" y="77"/>
                  <a:pt x="183" y="91"/>
                  <a:pt x="183" y="106"/>
                </a:cubicBezTo>
                <a:cubicBezTo>
                  <a:pt x="183" y="149"/>
                  <a:pt x="148" y="183"/>
                  <a:pt x="105" y="183"/>
                </a:cubicBezTo>
                <a:cubicBezTo>
                  <a:pt x="62" y="183"/>
                  <a:pt x="28" y="149"/>
                  <a:pt x="28" y="106"/>
                </a:cubicBezTo>
                <a:cubicBezTo>
                  <a:pt x="28" y="63"/>
                  <a:pt x="62" y="28"/>
                  <a:pt x="105" y="28"/>
                </a:cubicBezTo>
                <a:cubicBezTo>
                  <a:pt x="120" y="28"/>
                  <a:pt x="134" y="32"/>
                  <a:pt x="146" y="40"/>
                </a:cubicBezTo>
                <a:cubicBezTo>
                  <a:pt x="155" y="31"/>
                  <a:pt x="155" y="31"/>
                  <a:pt x="155" y="31"/>
                </a:cubicBezTo>
                <a:cubicBezTo>
                  <a:pt x="154" y="16"/>
                  <a:pt x="154" y="16"/>
                  <a:pt x="154" y="16"/>
                </a:cubicBezTo>
                <a:cubicBezTo>
                  <a:pt x="154" y="14"/>
                  <a:pt x="154" y="13"/>
                  <a:pt x="154" y="12"/>
                </a:cubicBezTo>
                <a:cubicBezTo>
                  <a:pt x="139" y="5"/>
                  <a:pt x="123" y="0"/>
                  <a:pt x="105" y="0"/>
                </a:cubicBezTo>
                <a:cubicBezTo>
                  <a:pt x="47" y="0"/>
                  <a:pt x="0" y="48"/>
                  <a:pt x="0" y="106"/>
                </a:cubicBezTo>
                <a:cubicBezTo>
                  <a:pt x="0" y="164"/>
                  <a:pt x="47" y="211"/>
                  <a:pt x="105" y="211"/>
                </a:cubicBezTo>
                <a:close/>
                <a:moveTo>
                  <a:pt x="105" y="211"/>
                </a:moveTo>
                <a:cubicBezTo>
                  <a:pt x="105" y="211"/>
                  <a:pt x="105" y="211"/>
                  <a:pt x="105" y="211"/>
                </a:cubicBezTo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2" name="Freeform 76">
            <a:extLst>
              <a:ext uri="{FF2B5EF4-FFF2-40B4-BE49-F238E27FC236}">
                <a16:creationId xmlns:a16="http://schemas.microsoft.com/office/drawing/2014/main" id="{54DD39A2-7807-4E8E-ABB3-D4F8BB563E21}"/>
              </a:ext>
            </a:extLst>
          </p:cNvPr>
          <p:cNvSpPr>
            <a:spLocks noGrp="1"/>
          </p:cNvSpPr>
          <p:nvPr/>
        </p:nvSpPr>
        <p:spPr>
          <a:xfrm>
            <a:off x="1946630" y="5399049"/>
            <a:ext cx="163985" cy="163985"/>
          </a:xfrm>
          <a:custGeom>
            <a:avLst/>
            <a:gdLst/>
            <a:ahLst/>
            <a:cxnLst/>
            <a:rect l="0" t="0" r="r" b="b"/>
            <a:pathLst>
              <a:path w="104" h="104">
                <a:moveTo>
                  <a:pt x="52" y="25"/>
                </a:moveTo>
                <a:cubicBezTo>
                  <a:pt x="53" y="25"/>
                  <a:pt x="54" y="25"/>
                  <a:pt x="54" y="25"/>
                </a:cubicBezTo>
                <a:cubicBezTo>
                  <a:pt x="74" y="5"/>
                  <a:pt x="74" y="5"/>
                  <a:pt x="74" y="5"/>
                </a:cubicBezTo>
                <a:cubicBezTo>
                  <a:pt x="74" y="5"/>
                  <a:pt x="74" y="5"/>
                  <a:pt x="74" y="5"/>
                </a:cubicBezTo>
                <a:cubicBezTo>
                  <a:pt x="68" y="2"/>
                  <a:pt x="60" y="0"/>
                  <a:pt x="52" y="0"/>
                </a:cubicBezTo>
                <a:cubicBezTo>
                  <a:pt x="24" y="0"/>
                  <a:pt x="0" y="23"/>
                  <a:pt x="0" y="52"/>
                </a:cubicBezTo>
                <a:cubicBezTo>
                  <a:pt x="0" y="81"/>
                  <a:pt x="24" y="104"/>
                  <a:pt x="52" y="104"/>
                </a:cubicBezTo>
                <a:cubicBezTo>
                  <a:pt x="81" y="104"/>
                  <a:pt x="104" y="81"/>
                  <a:pt x="104" y="52"/>
                </a:cubicBezTo>
                <a:cubicBezTo>
                  <a:pt x="104" y="44"/>
                  <a:pt x="102" y="37"/>
                  <a:pt x="99" y="30"/>
                </a:cubicBezTo>
                <a:cubicBezTo>
                  <a:pt x="99" y="30"/>
                  <a:pt x="99" y="30"/>
                  <a:pt x="99" y="30"/>
                </a:cubicBezTo>
                <a:cubicBezTo>
                  <a:pt x="79" y="50"/>
                  <a:pt x="79" y="50"/>
                  <a:pt x="79" y="50"/>
                </a:cubicBezTo>
                <a:cubicBezTo>
                  <a:pt x="79" y="50"/>
                  <a:pt x="79" y="51"/>
                  <a:pt x="79" y="52"/>
                </a:cubicBezTo>
                <a:cubicBezTo>
                  <a:pt x="79" y="67"/>
                  <a:pt x="67" y="79"/>
                  <a:pt x="52" y="79"/>
                </a:cubicBezTo>
                <a:cubicBezTo>
                  <a:pt x="37" y="79"/>
                  <a:pt x="25" y="67"/>
                  <a:pt x="25" y="52"/>
                </a:cubicBezTo>
                <a:cubicBezTo>
                  <a:pt x="25" y="37"/>
                  <a:pt x="37" y="25"/>
                  <a:pt x="52" y="25"/>
                </a:cubicBezTo>
                <a:close/>
                <a:moveTo>
                  <a:pt x="52" y="25"/>
                </a:moveTo>
                <a:cubicBezTo>
                  <a:pt x="52" y="25"/>
                  <a:pt x="52" y="25"/>
                  <a:pt x="52" y="25"/>
                </a:cubicBezTo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3" name="Freeform 77">
            <a:extLst>
              <a:ext uri="{FF2B5EF4-FFF2-40B4-BE49-F238E27FC236}">
                <a16:creationId xmlns:a16="http://schemas.microsoft.com/office/drawing/2014/main" id="{6DFAB0B8-49F1-494D-8E83-C0847C8A28E5}"/>
              </a:ext>
            </a:extLst>
          </p:cNvPr>
          <p:cNvSpPr>
            <a:spLocks noGrp="1"/>
          </p:cNvSpPr>
          <p:nvPr/>
        </p:nvSpPr>
        <p:spPr>
          <a:xfrm>
            <a:off x="2044888" y="5279546"/>
            <a:ext cx="185894" cy="184566"/>
          </a:xfrm>
          <a:custGeom>
            <a:avLst/>
            <a:gdLst/>
            <a:ahLst/>
            <a:cxnLst/>
            <a:rect l="0" t="0" r="r" b="b"/>
            <a:pathLst>
              <a:path w="118" h="117">
                <a:moveTo>
                  <a:pt x="99" y="32"/>
                </a:moveTo>
                <a:cubicBezTo>
                  <a:pt x="105" y="26"/>
                  <a:pt x="105" y="26"/>
                  <a:pt x="105" y="26"/>
                </a:cubicBezTo>
                <a:cubicBezTo>
                  <a:pt x="108" y="24"/>
                  <a:pt x="108" y="20"/>
                  <a:pt x="105" y="17"/>
                </a:cubicBezTo>
                <a:cubicBezTo>
                  <a:pt x="101" y="13"/>
                  <a:pt x="101" y="13"/>
                  <a:pt x="101" y="13"/>
                </a:cubicBezTo>
                <a:cubicBezTo>
                  <a:pt x="100" y="12"/>
                  <a:pt x="98" y="11"/>
                  <a:pt x="96" y="11"/>
                </a:cubicBezTo>
                <a:cubicBezTo>
                  <a:pt x="95" y="11"/>
                  <a:pt x="93" y="12"/>
                  <a:pt x="92" y="13"/>
                </a:cubicBezTo>
                <a:cubicBezTo>
                  <a:pt x="85" y="19"/>
                  <a:pt x="85" y="19"/>
                  <a:pt x="85" y="19"/>
                </a:cubicBezTo>
                <a:cubicBezTo>
                  <a:pt x="84" y="2"/>
                  <a:pt x="84" y="2"/>
                  <a:pt x="84" y="2"/>
                </a:cubicBezTo>
                <a:cubicBezTo>
                  <a:pt x="84" y="1"/>
                  <a:pt x="83" y="0"/>
                  <a:pt x="82" y="0"/>
                </a:cubicBezTo>
                <a:cubicBezTo>
                  <a:pt x="81" y="0"/>
                  <a:pt x="80" y="0"/>
                  <a:pt x="80" y="1"/>
                </a:cubicBezTo>
                <a:cubicBezTo>
                  <a:pt x="54" y="26"/>
                  <a:pt x="54" y="26"/>
                  <a:pt x="54" y="26"/>
                </a:cubicBezTo>
                <a:cubicBezTo>
                  <a:pt x="52" y="29"/>
                  <a:pt x="51" y="32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52"/>
                  <a:pt x="52" y="52"/>
                  <a:pt x="52" y="52"/>
                </a:cubicBezTo>
                <a:cubicBezTo>
                  <a:pt x="43" y="62"/>
                  <a:pt x="43" y="62"/>
                  <a:pt x="43" y="62"/>
                </a:cubicBezTo>
                <a:cubicBezTo>
                  <a:pt x="26" y="78"/>
                  <a:pt x="26" y="78"/>
                  <a:pt x="26" y="78"/>
                </a:cubicBezTo>
                <a:cubicBezTo>
                  <a:pt x="26" y="79"/>
                  <a:pt x="26" y="79"/>
                  <a:pt x="26" y="79"/>
                </a:cubicBezTo>
                <a:cubicBezTo>
                  <a:pt x="10" y="95"/>
                  <a:pt x="10" y="95"/>
                  <a:pt x="10" y="95"/>
                </a:cubicBezTo>
                <a:cubicBezTo>
                  <a:pt x="2" y="102"/>
                  <a:pt x="2" y="102"/>
                  <a:pt x="2" y="102"/>
                </a:cubicBezTo>
                <a:cubicBezTo>
                  <a:pt x="1" y="103"/>
                  <a:pt x="1" y="104"/>
                  <a:pt x="1" y="106"/>
                </a:cubicBezTo>
                <a:cubicBezTo>
                  <a:pt x="0" y="111"/>
                  <a:pt x="0" y="111"/>
                  <a:pt x="0" y="111"/>
                </a:cubicBezTo>
                <a:cubicBezTo>
                  <a:pt x="0" y="115"/>
                  <a:pt x="3" y="117"/>
                  <a:pt x="6" y="117"/>
                </a:cubicBezTo>
                <a:cubicBezTo>
                  <a:pt x="6" y="117"/>
                  <a:pt x="6" y="117"/>
                  <a:pt x="6" y="117"/>
                </a:cubicBezTo>
                <a:cubicBezTo>
                  <a:pt x="12" y="117"/>
                  <a:pt x="12" y="117"/>
                  <a:pt x="12" y="117"/>
                </a:cubicBezTo>
                <a:cubicBezTo>
                  <a:pt x="14" y="117"/>
                  <a:pt x="15" y="116"/>
                  <a:pt x="16" y="115"/>
                </a:cubicBezTo>
                <a:cubicBezTo>
                  <a:pt x="66" y="65"/>
                  <a:pt x="66" y="65"/>
                  <a:pt x="66" y="65"/>
                </a:cubicBezTo>
                <a:cubicBezTo>
                  <a:pt x="81" y="66"/>
                  <a:pt x="81" y="66"/>
                  <a:pt x="81" y="66"/>
                </a:cubicBezTo>
                <a:cubicBezTo>
                  <a:pt x="82" y="66"/>
                  <a:pt x="82" y="66"/>
                  <a:pt x="82" y="66"/>
                </a:cubicBezTo>
                <a:cubicBezTo>
                  <a:pt x="82" y="66"/>
                  <a:pt x="82" y="66"/>
                  <a:pt x="83" y="66"/>
                </a:cubicBezTo>
                <a:cubicBezTo>
                  <a:pt x="86" y="66"/>
                  <a:pt x="89" y="65"/>
                  <a:pt x="91" y="63"/>
                </a:cubicBezTo>
                <a:cubicBezTo>
                  <a:pt x="116" y="37"/>
                  <a:pt x="116" y="37"/>
                  <a:pt x="116" y="37"/>
                </a:cubicBezTo>
                <a:cubicBezTo>
                  <a:pt x="118" y="36"/>
                  <a:pt x="117" y="33"/>
                  <a:pt x="115" y="33"/>
                </a:cubicBezTo>
                <a:lnTo>
                  <a:pt x="99" y="32"/>
                </a:lnTo>
                <a:close/>
                <a:moveTo>
                  <a:pt x="99" y="32"/>
                </a:moveTo>
                <a:cubicBezTo>
                  <a:pt x="99" y="32"/>
                  <a:pt x="99" y="32"/>
                  <a:pt x="99" y="32"/>
                </a:cubicBezTo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5" name="Freeform 78">
            <a:extLst>
              <a:ext uri="{FF2B5EF4-FFF2-40B4-BE49-F238E27FC236}">
                <a16:creationId xmlns:a16="http://schemas.microsoft.com/office/drawing/2014/main" id="{742C707D-B0E0-4DE1-A758-B87E99359763}"/>
              </a:ext>
            </a:extLst>
          </p:cNvPr>
          <p:cNvSpPr>
            <a:spLocks noGrp="1"/>
          </p:cNvSpPr>
          <p:nvPr/>
        </p:nvSpPr>
        <p:spPr>
          <a:xfrm>
            <a:off x="1988518" y="2130988"/>
            <a:ext cx="239080" cy="240115"/>
          </a:xfrm>
          <a:custGeom>
            <a:avLst/>
            <a:gdLst/>
            <a:ahLst/>
            <a:cxnLst/>
            <a:rect l="0" t="0" r="r" b="b"/>
            <a:pathLst>
              <a:path w="97" h="98">
                <a:moveTo>
                  <a:pt x="27" y="26"/>
                </a:moveTo>
                <a:cubicBezTo>
                  <a:pt x="26" y="26"/>
                  <a:pt x="26" y="27"/>
                  <a:pt x="26" y="27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0"/>
                  <a:pt x="0" y="91"/>
                  <a:pt x="0" y="91"/>
                </a:cubicBezTo>
                <a:cubicBezTo>
                  <a:pt x="0" y="92"/>
                  <a:pt x="1" y="92"/>
                  <a:pt x="1" y="93"/>
                </a:cubicBezTo>
                <a:cubicBezTo>
                  <a:pt x="19" y="98"/>
                  <a:pt x="37" y="96"/>
                  <a:pt x="53" y="89"/>
                </a:cubicBezTo>
                <a:cubicBezTo>
                  <a:pt x="70" y="81"/>
                  <a:pt x="82" y="67"/>
                  <a:pt x="89" y="51"/>
                </a:cubicBezTo>
                <a:cubicBezTo>
                  <a:pt x="96" y="35"/>
                  <a:pt x="97" y="18"/>
                  <a:pt x="92" y="2"/>
                </a:cubicBezTo>
                <a:cubicBezTo>
                  <a:pt x="92" y="2"/>
                  <a:pt x="92" y="1"/>
                  <a:pt x="91" y="1"/>
                </a:cubicBezTo>
                <a:cubicBezTo>
                  <a:pt x="90" y="0"/>
                  <a:pt x="90" y="0"/>
                  <a:pt x="89" y="1"/>
                </a:cubicBezTo>
                <a:lnTo>
                  <a:pt x="27" y="26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6" name="Freeform 79">
            <a:extLst>
              <a:ext uri="{FF2B5EF4-FFF2-40B4-BE49-F238E27FC236}">
                <a16:creationId xmlns:a16="http://schemas.microsoft.com/office/drawing/2014/main" id="{993FB1A9-452B-462F-A73B-361DC384E9D1}"/>
              </a:ext>
            </a:extLst>
          </p:cNvPr>
          <p:cNvSpPr>
            <a:spLocks noGrp="1"/>
          </p:cNvSpPr>
          <p:nvPr/>
        </p:nvSpPr>
        <p:spPr>
          <a:xfrm>
            <a:off x="1951259" y="1998511"/>
            <a:ext cx="251500" cy="171806"/>
          </a:xfrm>
          <a:custGeom>
            <a:avLst/>
            <a:gdLst/>
            <a:ahLst/>
            <a:cxnLst/>
            <a:rect l="0" t="0" r="r" b="b"/>
            <a:pathLst>
              <a:path w="102" h="70">
                <a:moveTo>
                  <a:pt x="41" y="69"/>
                </a:moveTo>
                <a:cubicBezTo>
                  <a:pt x="100" y="45"/>
                  <a:pt x="100" y="45"/>
                  <a:pt x="100" y="45"/>
                </a:cubicBezTo>
                <a:cubicBezTo>
                  <a:pt x="101" y="44"/>
                  <a:pt x="101" y="44"/>
                  <a:pt x="101" y="43"/>
                </a:cubicBezTo>
                <a:cubicBezTo>
                  <a:pt x="102" y="43"/>
                  <a:pt x="102" y="42"/>
                  <a:pt x="101" y="42"/>
                </a:cubicBezTo>
                <a:cubicBezTo>
                  <a:pt x="93" y="27"/>
                  <a:pt x="81" y="15"/>
                  <a:pt x="65" y="9"/>
                </a:cubicBezTo>
                <a:cubicBezTo>
                  <a:pt x="44" y="0"/>
                  <a:pt x="21" y="2"/>
                  <a:pt x="1" y="13"/>
                </a:cubicBezTo>
                <a:cubicBezTo>
                  <a:pt x="1" y="13"/>
                  <a:pt x="0" y="13"/>
                  <a:pt x="0" y="14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5"/>
                  <a:pt x="0" y="16"/>
                  <a:pt x="0" y="16"/>
                </a:cubicBezTo>
                <a:cubicBezTo>
                  <a:pt x="38" y="68"/>
                  <a:pt x="38" y="68"/>
                  <a:pt x="38" y="68"/>
                </a:cubicBezTo>
                <a:cubicBezTo>
                  <a:pt x="38" y="69"/>
                  <a:pt x="40" y="70"/>
                  <a:pt x="41" y="69"/>
                </a:cubicBezTo>
                <a:close/>
                <a:moveTo>
                  <a:pt x="43" y="56"/>
                </a:moveTo>
                <a:cubicBezTo>
                  <a:pt x="16" y="19"/>
                  <a:pt x="16" y="19"/>
                  <a:pt x="16" y="19"/>
                </a:cubicBezTo>
                <a:cubicBezTo>
                  <a:pt x="22" y="17"/>
                  <a:pt x="27" y="16"/>
                  <a:pt x="32" y="15"/>
                </a:cubicBezTo>
                <a:cubicBezTo>
                  <a:pt x="42" y="14"/>
                  <a:pt x="52" y="16"/>
                  <a:pt x="61" y="20"/>
                </a:cubicBezTo>
                <a:cubicBezTo>
                  <a:pt x="67" y="23"/>
                  <a:pt x="74" y="26"/>
                  <a:pt x="79" y="31"/>
                </a:cubicBezTo>
                <a:cubicBezTo>
                  <a:pt x="81" y="34"/>
                  <a:pt x="83" y="36"/>
                  <a:pt x="85" y="38"/>
                </a:cubicBezTo>
                <a:lnTo>
                  <a:pt x="43" y="56"/>
                </a:lnTo>
                <a:close/>
                <a:moveTo>
                  <a:pt x="43" y="56"/>
                </a:moveTo>
                <a:cubicBezTo>
                  <a:pt x="43" y="56"/>
                  <a:pt x="43" y="56"/>
                  <a:pt x="43" y="56"/>
                </a:cubicBezTo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7" name="Freeform 80">
            <a:extLst>
              <a:ext uri="{FF2B5EF4-FFF2-40B4-BE49-F238E27FC236}">
                <a16:creationId xmlns:a16="http://schemas.microsoft.com/office/drawing/2014/main" id="{362401C7-C763-4F7F-A389-C11717F20B6F}"/>
              </a:ext>
            </a:extLst>
          </p:cNvPr>
          <p:cNvSpPr>
            <a:spLocks noGrp="1"/>
          </p:cNvSpPr>
          <p:nvPr/>
        </p:nvSpPr>
        <p:spPr>
          <a:xfrm>
            <a:off x="1858111" y="2050260"/>
            <a:ext cx="169736" cy="293934"/>
          </a:xfrm>
          <a:custGeom>
            <a:avLst/>
            <a:gdLst/>
            <a:ahLst/>
            <a:cxnLst/>
            <a:rect l="0" t="0" r="r" b="b"/>
            <a:pathLst>
              <a:path w="69" h="120">
                <a:moveTo>
                  <a:pt x="43" y="118"/>
                </a:moveTo>
                <a:cubicBezTo>
                  <a:pt x="68" y="57"/>
                  <a:pt x="68" y="57"/>
                  <a:pt x="68" y="57"/>
                </a:cubicBezTo>
                <a:cubicBezTo>
                  <a:pt x="69" y="57"/>
                  <a:pt x="69" y="56"/>
                  <a:pt x="68" y="55"/>
                </a:cubicBezTo>
                <a:cubicBezTo>
                  <a:pt x="29" y="1"/>
                  <a:pt x="29" y="1"/>
                  <a:pt x="29" y="1"/>
                </a:cubicBezTo>
                <a:cubicBezTo>
                  <a:pt x="29" y="1"/>
                  <a:pt x="29" y="1"/>
                  <a:pt x="28" y="0"/>
                </a:cubicBezTo>
                <a:cubicBezTo>
                  <a:pt x="27" y="0"/>
                  <a:pt x="27" y="1"/>
                  <a:pt x="26" y="1"/>
                </a:cubicBezTo>
                <a:cubicBezTo>
                  <a:pt x="18" y="8"/>
                  <a:pt x="12" y="17"/>
                  <a:pt x="8" y="27"/>
                </a:cubicBezTo>
                <a:cubicBezTo>
                  <a:pt x="1" y="44"/>
                  <a:pt x="0" y="63"/>
                  <a:pt x="6" y="80"/>
                </a:cubicBezTo>
                <a:cubicBezTo>
                  <a:pt x="12" y="97"/>
                  <a:pt x="24" y="111"/>
                  <a:pt x="40" y="119"/>
                </a:cubicBezTo>
                <a:cubicBezTo>
                  <a:pt x="40" y="120"/>
                  <a:pt x="41" y="120"/>
                  <a:pt x="42" y="120"/>
                </a:cubicBezTo>
                <a:cubicBezTo>
                  <a:pt x="42" y="119"/>
                  <a:pt x="43" y="119"/>
                  <a:pt x="43" y="118"/>
                </a:cubicBezTo>
                <a:close/>
                <a:moveTo>
                  <a:pt x="43" y="118"/>
                </a:moveTo>
                <a:cubicBezTo>
                  <a:pt x="43" y="118"/>
                  <a:pt x="43" y="118"/>
                  <a:pt x="43" y="118"/>
                </a:cubicBezTo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9" name="Freeform 81">
            <a:extLst>
              <a:ext uri="{FF2B5EF4-FFF2-40B4-BE49-F238E27FC236}">
                <a16:creationId xmlns:a16="http://schemas.microsoft.com/office/drawing/2014/main" id="{A8C13727-1A34-41D0-98D1-ADE9274E25A1}"/>
              </a:ext>
            </a:extLst>
          </p:cNvPr>
          <p:cNvSpPr>
            <a:spLocks noGrp="1"/>
          </p:cNvSpPr>
          <p:nvPr/>
        </p:nvSpPr>
        <p:spPr>
          <a:xfrm>
            <a:off x="2119444" y="3654932"/>
            <a:ext cx="121093" cy="121093"/>
          </a:xfrm>
          <a:custGeom>
            <a:avLst/>
            <a:gdLst/>
            <a:ahLst/>
            <a:cxnLst/>
            <a:rect l="0" t="0" r="r" b="b"/>
            <a:pathLst>
              <a:path w="49" h="49">
                <a:moveTo>
                  <a:pt x="38" y="11"/>
                </a:moveTo>
                <a:cubicBezTo>
                  <a:pt x="28" y="2"/>
                  <a:pt x="14" y="0"/>
                  <a:pt x="3" y="7"/>
                </a:cubicBezTo>
                <a:cubicBezTo>
                  <a:pt x="0" y="9"/>
                  <a:pt x="0" y="13"/>
                  <a:pt x="2" y="15"/>
                </a:cubicBezTo>
                <a:cubicBezTo>
                  <a:pt x="34" y="47"/>
                  <a:pt x="34" y="47"/>
                  <a:pt x="34" y="47"/>
                </a:cubicBezTo>
                <a:cubicBezTo>
                  <a:pt x="36" y="49"/>
                  <a:pt x="40" y="49"/>
                  <a:pt x="42" y="46"/>
                </a:cubicBezTo>
                <a:cubicBezTo>
                  <a:pt x="49" y="35"/>
                  <a:pt x="47" y="21"/>
                  <a:pt x="38" y="11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0" name="Freeform 82">
            <a:extLst>
              <a:ext uri="{FF2B5EF4-FFF2-40B4-BE49-F238E27FC236}">
                <a16:creationId xmlns:a16="http://schemas.microsoft.com/office/drawing/2014/main" id="{25BEDDA6-8155-4B28-B0CC-594C6F6AE18C}"/>
              </a:ext>
            </a:extLst>
          </p:cNvPr>
          <p:cNvSpPr>
            <a:spLocks noGrp="1"/>
          </p:cNvSpPr>
          <p:nvPr/>
        </p:nvSpPr>
        <p:spPr>
          <a:xfrm>
            <a:off x="1842069" y="3690121"/>
            <a:ext cx="361209" cy="369488"/>
          </a:xfrm>
          <a:custGeom>
            <a:avLst/>
            <a:gdLst/>
            <a:ahLst/>
            <a:cxnLst/>
            <a:rect l="0" t="0" r="r" b="b"/>
            <a:pathLst>
              <a:path w="147" h="151">
                <a:moveTo>
                  <a:pt x="134" y="115"/>
                </a:moveTo>
                <a:cubicBezTo>
                  <a:pt x="142" y="103"/>
                  <a:pt x="147" y="88"/>
                  <a:pt x="147" y="72"/>
                </a:cubicBezTo>
                <a:cubicBezTo>
                  <a:pt x="147" y="32"/>
                  <a:pt x="115" y="0"/>
                  <a:pt x="75" y="0"/>
                </a:cubicBezTo>
                <a:cubicBezTo>
                  <a:pt x="75" y="0"/>
                  <a:pt x="74" y="0"/>
                  <a:pt x="74" y="0"/>
                </a:cubicBezTo>
                <a:cubicBezTo>
                  <a:pt x="35" y="0"/>
                  <a:pt x="3" y="33"/>
                  <a:pt x="3" y="72"/>
                </a:cubicBezTo>
                <a:cubicBezTo>
                  <a:pt x="3" y="87"/>
                  <a:pt x="7" y="101"/>
                  <a:pt x="15" y="112"/>
                </a:cubicBezTo>
                <a:cubicBezTo>
                  <a:pt x="2" y="137"/>
                  <a:pt x="2" y="137"/>
                  <a:pt x="2" y="137"/>
                </a:cubicBezTo>
                <a:cubicBezTo>
                  <a:pt x="0" y="142"/>
                  <a:pt x="2" y="148"/>
                  <a:pt x="6" y="150"/>
                </a:cubicBezTo>
                <a:cubicBezTo>
                  <a:pt x="8" y="151"/>
                  <a:pt x="9" y="151"/>
                  <a:pt x="11" y="151"/>
                </a:cubicBezTo>
                <a:cubicBezTo>
                  <a:pt x="14" y="151"/>
                  <a:pt x="18" y="149"/>
                  <a:pt x="20" y="146"/>
                </a:cubicBezTo>
                <a:cubicBezTo>
                  <a:pt x="29" y="128"/>
                  <a:pt x="29" y="128"/>
                  <a:pt x="29" y="128"/>
                </a:cubicBezTo>
                <a:cubicBezTo>
                  <a:pt x="41" y="138"/>
                  <a:pt x="57" y="145"/>
                  <a:pt x="74" y="145"/>
                </a:cubicBezTo>
                <a:cubicBezTo>
                  <a:pt x="74" y="145"/>
                  <a:pt x="75" y="145"/>
                  <a:pt x="75" y="145"/>
                </a:cubicBezTo>
                <a:cubicBezTo>
                  <a:pt x="92" y="145"/>
                  <a:pt x="107" y="139"/>
                  <a:pt x="119" y="129"/>
                </a:cubicBezTo>
                <a:cubicBezTo>
                  <a:pt x="127" y="146"/>
                  <a:pt x="127" y="146"/>
                  <a:pt x="127" y="146"/>
                </a:cubicBezTo>
                <a:cubicBezTo>
                  <a:pt x="129" y="149"/>
                  <a:pt x="133" y="151"/>
                  <a:pt x="136" y="151"/>
                </a:cubicBezTo>
                <a:cubicBezTo>
                  <a:pt x="138" y="151"/>
                  <a:pt x="139" y="151"/>
                  <a:pt x="141" y="150"/>
                </a:cubicBezTo>
                <a:cubicBezTo>
                  <a:pt x="145" y="148"/>
                  <a:pt x="147" y="142"/>
                  <a:pt x="145" y="137"/>
                </a:cubicBezTo>
                <a:lnTo>
                  <a:pt x="134" y="115"/>
                </a:lnTo>
                <a:close/>
                <a:moveTo>
                  <a:pt x="75" y="125"/>
                </a:moveTo>
                <a:cubicBezTo>
                  <a:pt x="75" y="125"/>
                  <a:pt x="74" y="125"/>
                  <a:pt x="74" y="125"/>
                </a:cubicBezTo>
                <a:cubicBezTo>
                  <a:pt x="45" y="125"/>
                  <a:pt x="22" y="101"/>
                  <a:pt x="22" y="72"/>
                </a:cubicBezTo>
                <a:cubicBezTo>
                  <a:pt x="22" y="43"/>
                  <a:pt x="45" y="20"/>
                  <a:pt x="74" y="20"/>
                </a:cubicBezTo>
                <a:cubicBezTo>
                  <a:pt x="74" y="20"/>
                  <a:pt x="75" y="19"/>
                  <a:pt x="75" y="19"/>
                </a:cubicBezTo>
                <a:cubicBezTo>
                  <a:pt x="104" y="19"/>
                  <a:pt x="128" y="43"/>
                  <a:pt x="128" y="72"/>
                </a:cubicBezTo>
                <a:cubicBezTo>
                  <a:pt x="128" y="102"/>
                  <a:pt x="104" y="125"/>
                  <a:pt x="75" y="125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1" name="Freeform 83">
            <a:extLst>
              <a:ext uri="{FF2B5EF4-FFF2-40B4-BE49-F238E27FC236}">
                <a16:creationId xmlns:a16="http://schemas.microsoft.com/office/drawing/2014/main" id="{EE20268F-6E8A-44D0-A385-1520DA35D906}"/>
              </a:ext>
            </a:extLst>
          </p:cNvPr>
          <p:cNvSpPr>
            <a:spLocks noGrp="1"/>
          </p:cNvSpPr>
          <p:nvPr/>
        </p:nvSpPr>
        <p:spPr>
          <a:xfrm>
            <a:off x="1952812" y="3799829"/>
            <a:ext cx="85903" cy="154212"/>
          </a:xfrm>
          <a:custGeom>
            <a:avLst/>
            <a:gdLst/>
            <a:ahLst/>
            <a:cxnLst/>
            <a:rect l="0" t="0" r="r" b="b"/>
            <a:pathLst>
              <a:path w="35" h="63">
                <a:moveTo>
                  <a:pt x="30" y="0"/>
                </a:moveTo>
                <a:cubicBezTo>
                  <a:pt x="30" y="0"/>
                  <a:pt x="29" y="0"/>
                  <a:pt x="29" y="0"/>
                </a:cubicBezTo>
                <a:cubicBezTo>
                  <a:pt x="26" y="1"/>
                  <a:pt x="24" y="3"/>
                  <a:pt x="24" y="6"/>
                </a:cubicBezTo>
                <a:cubicBezTo>
                  <a:pt x="24" y="27"/>
                  <a:pt x="24" y="27"/>
                  <a:pt x="24" y="27"/>
                </a:cubicBezTo>
                <a:cubicBezTo>
                  <a:pt x="2" y="54"/>
                  <a:pt x="2" y="54"/>
                  <a:pt x="2" y="54"/>
                </a:cubicBezTo>
                <a:cubicBezTo>
                  <a:pt x="0" y="56"/>
                  <a:pt x="0" y="59"/>
                  <a:pt x="3" y="61"/>
                </a:cubicBezTo>
                <a:cubicBezTo>
                  <a:pt x="4" y="62"/>
                  <a:pt x="5" y="63"/>
                  <a:pt x="6" y="63"/>
                </a:cubicBezTo>
                <a:cubicBezTo>
                  <a:pt x="8" y="63"/>
                  <a:pt x="9" y="62"/>
                  <a:pt x="10" y="61"/>
                </a:cubicBezTo>
                <a:cubicBezTo>
                  <a:pt x="29" y="39"/>
                  <a:pt x="29" y="39"/>
                  <a:pt x="29" y="39"/>
                </a:cubicBezTo>
                <a:cubicBezTo>
                  <a:pt x="33" y="34"/>
                  <a:pt x="33" y="34"/>
                  <a:pt x="33" y="34"/>
                </a:cubicBezTo>
                <a:cubicBezTo>
                  <a:pt x="35" y="33"/>
                  <a:pt x="35" y="31"/>
                  <a:pt x="35" y="29"/>
                </a:cubicBezTo>
                <a:cubicBezTo>
                  <a:pt x="35" y="6"/>
                  <a:pt x="35" y="6"/>
                  <a:pt x="35" y="6"/>
                </a:cubicBezTo>
                <a:cubicBezTo>
                  <a:pt x="35" y="3"/>
                  <a:pt x="33" y="0"/>
                  <a:pt x="30" y="0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2" name="Freeform 84">
            <a:extLst>
              <a:ext uri="{FF2B5EF4-FFF2-40B4-BE49-F238E27FC236}">
                <a16:creationId xmlns:a16="http://schemas.microsoft.com/office/drawing/2014/main" id="{639EE64F-6E30-4C6F-A5A7-E38596E02474}"/>
              </a:ext>
            </a:extLst>
          </p:cNvPr>
          <p:cNvSpPr>
            <a:spLocks noGrp="1"/>
          </p:cNvSpPr>
          <p:nvPr/>
        </p:nvSpPr>
        <p:spPr>
          <a:xfrm>
            <a:off x="1815159" y="3654932"/>
            <a:ext cx="120057" cy="121093"/>
          </a:xfrm>
          <a:custGeom>
            <a:avLst/>
            <a:gdLst/>
            <a:ahLst/>
            <a:cxnLst/>
            <a:rect l="0" t="0" r="r" b="b"/>
            <a:pathLst>
              <a:path w="49" h="49">
                <a:moveTo>
                  <a:pt x="11" y="11"/>
                </a:moveTo>
                <a:cubicBezTo>
                  <a:pt x="1" y="21"/>
                  <a:pt x="0" y="35"/>
                  <a:pt x="7" y="46"/>
                </a:cubicBezTo>
                <a:cubicBezTo>
                  <a:pt x="9" y="49"/>
                  <a:pt x="12" y="49"/>
                  <a:pt x="14" y="47"/>
                </a:cubicBezTo>
                <a:cubicBezTo>
                  <a:pt x="46" y="15"/>
                  <a:pt x="46" y="15"/>
                  <a:pt x="46" y="15"/>
                </a:cubicBezTo>
                <a:cubicBezTo>
                  <a:pt x="49" y="13"/>
                  <a:pt x="48" y="9"/>
                  <a:pt x="45" y="7"/>
                </a:cubicBezTo>
                <a:cubicBezTo>
                  <a:pt x="35" y="0"/>
                  <a:pt x="20" y="2"/>
                  <a:pt x="11" y="11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422DC41-483B-4E4D-AD20-CD12C4596D19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0F04069-8088-438B-8D4D-43FB95192B58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TextBox 62">
            <a:extLst>
              <a:ext uri="{FF2B5EF4-FFF2-40B4-BE49-F238E27FC236}">
                <a16:creationId xmlns:a16="http://schemas.microsoft.com/office/drawing/2014/main" id="{C1A15551-118B-4B9B-9230-66EEDF83CBC5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EEA65CE-2715-4D53-A58E-068DA781406D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7DF61088-F7A2-40ED-B9C3-231F7BCDA049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B25FAED-CCDA-4CCD-A65F-AABC830D1DBF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0" name="kicker-marker">
            <a:extLst>
              <a:ext uri="{FF2B5EF4-FFF2-40B4-BE49-F238E27FC236}">
                <a16:creationId xmlns:a16="http://schemas.microsoft.com/office/drawing/2014/main" id="{68C98664-DB5C-493A-9C4B-2597813B1691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kicker-label">
            <a:extLst>
              <a:ext uri="{FF2B5EF4-FFF2-40B4-BE49-F238E27FC236}">
                <a16:creationId xmlns:a16="http://schemas.microsoft.com/office/drawing/2014/main" id="{909F0996-6CC8-4B4A-969C-47A5A4743FC5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04 · 用户代表</a:t>
            </a:r>
          </a:p>
        </p:txBody>
      </p:sp>
      <p:sp>
        <p:nvSpPr>
          <p:cNvPr id="62" name="page-marker">
            <a:extLst>
              <a:ext uri="{FF2B5EF4-FFF2-40B4-BE49-F238E27FC236}">
                <a16:creationId xmlns:a16="http://schemas.microsoft.com/office/drawing/2014/main" id="{9916A583-78D1-4B60-92AC-E6F02CAAEDF0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 / 31</a:t>
            </a:r>
          </a:p>
        </p:txBody>
      </p:sp>
      <p:sp>
        <p:nvSpPr>
          <p:cNvPr id="63" name="content-panel">
            <a:extLst>
              <a:ext uri="{FF2B5EF4-FFF2-40B4-BE49-F238E27FC236}">
                <a16:creationId xmlns:a16="http://schemas.microsoft.com/office/drawing/2014/main" id="{0681F25A-98A2-42E6-9F94-8ED2A092B1A6}"/>
              </a:ext>
            </a:extLst>
          </p:cNvPr>
          <p:cNvSpPr>
            <a:spLocks noGrp="1"/>
          </p:cNvSpPr>
          <p:nvPr/>
        </p:nvSpPr>
        <p:spPr>
          <a:xfrm>
            <a:off x="6410325" y="940272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claim-title">
            <a:extLst>
              <a:ext uri="{FF2B5EF4-FFF2-40B4-BE49-F238E27FC236}">
                <a16:creationId xmlns:a16="http://schemas.microsoft.com/office/drawing/2014/main" id="{765AD11F-6A99-4034-A751-5A8ABE414C73}"/>
              </a:ext>
            </a:extLst>
          </p:cNvPr>
          <p:cNvSpPr>
            <a:spLocks noGrp="1"/>
          </p:cNvSpPr>
          <p:nvPr/>
        </p:nvSpPr>
        <p:spPr>
          <a:xfrm>
            <a:off x="6781800" y="2228059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用户邀请与确认</a:t>
            </a:r>
          </a:p>
        </p:txBody>
      </p:sp>
      <p:sp>
        <p:nvSpPr>
          <p:cNvPr id="65" name="support-claim">
            <a:extLst>
              <a:ext uri="{FF2B5EF4-FFF2-40B4-BE49-F238E27FC236}">
                <a16:creationId xmlns:a16="http://schemas.microsoft.com/office/drawing/2014/main" id="{8C3BB6D9-0EDA-400C-860A-85FB8503E9EA}"/>
              </a:ext>
            </a:extLst>
          </p:cNvPr>
          <p:cNvSpPr>
            <a:spLocks noGrp="1"/>
          </p:cNvSpPr>
          <p:nvPr/>
        </p:nvSpPr>
        <p:spPr>
          <a:xfrm>
            <a:off x="6781800" y="2875759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用户邀请、确认与职责说明有独立确认文档支撑。</a:t>
            </a:r>
          </a:p>
        </p:txBody>
      </p:sp>
      <p:sp>
        <p:nvSpPr>
          <p:cNvPr id="66" name="question-label">
            <a:extLst>
              <a:ext uri="{FF2B5EF4-FFF2-40B4-BE49-F238E27FC236}">
                <a16:creationId xmlns:a16="http://schemas.microsoft.com/office/drawing/2014/main" id="{7A311F1E-23BA-4F40-8290-E39F3F0782D3}"/>
              </a:ext>
            </a:extLst>
          </p:cNvPr>
          <p:cNvSpPr>
            <a:spLocks noGrp="1"/>
          </p:cNvSpPr>
          <p:nvPr/>
        </p:nvSpPr>
        <p:spPr>
          <a:xfrm>
            <a:off x="6781800" y="3790159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67" name="question-text">
            <a:extLst>
              <a:ext uri="{FF2B5EF4-FFF2-40B4-BE49-F238E27FC236}">
                <a16:creationId xmlns:a16="http://schemas.microsoft.com/office/drawing/2014/main" id="{9F7A84BA-DC40-42DD-926B-49F95B8BCE22}"/>
              </a:ext>
            </a:extLst>
          </p:cNvPr>
          <p:cNvSpPr>
            <a:spLocks noGrp="1"/>
          </p:cNvSpPr>
          <p:nvPr/>
        </p:nvSpPr>
        <p:spPr>
          <a:xfrm>
            <a:off x="6781800" y="4171159"/>
            <a:ext cx="5381625" cy="47542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是否邀请并确认了相关的用户代表？明确了相关职责？</a:t>
            </a:r>
          </a:p>
        </p:txBody>
      </p:sp>
      <p:sp>
        <p:nvSpPr>
          <p:cNvPr id="70" name="proof-frame">
            <a:extLst>
              <a:ext uri="{FF2B5EF4-FFF2-40B4-BE49-F238E27FC236}">
                <a16:creationId xmlns:a16="http://schemas.microsoft.com/office/drawing/2014/main" id="{67CDC0B3-B604-4846-AF6B-DDF14BD1BBF0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5007" y="1234654"/>
            <a:ext cx="2445977" cy="419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79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8A61373D-FDEE-421C-BE44-1FA0352AC6E8}"/>
              </a:ext>
            </a:extLst>
          </p:cNvPr>
          <p:cNvSpPr>
            <a:spLocks noGrp="1"/>
          </p:cNvSpPr>
          <p:nvPr/>
        </p:nvSpPr>
        <p:spPr>
          <a:xfrm>
            <a:off x="5365750" y="1640806"/>
            <a:ext cx="1414463" cy="1225550"/>
          </a:xfrm>
          <a:custGeom>
            <a:avLst/>
            <a:gdLst/>
            <a:ahLst/>
            <a:cxnLst/>
            <a:rect l="0" t="0" r="r" b="b"/>
            <a:pathLst>
              <a:path w="375" h="326">
                <a:moveTo>
                  <a:pt x="314" y="326"/>
                </a:moveTo>
                <a:cubicBezTo>
                  <a:pt x="352" y="292"/>
                  <a:pt x="375" y="243"/>
                  <a:pt x="375" y="187"/>
                </a:cubicBezTo>
                <a:cubicBezTo>
                  <a:pt x="375" y="84"/>
                  <a:pt x="291" y="0"/>
                  <a:pt x="188" y="0"/>
                </a:cubicBezTo>
                <a:cubicBezTo>
                  <a:pt x="84" y="0"/>
                  <a:pt x="0" y="84"/>
                  <a:pt x="0" y="187"/>
                </a:cubicBezTo>
                <a:cubicBezTo>
                  <a:pt x="0" y="243"/>
                  <a:pt x="24" y="292"/>
                  <a:pt x="61" y="326"/>
                </a:cubicBezTo>
                <a:cubicBezTo>
                  <a:pt x="95" y="296"/>
                  <a:pt x="139" y="278"/>
                  <a:pt x="188" y="278"/>
                </a:cubicBezTo>
                <a:cubicBezTo>
                  <a:pt x="236" y="278"/>
                  <a:pt x="281" y="296"/>
                  <a:pt x="314" y="326"/>
                </a:cubicBezTo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605BE8FC-586A-4DEF-A59B-42923071B085}"/>
              </a:ext>
            </a:extLst>
          </p:cNvPr>
          <p:cNvSpPr>
            <a:spLocks noGrp="1"/>
          </p:cNvSpPr>
          <p:nvPr/>
        </p:nvSpPr>
        <p:spPr>
          <a:xfrm>
            <a:off x="5365750" y="2866356"/>
            <a:ext cx="1414463" cy="1044575"/>
          </a:xfrm>
          <a:custGeom>
            <a:avLst/>
            <a:gdLst/>
            <a:ahLst/>
            <a:cxnLst/>
            <a:rect l="0" t="0" r="r" b="b"/>
            <a:pathLst>
              <a:path w="375" h="278">
                <a:moveTo>
                  <a:pt x="375" y="139"/>
                </a:moveTo>
                <a:cubicBezTo>
                  <a:pt x="375" y="84"/>
                  <a:pt x="352" y="35"/>
                  <a:pt x="314" y="0"/>
                </a:cubicBezTo>
                <a:cubicBezTo>
                  <a:pt x="281" y="31"/>
                  <a:pt x="236" y="49"/>
                  <a:pt x="188" y="49"/>
                </a:cubicBezTo>
                <a:cubicBezTo>
                  <a:pt x="139" y="49"/>
                  <a:pt x="95" y="31"/>
                  <a:pt x="61" y="0"/>
                </a:cubicBezTo>
                <a:cubicBezTo>
                  <a:pt x="24" y="35"/>
                  <a:pt x="0" y="84"/>
                  <a:pt x="0" y="139"/>
                </a:cubicBezTo>
                <a:cubicBezTo>
                  <a:pt x="0" y="195"/>
                  <a:pt x="24" y="244"/>
                  <a:pt x="61" y="278"/>
                </a:cubicBezTo>
                <a:cubicBezTo>
                  <a:pt x="95" y="248"/>
                  <a:pt x="139" y="230"/>
                  <a:pt x="188" y="230"/>
                </a:cubicBezTo>
                <a:cubicBezTo>
                  <a:pt x="236" y="230"/>
                  <a:pt x="281" y="248"/>
                  <a:pt x="314" y="278"/>
                </a:cubicBezTo>
                <a:cubicBezTo>
                  <a:pt x="352" y="244"/>
                  <a:pt x="375" y="195"/>
                  <a:pt x="375" y="139"/>
                </a:cubicBezTo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B13243D-C8C0-401D-B6E3-36C9682D2D6F}"/>
              </a:ext>
            </a:extLst>
          </p:cNvPr>
          <p:cNvSpPr>
            <a:spLocks noGrp="1"/>
          </p:cNvSpPr>
          <p:nvPr/>
        </p:nvSpPr>
        <p:spPr>
          <a:xfrm>
            <a:off x="5595938" y="2685381"/>
            <a:ext cx="954088" cy="365125"/>
          </a:xfrm>
          <a:custGeom>
            <a:avLst/>
            <a:gdLst/>
            <a:ahLst/>
            <a:cxnLst/>
            <a:rect l="0" t="0" r="r" b="b"/>
            <a:pathLst>
              <a:path w="253" h="97">
                <a:moveTo>
                  <a:pt x="253" y="48"/>
                </a:moveTo>
                <a:cubicBezTo>
                  <a:pt x="220" y="18"/>
                  <a:pt x="175" y="0"/>
                  <a:pt x="127" y="0"/>
                </a:cubicBezTo>
                <a:cubicBezTo>
                  <a:pt x="78" y="0"/>
                  <a:pt x="34" y="18"/>
                  <a:pt x="0" y="48"/>
                </a:cubicBezTo>
                <a:cubicBezTo>
                  <a:pt x="34" y="79"/>
                  <a:pt x="78" y="97"/>
                  <a:pt x="127" y="97"/>
                </a:cubicBezTo>
                <a:cubicBezTo>
                  <a:pt x="175" y="97"/>
                  <a:pt x="220" y="79"/>
                  <a:pt x="253" y="48"/>
                </a:cubicBezTo>
              </a:path>
            </a:pathLst>
          </a:cu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297E626F-ADE6-4D24-B350-3B83FCD82DEC}"/>
              </a:ext>
            </a:extLst>
          </p:cNvPr>
          <p:cNvSpPr>
            <a:spLocks noGrp="1"/>
          </p:cNvSpPr>
          <p:nvPr/>
        </p:nvSpPr>
        <p:spPr>
          <a:xfrm>
            <a:off x="5365750" y="3910931"/>
            <a:ext cx="1414463" cy="1046162"/>
          </a:xfrm>
          <a:custGeom>
            <a:avLst/>
            <a:gdLst/>
            <a:ahLst/>
            <a:cxnLst/>
            <a:rect l="0" t="0" r="r" b="b"/>
            <a:pathLst>
              <a:path w="375" h="278">
                <a:moveTo>
                  <a:pt x="61" y="0"/>
                </a:moveTo>
                <a:cubicBezTo>
                  <a:pt x="24" y="35"/>
                  <a:pt x="0" y="84"/>
                  <a:pt x="0" y="139"/>
                </a:cubicBezTo>
                <a:cubicBezTo>
                  <a:pt x="0" y="195"/>
                  <a:pt x="24" y="244"/>
                  <a:pt x="61" y="278"/>
                </a:cubicBezTo>
                <a:cubicBezTo>
                  <a:pt x="95" y="248"/>
                  <a:pt x="139" y="230"/>
                  <a:pt x="188" y="230"/>
                </a:cubicBezTo>
                <a:cubicBezTo>
                  <a:pt x="236" y="230"/>
                  <a:pt x="281" y="248"/>
                  <a:pt x="314" y="278"/>
                </a:cubicBezTo>
                <a:cubicBezTo>
                  <a:pt x="352" y="244"/>
                  <a:pt x="375" y="195"/>
                  <a:pt x="375" y="139"/>
                </a:cubicBezTo>
                <a:cubicBezTo>
                  <a:pt x="375" y="84"/>
                  <a:pt x="352" y="35"/>
                  <a:pt x="314" y="0"/>
                </a:cubicBezTo>
                <a:cubicBezTo>
                  <a:pt x="281" y="31"/>
                  <a:pt x="236" y="49"/>
                  <a:pt x="188" y="49"/>
                </a:cubicBezTo>
                <a:cubicBezTo>
                  <a:pt x="139" y="49"/>
                  <a:pt x="95" y="31"/>
                  <a:pt x="61" y="0"/>
                </a:cubicBezTo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5848E315-382B-4FC4-A051-5C0532192CB1}"/>
              </a:ext>
            </a:extLst>
          </p:cNvPr>
          <p:cNvSpPr>
            <a:spLocks noGrp="1"/>
          </p:cNvSpPr>
          <p:nvPr/>
        </p:nvSpPr>
        <p:spPr>
          <a:xfrm>
            <a:off x="5595938" y="3731543"/>
            <a:ext cx="954088" cy="363537"/>
          </a:xfrm>
          <a:custGeom>
            <a:avLst/>
            <a:gdLst/>
            <a:ahLst/>
            <a:cxnLst/>
            <a:rect l="0" t="0" r="r" b="b"/>
            <a:pathLst>
              <a:path w="253" h="97">
                <a:moveTo>
                  <a:pt x="0" y="48"/>
                </a:moveTo>
                <a:cubicBezTo>
                  <a:pt x="34" y="79"/>
                  <a:pt x="78" y="97"/>
                  <a:pt x="127" y="97"/>
                </a:cubicBezTo>
                <a:cubicBezTo>
                  <a:pt x="175" y="97"/>
                  <a:pt x="220" y="79"/>
                  <a:pt x="253" y="48"/>
                </a:cubicBezTo>
                <a:cubicBezTo>
                  <a:pt x="220" y="18"/>
                  <a:pt x="175" y="0"/>
                  <a:pt x="127" y="0"/>
                </a:cubicBezTo>
                <a:cubicBezTo>
                  <a:pt x="78" y="0"/>
                  <a:pt x="34" y="18"/>
                  <a:pt x="0" y="48"/>
                </a:cubicBezTo>
              </a:path>
            </a:pathLst>
          </a:cu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3FE0D59E-AC51-48AB-9263-81F815AB2A71}"/>
              </a:ext>
            </a:extLst>
          </p:cNvPr>
          <p:cNvSpPr>
            <a:spLocks noGrp="1"/>
          </p:cNvSpPr>
          <p:nvPr/>
        </p:nvSpPr>
        <p:spPr>
          <a:xfrm>
            <a:off x="5365750" y="4957093"/>
            <a:ext cx="1414463" cy="1228725"/>
          </a:xfrm>
          <a:custGeom>
            <a:avLst/>
            <a:gdLst/>
            <a:ahLst/>
            <a:cxnLst/>
            <a:rect l="0" t="0" r="r" b="b"/>
            <a:pathLst>
              <a:path w="375" h="327">
                <a:moveTo>
                  <a:pt x="61" y="0"/>
                </a:moveTo>
                <a:cubicBezTo>
                  <a:pt x="24" y="35"/>
                  <a:pt x="0" y="84"/>
                  <a:pt x="0" y="139"/>
                </a:cubicBezTo>
                <a:cubicBezTo>
                  <a:pt x="0" y="243"/>
                  <a:pt x="84" y="327"/>
                  <a:pt x="188" y="327"/>
                </a:cubicBezTo>
                <a:cubicBezTo>
                  <a:pt x="291" y="327"/>
                  <a:pt x="375" y="243"/>
                  <a:pt x="375" y="139"/>
                </a:cubicBezTo>
                <a:cubicBezTo>
                  <a:pt x="375" y="84"/>
                  <a:pt x="352" y="35"/>
                  <a:pt x="314" y="0"/>
                </a:cubicBezTo>
                <a:cubicBezTo>
                  <a:pt x="281" y="31"/>
                  <a:pt x="236" y="49"/>
                  <a:pt x="188" y="49"/>
                </a:cubicBezTo>
                <a:cubicBezTo>
                  <a:pt x="139" y="49"/>
                  <a:pt x="95" y="31"/>
                  <a:pt x="61" y="0"/>
                </a:cubicBezTo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F7EE9474-4BE8-4FD0-BE37-38D53A13735A}"/>
              </a:ext>
            </a:extLst>
          </p:cNvPr>
          <p:cNvSpPr>
            <a:spLocks noGrp="1"/>
          </p:cNvSpPr>
          <p:nvPr/>
        </p:nvSpPr>
        <p:spPr>
          <a:xfrm>
            <a:off x="5595938" y="4776118"/>
            <a:ext cx="954088" cy="365125"/>
          </a:xfrm>
          <a:custGeom>
            <a:avLst/>
            <a:gdLst/>
            <a:ahLst/>
            <a:cxnLst/>
            <a:rect l="0" t="0" r="r" b="b"/>
            <a:pathLst>
              <a:path w="253" h="97">
                <a:moveTo>
                  <a:pt x="0" y="48"/>
                </a:moveTo>
                <a:cubicBezTo>
                  <a:pt x="34" y="79"/>
                  <a:pt x="78" y="97"/>
                  <a:pt x="127" y="97"/>
                </a:cubicBezTo>
                <a:cubicBezTo>
                  <a:pt x="175" y="97"/>
                  <a:pt x="220" y="79"/>
                  <a:pt x="253" y="48"/>
                </a:cubicBezTo>
                <a:cubicBezTo>
                  <a:pt x="220" y="18"/>
                  <a:pt x="175" y="0"/>
                  <a:pt x="127" y="0"/>
                </a:cubicBezTo>
                <a:cubicBezTo>
                  <a:pt x="78" y="0"/>
                  <a:pt x="34" y="18"/>
                  <a:pt x="0" y="48"/>
                </a:cubicBezTo>
              </a:path>
            </a:pathLst>
          </a:cu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2" name="Oval 131">
            <a:extLst>
              <a:ext uri="{FF2B5EF4-FFF2-40B4-BE49-F238E27FC236}">
                <a16:creationId xmlns:a16="http://schemas.microsoft.com/office/drawing/2014/main" id="{2BDF5D13-1B36-4C96-A7B7-45A855E0E270}"/>
              </a:ext>
            </a:extLst>
          </p:cNvPr>
          <p:cNvSpPr>
            <a:spLocks noGrp="1"/>
          </p:cNvSpPr>
          <p:nvPr/>
        </p:nvSpPr>
        <p:spPr>
          <a:xfrm>
            <a:off x="6058954" y="2937019"/>
            <a:ext cx="200501" cy="203067"/>
          </a:xfrm>
          <a:prstGeom prst="ellipse">
            <a:avLst/>
          </a:pr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3" name="Freeform 134">
            <a:extLst>
              <a:ext uri="{FF2B5EF4-FFF2-40B4-BE49-F238E27FC236}">
                <a16:creationId xmlns:a16="http://schemas.microsoft.com/office/drawing/2014/main" id="{EF20000A-3CE1-47D7-B551-2723F50902A5}"/>
              </a:ext>
            </a:extLst>
          </p:cNvPr>
          <p:cNvSpPr>
            <a:spLocks noGrp="1"/>
          </p:cNvSpPr>
          <p:nvPr/>
        </p:nvSpPr>
        <p:spPr>
          <a:xfrm>
            <a:off x="5850201" y="2240505"/>
            <a:ext cx="445559" cy="193751"/>
          </a:xfrm>
          <a:custGeom>
            <a:avLst/>
            <a:gdLst/>
            <a:ahLst/>
            <a:cxnLst/>
            <a:rect l="0" t="0" r="r" b="b"/>
            <a:pathLst>
              <a:path w="200" h="87">
                <a:moveTo>
                  <a:pt x="35" y="87"/>
                </a:moveTo>
                <a:cubicBezTo>
                  <a:pt x="35" y="72"/>
                  <a:pt x="35" y="72"/>
                  <a:pt x="35" y="72"/>
                </a:cubicBezTo>
                <a:cubicBezTo>
                  <a:pt x="46" y="72"/>
                  <a:pt x="46" y="72"/>
                  <a:pt x="46" y="72"/>
                </a:cubicBezTo>
                <a:cubicBezTo>
                  <a:pt x="46" y="87"/>
                  <a:pt x="46" y="87"/>
                  <a:pt x="46" y="87"/>
                </a:cubicBezTo>
                <a:cubicBezTo>
                  <a:pt x="155" y="87"/>
                  <a:pt x="155" y="87"/>
                  <a:pt x="155" y="87"/>
                </a:cubicBezTo>
                <a:cubicBezTo>
                  <a:pt x="155" y="72"/>
                  <a:pt x="155" y="72"/>
                  <a:pt x="155" y="72"/>
                </a:cubicBezTo>
                <a:cubicBezTo>
                  <a:pt x="166" y="72"/>
                  <a:pt x="166" y="72"/>
                  <a:pt x="166" y="72"/>
                </a:cubicBezTo>
                <a:cubicBezTo>
                  <a:pt x="166" y="87"/>
                  <a:pt x="166" y="87"/>
                  <a:pt x="166" y="87"/>
                </a:cubicBezTo>
                <a:cubicBezTo>
                  <a:pt x="199" y="87"/>
                  <a:pt x="199" y="87"/>
                  <a:pt x="199" y="87"/>
                </a:cubicBezTo>
                <a:cubicBezTo>
                  <a:pt x="199" y="47"/>
                  <a:pt x="200" y="43"/>
                  <a:pt x="200" y="43"/>
                </a:cubicBezTo>
                <a:cubicBezTo>
                  <a:pt x="200" y="19"/>
                  <a:pt x="180" y="0"/>
                  <a:pt x="15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00" y="80"/>
                  <a:pt x="100" y="80"/>
                  <a:pt x="100" y="80"/>
                </a:cubicBezTo>
                <a:cubicBezTo>
                  <a:pt x="60" y="0"/>
                  <a:pt x="60" y="0"/>
                  <a:pt x="60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4" y="0"/>
                  <a:pt x="44" y="0"/>
                </a:cubicBezTo>
                <a:cubicBezTo>
                  <a:pt x="20" y="0"/>
                  <a:pt x="1" y="19"/>
                  <a:pt x="1" y="43"/>
                </a:cubicBezTo>
                <a:cubicBezTo>
                  <a:pt x="1" y="43"/>
                  <a:pt x="0" y="47"/>
                  <a:pt x="0" y="87"/>
                </a:cubicBezTo>
                <a:lnTo>
                  <a:pt x="35" y="87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9" name="Freeform 20">
            <a:extLst>
              <a:ext uri="{FF2B5EF4-FFF2-40B4-BE49-F238E27FC236}">
                <a16:creationId xmlns:a16="http://schemas.microsoft.com/office/drawing/2014/main" id="{B1254048-80A6-4F5E-B9D6-26189D040BCD}"/>
              </a:ext>
            </a:extLst>
          </p:cNvPr>
          <p:cNvSpPr>
            <a:spLocks noGrp="1"/>
          </p:cNvSpPr>
          <p:nvPr/>
        </p:nvSpPr>
        <p:spPr>
          <a:xfrm>
            <a:off x="5781429" y="4295622"/>
            <a:ext cx="372220" cy="369468"/>
          </a:xfrm>
          <a:custGeom>
            <a:avLst/>
            <a:gdLst/>
            <a:ahLst/>
            <a:cxnLst/>
            <a:rect l="0" t="0" r="r" b="b"/>
            <a:pathLst>
              <a:path w="229" h="227">
                <a:moveTo>
                  <a:pt x="229" y="128"/>
                </a:moveTo>
                <a:cubicBezTo>
                  <a:pt x="229" y="98"/>
                  <a:pt x="229" y="98"/>
                  <a:pt x="229" y="98"/>
                </a:cubicBezTo>
                <a:cubicBezTo>
                  <a:pt x="206" y="93"/>
                  <a:pt x="206" y="93"/>
                  <a:pt x="206" y="93"/>
                </a:cubicBezTo>
                <a:cubicBezTo>
                  <a:pt x="204" y="87"/>
                  <a:pt x="202" y="81"/>
                  <a:pt x="200" y="76"/>
                </a:cubicBezTo>
                <a:cubicBezTo>
                  <a:pt x="216" y="58"/>
                  <a:pt x="216" y="58"/>
                  <a:pt x="216" y="58"/>
                </a:cubicBezTo>
                <a:cubicBezTo>
                  <a:pt x="198" y="34"/>
                  <a:pt x="198" y="34"/>
                  <a:pt x="198" y="34"/>
                </a:cubicBezTo>
                <a:cubicBezTo>
                  <a:pt x="176" y="44"/>
                  <a:pt x="176" y="44"/>
                  <a:pt x="176" y="44"/>
                </a:cubicBezTo>
                <a:cubicBezTo>
                  <a:pt x="172" y="39"/>
                  <a:pt x="167" y="36"/>
                  <a:pt x="161" y="33"/>
                </a:cubicBezTo>
                <a:cubicBezTo>
                  <a:pt x="164" y="9"/>
                  <a:pt x="164" y="9"/>
                  <a:pt x="164" y="9"/>
                </a:cubicBezTo>
                <a:cubicBezTo>
                  <a:pt x="135" y="0"/>
                  <a:pt x="135" y="0"/>
                  <a:pt x="135" y="0"/>
                </a:cubicBezTo>
                <a:cubicBezTo>
                  <a:pt x="123" y="20"/>
                  <a:pt x="123" y="20"/>
                  <a:pt x="123" y="20"/>
                </a:cubicBezTo>
                <a:cubicBezTo>
                  <a:pt x="120" y="20"/>
                  <a:pt x="117" y="20"/>
                  <a:pt x="114" y="20"/>
                </a:cubicBezTo>
                <a:cubicBezTo>
                  <a:pt x="111" y="20"/>
                  <a:pt x="108" y="20"/>
                  <a:pt x="105" y="20"/>
                </a:cubicBezTo>
                <a:cubicBezTo>
                  <a:pt x="93" y="0"/>
                  <a:pt x="93" y="0"/>
                  <a:pt x="93" y="0"/>
                </a:cubicBezTo>
                <a:cubicBezTo>
                  <a:pt x="65" y="9"/>
                  <a:pt x="65" y="9"/>
                  <a:pt x="65" y="9"/>
                </a:cubicBezTo>
                <a:cubicBezTo>
                  <a:pt x="67" y="33"/>
                  <a:pt x="67" y="33"/>
                  <a:pt x="67" y="33"/>
                </a:cubicBezTo>
                <a:cubicBezTo>
                  <a:pt x="62" y="36"/>
                  <a:pt x="57" y="39"/>
                  <a:pt x="52" y="44"/>
                </a:cubicBezTo>
                <a:cubicBezTo>
                  <a:pt x="30" y="34"/>
                  <a:pt x="30" y="34"/>
                  <a:pt x="30" y="34"/>
                </a:cubicBezTo>
                <a:cubicBezTo>
                  <a:pt x="13" y="58"/>
                  <a:pt x="13" y="58"/>
                  <a:pt x="13" y="58"/>
                </a:cubicBezTo>
                <a:cubicBezTo>
                  <a:pt x="29" y="76"/>
                  <a:pt x="29" y="76"/>
                  <a:pt x="29" y="76"/>
                </a:cubicBezTo>
                <a:cubicBezTo>
                  <a:pt x="26" y="81"/>
                  <a:pt x="24" y="87"/>
                  <a:pt x="23" y="94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128"/>
                  <a:pt x="0" y="128"/>
                  <a:pt x="0" y="128"/>
                </a:cubicBezTo>
                <a:cubicBezTo>
                  <a:pt x="23" y="133"/>
                  <a:pt x="23" y="133"/>
                  <a:pt x="23" y="133"/>
                </a:cubicBezTo>
                <a:cubicBezTo>
                  <a:pt x="24" y="139"/>
                  <a:pt x="26" y="145"/>
                  <a:pt x="29" y="151"/>
                </a:cubicBezTo>
                <a:cubicBezTo>
                  <a:pt x="13" y="169"/>
                  <a:pt x="13" y="169"/>
                  <a:pt x="13" y="169"/>
                </a:cubicBezTo>
                <a:cubicBezTo>
                  <a:pt x="31" y="193"/>
                  <a:pt x="31" y="193"/>
                  <a:pt x="31" y="193"/>
                </a:cubicBezTo>
                <a:cubicBezTo>
                  <a:pt x="52" y="183"/>
                  <a:pt x="52" y="183"/>
                  <a:pt x="52" y="183"/>
                </a:cubicBezTo>
                <a:cubicBezTo>
                  <a:pt x="57" y="187"/>
                  <a:pt x="62" y="191"/>
                  <a:pt x="67" y="194"/>
                </a:cubicBezTo>
                <a:cubicBezTo>
                  <a:pt x="65" y="218"/>
                  <a:pt x="65" y="218"/>
                  <a:pt x="65" y="218"/>
                </a:cubicBezTo>
                <a:cubicBezTo>
                  <a:pt x="93" y="227"/>
                  <a:pt x="93" y="227"/>
                  <a:pt x="93" y="227"/>
                </a:cubicBezTo>
                <a:cubicBezTo>
                  <a:pt x="105" y="206"/>
                  <a:pt x="105" y="206"/>
                  <a:pt x="105" y="206"/>
                </a:cubicBezTo>
                <a:cubicBezTo>
                  <a:pt x="108" y="207"/>
                  <a:pt x="111" y="207"/>
                  <a:pt x="114" y="207"/>
                </a:cubicBezTo>
                <a:cubicBezTo>
                  <a:pt x="117" y="207"/>
                  <a:pt x="121" y="207"/>
                  <a:pt x="124" y="206"/>
                </a:cubicBezTo>
                <a:cubicBezTo>
                  <a:pt x="135" y="227"/>
                  <a:pt x="135" y="227"/>
                  <a:pt x="135" y="227"/>
                </a:cubicBezTo>
                <a:cubicBezTo>
                  <a:pt x="164" y="217"/>
                  <a:pt x="164" y="217"/>
                  <a:pt x="164" y="217"/>
                </a:cubicBezTo>
                <a:cubicBezTo>
                  <a:pt x="161" y="194"/>
                  <a:pt x="161" y="194"/>
                  <a:pt x="161" y="194"/>
                </a:cubicBezTo>
                <a:cubicBezTo>
                  <a:pt x="167" y="191"/>
                  <a:pt x="172" y="187"/>
                  <a:pt x="176" y="183"/>
                </a:cubicBezTo>
                <a:cubicBezTo>
                  <a:pt x="198" y="193"/>
                  <a:pt x="198" y="193"/>
                  <a:pt x="198" y="193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00" y="151"/>
                  <a:pt x="200" y="151"/>
                  <a:pt x="200" y="151"/>
                </a:cubicBezTo>
                <a:cubicBezTo>
                  <a:pt x="202" y="145"/>
                  <a:pt x="204" y="139"/>
                  <a:pt x="206" y="133"/>
                </a:cubicBezTo>
                <a:lnTo>
                  <a:pt x="229" y="128"/>
                </a:lnTo>
                <a:close/>
                <a:moveTo>
                  <a:pt x="114" y="180"/>
                </a:moveTo>
                <a:cubicBezTo>
                  <a:pt x="77" y="180"/>
                  <a:pt x="47" y="150"/>
                  <a:pt x="47" y="113"/>
                </a:cubicBezTo>
                <a:cubicBezTo>
                  <a:pt x="47" y="76"/>
                  <a:pt x="77" y="46"/>
                  <a:pt x="114" y="46"/>
                </a:cubicBezTo>
                <a:cubicBezTo>
                  <a:pt x="151" y="46"/>
                  <a:pt x="181" y="76"/>
                  <a:pt x="181" y="113"/>
                </a:cubicBezTo>
                <a:cubicBezTo>
                  <a:pt x="181" y="150"/>
                  <a:pt x="151" y="180"/>
                  <a:pt x="114" y="180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0" name="Freeform 21">
            <a:extLst>
              <a:ext uri="{FF2B5EF4-FFF2-40B4-BE49-F238E27FC236}">
                <a16:creationId xmlns:a16="http://schemas.microsoft.com/office/drawing/2014/main" id="{4F138531-A6FE-49F3-8668-FF4982700954}"/>
              </a:ext>
            </a:extLst>
          </p:cNvPr>
          <p:cNvSpPr>
            <a:spLocks noGrp="1"/>
          </p:cNvSpPr>
          <p:nvPr/>
        </p:nvSpPr>
        <p:spPr>
          <a:xfrm>
            <a:off x="6122689" y="4238516"/>
            <a:ext cx="220167" cy="220167"/>
          </a:xfrm>
          <a:custGeom>
            <a:avLst/>
            <a:gdLst/>
            <a:ahLst/>
            <a:cxnLst/>
            <a:rect l="0" t="0" r="r" b="b"/>
            <a:pathLst>
              <a:path w="135" h="135">
                <a:moveTo>
                  <a:pt x="135" y="76"/>
                </a:moveTo>
                <a:cubicBezTo>
                  <a:pt x="135" y="58"/>
                  <a:pt x="135" y="58"/>
                  <a:pt x="135" y="58"/>
                </a:cubicBezTo>
                <a:cubicBezTo>
                  <a:pt x="122" y="55"/>
                  <a:pt x="122" y="55"/>
                  <a:pt x="122" y="55"/>
                </a:cubicBezTo>
                <a:cubicBezTo>
                  <a:pt x="121" y="52"/>
                  <a:pt x="120" y="48"/>
                  <a:pt x="118" y="45"/>
                </a:cubicBezTo>
                <a:cubicBezTo>
                  <a:pt x="128" y="34"/>
                  <a:pt x="128" y="34"/>
                  <a:pt x="128" y="34"/>
                </a:cubicBezTo>
                <a:cubicBezTo>
                  <a:pt x="117" y="20"/>
                  <a:pt x="117" y="20"/>
                  <a:pt x="117" y="20"/>
                </a:cubicBezTo>
                <a:cubicBezTo>
                  <a:pt x="104" y="26"/>
                  <a:pt x="104" y="26"/>
                  <a:pt x="104" y="26"/>
                </a:cubicBezTo>
                <a:cubicBezTo>
                  <a:pt x="102" y="23"/>
                  <a:pt x="99" y="21"/>
                  <a:pt x="96" y="19"/>
                </a:cubicBezTo>
                <a:cubicBezTo>
                  <a:pt x="97" y="5"/>
                  <a:pt x="97" y="5"/>
                  <a:pt x="97" y="5"/>
                </a:cubicBezTo>
                <a:cubicBezTo>
                  <a:pt x="80" y="0"/>
                  <a:pt x="80" y="0"/>
                  <a:pt x="80" y="0"/>
                </a:cubicBezTo>
                <a:cubicBezTo>
                  <a:pt x="73" y="12"/>
                  <a:pt x="73" y="12"/>
                  <a:pt x="73" y="12"/>
                </a:cubicBezTo>
                <a:cubicBezTo>
                  <a:pt x="71" y="12"/>
                  <a:pt x="69" y="12"/>
                  <a:pt x="67" y="12"/>
                </a:cubicBezTo>
                <a:cubicBezTo>
                  <a:pt x="66" y="12"/>
                  <a:pt x="64" y="12"/>
                  <a:pt x="62" y="12"/>
                </a:cubicBezTo>
                <a:cubicBezTo>
                  <a:pt x="55" y="0"/>
                  <a:pt x="55" y="0"/>
                  <a:pt x="55" y="0"/>
                </a:cubicBezTo>
                <a:cubicBezTo>
                  <a:pt x="38" y="5"/>
                  <a:pt x="38" y="5"/>
                  <a:pt x="38" y="5"/>
                </a:cubicBezTo>
                <a:cubicBezTo>
                  <a:pt x="39" y="19"/>
                  <a:pt x="39" y="19"/>
                  <a:pt x="39" y="19"/>
                </a:cubicBezTo>
                <a:cubicBezTo>
                  <a:pt x="36" y="21"/>
                  <a:pt x="33" y="23"/>
                  <a:pt x="30" y="26"/>
                </a:cubicBezTo>
                <a:cubicBezTo>
                  <a:pt x="18" y="20"/>
                  <a:pt x="18" y="20"/>
                  <a:pt x="18" y="20"/>
                </a:cubicBezTo>
                <a:cubicBezTo>
                  <a:pt x="7" y="34"/>
                  <a:pt x="7" y="34"/>
                  <a:pt x="7" y="34"/>
                </a:cubicBezTo>
                <a:cubicBezTo>
                  <a:pt x="17" y="45"/>
                  <a:pt x="17" y="45"/>
                  <a:pt x="17" y="45"/>
                </a:cubicBezTo>
                <a:cubicBezTo>
                  <a:pt x="15" y="48"/>
                  <a:pt x="14" y="52"/>
                  <a:pt x="13" y="55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76"/>
                  <a:pt x="0" y="76"/>
                  <a:pt x="0" y="76"/>
                </a:cubicBezTo>
                <a:cubicBezTo>
                  <a:pt x="13" y="79"/>
                  <a:pt x="13" y="79"/>
                  <a:pt x="13" y="79"/>
                </a:cubicBezTo>
                <a:cubicBezTo>
                  <a:pt x="14" y="83"/>
                  <a:pt x="15" y="86"/>
                  <a:pt x="17" y="90"/>
                </a:cubicBezTo>
                <a:cubicBezTo>
                  <a:pt x="7" y="100"/>
                  <a:pt x="7" y="100"/>
                  <a:pt x="7" y="100"/>
                </a:cubicBezTo>
                <a:cubicBezTo>
                  <a:pt x="18" y="114"/>
                  <a:pt x="18" y="114"/>
                  <a:pt x="18" y="114"/>
                </a:cubicBezTo>
                <a:cubicBezTo>
                  <a:pt x="31" y="109"/>
                  <a:pt x="31" y="109"/>
                  <a:pt x="31" y="109"/>
                </a:cubicBezTo>
                <a:cubicBezTo>
                  <a:pt x="33" y="111"/>
                  <a:pt x="36" y="113"/>
                  <a:pt x="39" y="115"/>
                </a:cubicBezTo>
                <a:cubicBezTo>
                  <a:pt x="38" y="129"/>
                  <a:pt x="38" y="129"/>
                  <a:pt x="38" y="129"/>
                </a:cubicBezTo>
                <a:cubicBezTo>
                  <a:pt x="55" y="135"/>
                  <a:pt x="55" y="135"/>
                  <a:pt x="55" y="135"/>
                </a:cubicBezTo>
                <a:cubicBezTo>
                  <a:pt x="62" y="122"/>
                  <a:pt x="62" y="122"/>
                  <a:pt x="62" y="122"/>
                </a:cubicBezTo>
                <a:cubicBezTo>
                  <a:pt x="64" y="123"/>
                  <a:pt x="66" y="123"/>
                  <a:pt x="68" y="123"/>
                </a:cubicBezTo>
                <a:cubicBezTo>
                  <a:pt x="69" y="123"/>
                  <a:pt x="71" y="123"/>
                  <a:pt x="73" y="122"/>
                </a:cubicBezTo>
                <a:cubicBezTo>
                  <a:pt x="80" y="135"/>
                  <a:pt x="80" y="135"/>
                  <a:pt x="80" y="135"/>
                </a:cubicBezTo>
                <a:cubicBezTo>
                  <a:pt x="97" y="129"/>
                  <a:pt x="97" y="129"/>
                  <a:pt x="97" y="129"/>
                </a:cubicBezTo>
                <a:cubicBezTo>
                  <a:pt x="96" y="115"/>
                  <a:pt x="96" y="115"/>
                  <a:pt x="96" y="115"/>
                </a:cubicBezTo>
                <a:cubicBezTo>
                  <a:pt x="99" y="113"/>
                  <a:pt x="102" y="111"/>
                  <a:pt x="104" y="109"/>
                </a:cubicBezTo>
                <a:cubicBezTo>
                  <a:pt x="117" y="114"/>
                  <a:pt x="117" y="114"/>
                  <a:pt x="117" y="114"/>
                </a:cubicBezTo>
                <a:cubicBezTo>
                  <a:pt x="128" y="100"/>
                  <a:pt x="128" y="100"/>
                  <a:pt x="128" y="10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20" y="86"/>
                  <a:pt x="121" y="83"/>
                  <a:pt x="122" y="79"/>
                </a:cubicBezTo>
                <a:lnTo>
                  <a:pt x="135" y="76"/>
                </a:lnTo>
                <a:close/>
                <a:moveTo>
                  <a:pt x="67" y="107"/>
                </a:moveTo>
                <a:cubicBezTo>
                  <a:pt x="46" y="107"/>
                  <a:pt x="28" y="89"/>
                  <a:pt x="28" y="67"/>
                </a:cubicBezTo>
                <a:cubicBezTo>
                  <a:pt x="28" y="45"/>
                  <a:pt x="46" y="27"/>
                  <a:pt x="67" y="27"/>
                </a:cubicBezTo>
                <a:cubicBezTo>
                  <a:pt x="89" y="27"/>
                  <a:pt x="107" y="45"/>
                  <a:pt x="107" y="67"/>
                </a:cubicBezTo>
                <a:cubicBezTo>
                  <a:pt x="107" y="89"/>
                  <a:pt x="89" y="107"/>
                  <a:pt x="67" y="107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2" name="Freeform 136">
            <a:extLst>
              <a:ext uri="{FF2B5EF4-FFF2-40B4-BE49-F238E27FC236}">
                <a16:creationId xmlns:a16="http://schemas.microsoft.com/office/drawing/2014/main" id="{9B7F3255-3C26-4C6D-AE35-C525B1FB784C}"/>
              </a:ext>
            </a:extLst>
          </p:cNvPr>
          <p:cNvSpPr>
            <a:spLocks noGrp="1"/>
          </p:cNvSpPr>
          <p:nvPr/>
        </p:nvSpPr>
        <p:spPr>
          <a:xfrm>
            <a:off x="5913472" y="5677588"/>
            <a:ext cx="364772" cy="158694"/>
          </a:xfrm>
          <a:custGeom>
            <a:avLst/>
            <a:gdLst/>
            <a:ahLst/>
            <a:cxnLst/>
            <a:rect l="0" t="0" r="r" b="b"/>
            <a:pathLst>
              <a:path w="205" h="89">
                <a:moveTo>
                  <a:pt x="103" y="19"/>
                </a:moveTo>
                <a:cubicBezTo>
                  <a:pt x="82" y="19"/>
                  <a:pt x="62" y="12"/>
                  <a:pt x="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79"/>
                  <a:pt x="10" y="89"/>
                  <a:pt x="22" y="89"/>
                </a:cubicBezTo>
                <a:cubicBezTo>
                  <a:pt x="183" y="89"/>
                  <a:pt x="183" y="89"/>
                  <a:pt x="183" y="89"/>
                </a:cubicBezTo>
                <a:cubicBezTo>
                  <a:pt x="195" y="89"/>
                  <a:pt x="205" y="79"/>
                  <a:pt x="205" y="67"/>
                </a:cubicBezTo>
                <a:cubicBezTo>
                  <a:pt x="205" y="0"/>
                  <a:pt x="205" y="0"/>
                  <a:pt x="205" y="0"/>
                </a:cubicBezTo>
                <a:cubicBezTo>
                  <a:pt x="158" y="0"/>
                  <a:pt x="158" y="0"/>
                  <a:pt x="158" y="0"/>
                </a:cubicBezTo>
                <a:cubicBezTo>
                  <a:pt x="143" y="12"/>
                  <a:pt x="124" y="19"/>
                  <a:pt x="103" y="19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3" name="Freeform 137">
            <a:extLst>
              <a:ext uri="{FF2B5EF4-FFF2-40B4-BE49-F238E27FC236}">
                <a16:creationId xmlns:a16="http://schemas.microsoft.com/office/drawing/2014/main" id="{3AC583DD-38CF-4735-893D-18ECB2D08B6C}"/>
              </a:ext>
            </a:extLst>
          </p:cNvPr>
          <p:cNvSpPr>
            <a:spLocks noGrp="1"/>
          </p:cNvSpPr>
          <p:nvPr/>
        </p:nvSpPr>
        <p:spPr>
          <a:xfrm>
            <a:off x="5913472" y="5475272"/>
            <a:ext cx="364772" cy="209837"/>
          </a:xfrm>
          <a:custGeom>
            <a:avLst/>
            <a:gdLst/>
            <a:ahLst/>
            <a:cxnLst/>
            <a:rect l="0" t="0" r="r" b="b"/>
            <a:pathLst>
              <a:path w="205" h="118">
                <a:moveTo>
                  <a:pt x="183" y="42"/>
                </a:moveTo>
                <a:cubicBezTo>
                  <a:pt x="180" y="42"/>
                  <a:pt x="180" y="42"/>
                  <a:pt x="180" y="42"/>
                </a:cubicBezTo>
                <a:cubicBezTo>
                  <a:pt x="154" y="42"/>
                  <a:pt x="154" y="42"/>
                  <a:pt x="154" y="42"/>
                </a:cubicBezTo>
                <a:cubicBezTo>
                  <a:pt x="154" y="22"/>
                  <a:pt x="154" y="22"/>
                  <a:pt x="154" y="22"/>
                </a:cubicBezTo>
                <a:cubicBezTo>
                  <a:pt x="154" y="10"/>
                  <a:pt x="144" y="0"/>
                  <a:pt x="132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61" y="0"/>
                  <a:pt x="51" y="10"/>
                  <a:pt x="51" y="22"/>
                </a:cubicBezTo>
                <a:cubicBezTo>
                  <a:pt x="51" y="42"/>
                  <a:pt x="51" y="42"/>
                  <a:pt x="51" y="42"/>
                </a:cubicBezTo>
                <a:cubicBezTo>
                  <a:pt x="25" y="42"/>
                  <a:pt x="25" y="42"/>
                  <a:pt x="25" y="42"/>
                </a:cubicBezTo>
                <a:cubicBezTo>
                  <a:pt x="22" y="42"/>
                  <a:pt x="22" y="42"/>
                  <a:pt x="22" y="42"/>
                </a:cubicBezTo>
                <a:cubicBezTo>
                  <a:pt x="10" y="42"/>
                  <a:pt x="0" y="52"/>
                  <a:pt x="0" y="64"/>
                </a:cubicBezTo>
                <a:cubicBezTo>
                  <a:pt x="0" y="101"/>
                  <a:pt x="0" y="101"/>
                  <a:pt x="0" y="101"/>
                </a:cubicBezTo>
                <a:cubicBezTo>
                  <a:pt x="54" y="101"/>
                  <a:pt x="54" y="101"/>
                  <a:pt x="54" y="101"/>
                </a:cubicBezTo>
                <a:cubicBezTo>
                  <a:pt x="67" y="112"/>
                  <a:pt x="84" y="118"/>
                  <a:pt x="103" y="118"/>
                </a:cubicBezTo>
                <a:cubicBezTo>
                  <a:pt x="121" y="118"/>
                  <a:pt x="138" y="112"/>
                  <a:pt x="151" y="101"/>
                </a:cubicBezTo>
                <a:cubicBezTo>
                  <a:pt x="205" y="101"/>
                  <a:pt x="205" y="101"/>
                  <a:pt x="205" y="101"/>
                </a:cubicBezTo>
                <a:cubicBezTo>
                  <a:pt x="205" y="64"/>
                  <a:pt x="205" y="64"/>
                  <a:pt x="205" y="64"/>
                </a:cubicBezTo>
                <a:cubicBezTo>
                  <a:pt x="205" y="52"/>
                  <a:pt x="195" y="42"/>
                  <a:pt x="183" y="42"/>
                </a:cubicBezTo>
                <a:close/>
                <a:moveTo>
                  <a:pt x="67" y="26"/>
                </a:moveTo>
                <a:cubicBezTo>
                  <a:pt x="67" y="22"/>
                  <a:pt x="67" y="22"/>
                  <a:pt x="67" y="22"/>
                </a:cubicBezTo>
                <a:cubicBezTo>
                  <a:pt x="67" y="19"/>
                  <a:pt x="70" y="17"/>
                  <a:pt x="73" y="17"/>
                </a:cubicBezTo>
                <a:cubicBezTo>
                  <a:pt x="132" y="17"/>
                  <a:pt x="132" y="17"/>
                  <a:pt x="132" y="17"/>
                </a:cubicBezTo>
                <a:cubicBezTo>
                  <a:pt x="135" y="17"/>
                  <a:pt x="138" y="19"/>
                  <a:pt x="138" y="22"/>
                </a:cubicBezTo>
                <a:cubicBezTo>
                  <a:pt x="138" y="26"/>
                  <a:pt x="138" y="26"/>
                  <a:pt x="138" y="26"/>
                </a:cubicBezTo>
                <a:cubicBezTo>
                  <a:pt x="138" y="42"/>
                  <a:pt x="138" y="42"/>
                  <a:pt x="138" y="42"/>
                </a:cubicBezTo>
                <a:cubicBezTo>
                  <a:pt x="67" y="42"/>
                  <a:pt x="67" y="42"/>
                  <a:pt x="67" y="42"/>
                </a:cubicBezTo>
                <a:lnTo>
                  <a:pt x="67" y="26"/>
                </a:lnTo>
                <a:close/>
                <a:moveTo>
                  <a:pt x="101" y="101"/>
                </a:moveTo>
                <a:cubicBezTo>
                  <a:pt x="92" y="101"/>
                  <a:pt x="85" y="94"/>
                  <a:pt x="85" y="86"/>
                </a:cubicBezTo>
                <a:cubicBezTo>
                  <a:pt x="85" y="77"/>
                  <a:pt x="92" y="70"/>
                  <a:pt x="101" y="70"/>
                </a:cubicBezTo>
                <a:cubicBezTo>
                  <a:pt x="110" y="70"/>
                  <a:pt x="117" y="77"/>
                  <a:pt x="117" y="86"/>
                </a:cubicBezTo>
                <a:cubicBezTo>
                  <a:pt x="117" y="94"/>
                  <a:pt x="110" y="101"/>
                  <a:pt x="101" y="101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5" name="Freeform 25">
            <a:extLst>
              <a:ext uri="{FF2B5EF4-FFF2-40B4-BE49-F238E27FC236}">
                <a16:creationId xmlns:a16="http://schemas.microsoft.com/office/drawing/2014/main" id="{0CDC0DAB-DC3D-432C-A7D1-9D9E99E53963}"/>
              </a:ext>
            </a:extLst>
          </p:cNvPr>
          <p:cNvSpPr>
            <a:spLocks noGrp="1"/>
          </p:cNvSpPr>
          <p:nvPr/>
        </p:nvSpPr>
        <p:spPr>
          <a:xfrm>
            <a:off x="6099238" y="4449634"/>
            <a:ext cx="100993" cy="100993"/>
          </a:xfrm>
          <a:custGeom>
            <a:avLst/>
            <a:gdLst/>
            <a:ahLst/>
            <a:cxnLst/>
            <a:rect l="0" t="0" r="r" b="b"/>
            <a:pathLst>
              <a:path w="413" h="413">
                <a:moveTo>
                  <a:pt x="206" y="413"/>
                </a:moveTo>
                <a:lnTo>
                  <a:pt x="0" y="0"/>
                </a:lnTo>
                <a:lnTo>
                  <a:pt x="413" y="0"/>
                </a:lnTo>
                <a:lnTo>
                  <a:pt x="206" y="413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6" name="任意多边形 35">
            <a:extLst>
              <a:ext uri="{FF2B5EF4-FFF2-40B4-BE49-F238E27FC236}">
                <a16:creationId xmlns:a16="http://schemas.microsoft.com/office/drawing/2014/main" id="{A2C483A9-5871-4E86-A2F5-D2CD312EFF54}"/>
              </a:ext>
            </a:extLst>
          </p:cNvPr>
          <p:cNvSpPr>
            <a:spLocks noGrp="1"/>
          </p:cNvSpPr>
          <p:nvPr/>
        </p:nvSpPr>
        <p:spPr>
          <a:xfrm>
            <a:off x="5875340" y="3260152"/>
            <a:ext cx="375609" cy="273392"/>
          </a:xfrm>
          <a:custGeom>
            <a:avLst/>
            <a:gdLst/>
            <a:ahLst/>
            <a:cxnLst/>
            <a:rect l="l" t="t" r="r" b="b"/>
            <a:pathLst>
              <a:path w="2438400" h="1774825">
                <a:moveTo>
                  <a:pt x="290196" y="0"/>
                </a:moveTo>
                <a:cubicBezTo>
                  <a:pt x="2151973" y="0"/>
                  <a:pt x="2151973" y="0"/>
                  <a:pt x="2151973" y="0"/>
                </a:cubicBezTo>
                <a:cubicBezTo>
                  <a:pt x="2310262" y="0"/>
                  <a:pt x="2438400" y="128119"/>
                  <a:pt x="2438400" y="286384"/>
                </a:cubicBezTo>
                <a:lnTo>
                  <a:pt x="2438400" y="1484673"/>
                </a:lnTo>
                <a:cubicBezTo>
                  <a:pt x="2438400" y="1646706"/>
                  <a:pt x="2310262" y="1774825"/>
                  <a:pt x="2151973" y="1774825"/>
                </a:cubicBezTo>
                <a:cubicBezTo>
                  <a:pt x="290196" y="1774825"/>
                  <a:pt x="290196" y="1774825"/>
                  <a:pt x="290196" y="1774825"/>
                </a:cubicBezTo>
                <a:cubicBezTo>
                  <a:pt x="131907" y="1774825"/>
                  <a:pt x="0" y="1646706"/>
                  <a:pt x="0" y="1484673"/>
                </a:cubicBezTo>
                <a:cubicBezTo>
                  <a:pt x="0" y="286384"/>
                  <a:pt x="0" y="286384"/>
                  <a:pt x="0" y="286384"/>
                </a:cubicBezTo>
                <a:cubicBezTo>
                  <a:pt x="0" y="128119"/>
                  <a:pt x="131907" y="0"/>
                  <a:pt x="290196" y="0"/>
                </a:cubicBezTo>
                <a:close/>
                <a:moveTo>
                  <a:pt x="471488" y="425450"/>
                </a:moveTo>
                <a:lnTo>
                  <a:pt x="471488" y="598488"/>
                </a:lnTo>
                <a:lnTo>
                  <a:pt x="1971676" y="598488"/>
                </a:lnTo>
                <a:lnTo>
                  <a:pt x="1971676" y="425450"/>
                </a:lnTo>
                <a:lnTo>
                  <a:pt x="471488" y="425450"/>
                </a:lnTo>
                <a:close/>
                <a:moveTo>
                  <a:pt x="471488" y="801688"/>
                </a:moveTo>
                <a:lnTo>
                  <a:pt x="471488" y="971551"/>
                </a:lnTo>
                <a:lnTo>
                  <a:pt x="1971676" y="971551"/>
                </a:lnTo>
                <a:lnTo>
                  <a:pt x="1971676" y="801688"/>
                </a:lnTo>
                <a:lnTo>
                  <a:pt x="471488" y="801688"/>
                </a:lnTo>
                <a:close/>
                <a:moveTo>
                  <a:pt x="471488" y="1174750"/>
                </a:moveTo>
                <a:lnTo>
                  <a:pt x="471488" y="1347788"/>
                </a:lnTo>
                <a:lnTo>
                  <a:pt x="1971676" y="1347788"/>
                </a:lnTo>
                <a:lnTo>
                  <a:pt x="1971676" y="1174750"/>
                </a:lnTo>
                <a:lnTo>
                  <a:pt x="471488" y="1174750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>
            <a:noAutofit/>
          </a:bodyPr>
          <a:lstStyle/>
          <a:p>
            <a:endParaRPr/>
          </a:p>
        </p:txBody>
      </p:sp>
      <p:sp>
        <p:nvSpPr>
          <p:cNvPr id="37" name="Rectangle 89">
            <a:extLst>
              <a:ext uri="{FF2B5EF4-FFF2-40B4-BE49-F238E27FC236}">
                <a16:creationId xmlns:a16="http://schemas.microsoft.com/office/drawing/2014/main" id="{C9CAEF61-E440-4137-B0CA-5361A236E2CD}"/>
              </a:ext>
            </a:extLst>
          </p:cNvPr>
          <p:cNvSpPr>
            <a:spLocks noGrp="1"/>
          </p:cNvSpPr>
          <p:nvPr/>
        </p:nvSpPr>
        <p:spPr>
          <a:xfrm>
            <a:off x="7477135" y="2836959"/>
            <a:ext cx="335007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38" name="Rectangle 89">
            <a:extLst>
              <a:ext uri="{FF2B5EF4-FFF2-40B4-BE49-F238E27FC236}">
                <a16:creationId xmlns:a16="http://schemas.microsoft.com/office/drawing/2014/main" id="{D48B652E-7D54-491D-BCF0-DABDA570314D}"/>
              </a:ext>
            </a:extLst>
          </p:cNvPr>
          <p:cNvSpPr>
            <a:spLocks noGrp="1"/>
          </p:cNvSpPr>
          <p:nvPr/>
        </p:nvSpPr>
        <p:spPr>
          <a:xfrm>
            <a:off x="1295538" y="2699025"/>
            <a:ext cx="3459514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39" name="Rectangle 89">
            <a:extLst>
              <a:ext uri="{FF2B5EF4-FFF2-40B4-BE49-F238E27FC236}">
                <a16:creationId xmlns:a16="http://schemas.microsoft.com/office/drawing/2014/main" id="{32A5968F-BB84-45CA-AD50-1171CF39A57E}"/>
              </a:ext>
            </a:extLst>
          </p:cNvPr>
          <p:cNvSpPr>
            <a:spLocks noGrp="1"/>
          </p:cNvSpPr>
          <p:nvPr/>
        </p:nvSpPr>
        <p:spPr>
          <a:xfrm>
            <a:off x="7477135" y="4952306"/>
            <a:ext cx="335007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40" name="Rectangle 89">
            <a:extLst>
              <a:ext uri="{FF2B5EF4-FFF2-40B4-BE49-F238E27FC236}">
                <a16:creationId xmlns:a16="http://schemas.microsoft.com/office/drawing/2014/main" id="{9ECACAE0-362C-4B8D-842D-EAFA7E2A592B}"/>
              </a:ext>
            </a:extLst>
          </p:cNvPr>
          <p:cNvSpPr>
            <a:spLocks noGrp="1"/>
          </p:cNvSpPr>
          <p:nvPr/>
        </p:nvSpPr>
        <p:spPr>
          <a:xfrm>
            <a:off x="1209314" y="3883121"/>
            <a:ext cx="3459514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FB042B4-DB3E-4569-80C9-B4C2850EA33F}"/>
              </a:ext>
            </a:extLst>
          </p:cNvPr>
          <p:cNvSpPr>
            <a:spLocks noGrp="1"/>
          </p:cNvSpPr>
          <p:nvPr/>
        </p:nvSpPr>
        <p:spPr>
          <a:xfrm>
            <a:off x="5024065" y="3122218"/>
            <a:ext cx="158895" cy="158895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9DACEC65-F7B7-42E8-B678-88A8F4667C13}"/>
              </a:ext>
            </a:extLst>
          </p:cNvPr>
          <p:cNvSpPr>
            <a:spLocks noGrp="1"/>
          </p:cNvSpPr>
          <p:nvPr/>
        </p:nvSpPr>
        <p:spPr>
          <a:xfrm>
            <a:off x="7049226" y="3229748"/>
            <a:ext cx="158895" cy="158895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BB2B5954-6A0F-41AD-AB65-B4976437E3AB}"/>
              </a:ext>
            </a:extLst>
          </p:cNvPr>
          <p:cNvSpPr>
            <a:spLocks noGrp="1"/>
          </p:cNvSpPr>
          <p:nvPr/>
        </p:nvSpPr>
        <p:spPr>
          <a:xfrm>
            <a:off x="5024065" y="5265572"/>
            <a:ext cx="158895" cy="158895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509B2986-27B0-4617-A7EE-3D8802C06B2D}"/>
              </a:ext>
            </a:extLst>
          </p:cNvPr>
          <p:cNvSpPr>
            <a:spLocks noGrp="1"/>
          </p:cNvSpPr>
          <p:nvPr/>
        </p:nvSpPr>
        <p:spPr>
          <a:xfrm>
            <a:off x="7049226" y="5373102"/>
            <a:ext cx="158895" cy="158895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D431C1B-082B-4475-A970-BCD204A7F2F6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DF7C729-2A61-45CD-BAE3-9D1ACDA6D310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TextBox 62">
            <a:extLst>
              <a:ext uri="{FF2B5EF4-FFF2-40B4-BE49-F238E27FC236}">
                <a16:creationId xmlns:a16="http://schemas.microsoft.com/office/drawing/2014/main" id="{9DFB41CC-6A35-4F5F-B6A3-F7C2B0E65BF8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2451AAD-DBCD-4145-B7D4-F68F0927C92E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AFF3E463-6ECE-447E-9604-F42BA373A375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A9434EC-0459-409A-B030-98E09F867237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1" name="kicker-marker">
            <a:extLst>
              <a:ext uri="{FF2B5EF4-FFF2-40B4-BE49-F238E27FC236}">
                <a16:creationId xmlns:a16="http://schemas.microsoft.com/office/drawing/2014/main" id="{E26D76CE-119D-43B9-8BEF-341837C94228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kicker-label">
            <a:extLst>
              <a:ext uri="{FF2B5EF4-FFF2-40B4-BE49-F238E27FC236}">
                <a16:creationId xmlns:a16="http://schemas.microsoft.com/office/drawing/2014/main" id="{6E3BBC90-3FD7-4677-B3D0-1F98477378D7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05 · 用户代表</a:t>
            </a:r>
          </a:p>
        </p:txBody>
      </p:sp>
      <p:sp>
        <p:nvSpPr>
          <p:cNvPr id="53" name="page-marker">
            <a:extLst>
              <a:ext uri="{FF2B5EF4-FFF2-40B4-BE49-F238E27FC236}">
                <a16:creationId xmlns:a16="http://schemas.microsoft.com/office/drawing/2014/main" id="{328E5238-31E2-47AB-95FF-DD55FDA1A1A6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 / 31</a:t>
            </a:r>
          </a:p>
        </p:txBody>
      </p:sp>
      <p:sp>
        <p:nvSpPr>
          <p:cNvPr id="54" name="content-panel">
            <a:extLst>
              <a:ext uri="{FF2B5EF4-FFF2-40B4-BE49-F238E27FC236}">
                <a16:creationId xmlns:a16="http://schemas.microsoft.com/office/drawing/2014/main" id="{56C799B9-90E0-4226-910D-E52FCDAAAB6C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claim-title">
            <a:extLst>
              <a:ext uri="{FF2B5EF4-FFF2-40B4-BE49-F238E27FC236}">
                <a16:creationId xmlns:a16="http://schemas.microsoft.com/office/drawing/2014/main" id="{39B56BF4-0F44-46A2-9667-E3CC17599FFE}"/>
              </a:ext>
            </a:extLst>
          </p:cNvPr>
          <p:cNvSpPr>
            <a:spLocks noGrp="1"/>
          </p:cNvSpPr>
          <p:nvPr/>
        </p:nvSpPr>
        <p:spPr>
          <a:xfrm>
            <a:off x="772024" y="2093301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用户群分类</a:t>
            </a:r>
          </a:p>
        </p:txBody>
      </p:sp>
      <p:sp>
        <p:nvSpPr>
          <p:cNvPr id="56" name="support-claim">
            <a:extLst>
              <a:ext uri="{FF2B5EF4-FFF2-40B4-BE49-F238E27FC236}">
                <a16:creationId xmlns:a16="http://schemas.microsoft.com/office/drawing/2014/main" id="{4179901C-BF12-445A-8E8A-4C4BF88DB87E}"/>
              </a:ext>
            </a:extLst>
          </p:cNvPr>
          <p:cNvSpPr>
            <a:spLocks noGrp="1"/>
          </p:cNvSpPr>
          <p:nvPr/>
        </p:nvSpPr>
        <p:spPr>
          <a:xfrm>
            <a:off x="772024" y="2731987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用户群分类与代表选择已集中归档，便于追踪不同需求来源。</a:t>
            </a:r>
          </a:p>
        </p:txBody>
      </p:sp>
      <p:sp>
        <p:nvSpPr>
          <p:cNvPr id="57" name="question-label">
            <a:extLst>
              <a:ext uri="{FF2B5EF4-FFF2-40B4-BE49-F238E27FC236}">
                <a16:creationId xmlns:a16="http://schemas.microsoft.com/office/drawing/2014/main" id="{F0FA5A90-9E39-49FB-B760-D7E33531F434}"/>
              </a:ext>
            </a:extLst>
          </p:cNvPr>
          <p:cNvSpPr>
            <a:spLocks noGrp="1"/>
          </p:cNvSpPr>
          <p:nvPr/>
        </p:nvSpPr>
        <p:spPr>
          <a:xfrm>
            <a:off x="772024" y="3655401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58" name="question-text">
            <a:extLst>
              <a:ext uri="{FF2B5EF4-FFF2-40B4-BE49-F238E27FC236}">
                <a16:creationId xmlns:a16="http://schemas.microsoft.com/office/drawing/2014/main" id="{198A5496-FEA7-4F39-85B6-A453F506BA56}"/>
              </a:ext>
            </a:extLst>
          </p:cNvPr>
          <p:cNvSpPr>
            <a:spLocks noGrp="1"/>
          </p:cNvSpPr>
          <p:nvPr/>
        </p:nvSpPr>
        <p:spPr>
          <a:xfrm>
            <a:off x="772024" y="4036401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是否对用户群和用户代表进行了分类？</a:t>
            </a:r>
          </a:p>
        </p:txBody>
      </p:sp>
      <p:sp>
        <p:nvSpPr>
          <p:cNvPr id="61" name="proof-frame">
            <a:extLst>
              <a:ext uri="{FF2B5EF4-FFF2-40B4-BE49-F238E27FC236}">
                <a16:creationId xmlns:a16="http://schemas.microsoft.com/office/drawing/2014/main" id="{623E12BE-EA87-4E8A-943F-E474FCCBB865}"/>
              </a:ext>
            </a:extLst>
          </p:cNvPr>
          <p:cNvSpPr>
            <a:spLocks noGrp="1"/>
          </p:cNvSpPr>
          <p:nvPr/>
        </p:nvSpPr>
        <p:spPr>
          <a:xfrm>
            <a:off x="664845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7706" y="1233583"/>
            <a:ext cx="2232588" cy="419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24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 35">
            <a:extLst>
              <a:ext uri="{FF2B5EF4-FFF2-40B4-BE49-F238E27FC236}">
                <a16:creationId xmlns:a16="http://schemas.microsoft.com/office/drawing/2014/main" id="{6EA399E9-1B51-47FD-974E-B3E847FFC627}"/>
              </a:ext>
            </a:extLst>
          </p:cNvPr>
          <p:cNvSpPr>
            <a:spLocks noGrp="1"/>
          </p:cNvSpPr>
          <p:nvPr/>
        </p:nvSpPr>
        <p:spPr>
          <a:xfrm>
            <a:off x="5233535" y="1063566"/>
            <a:ext cx="1560077" cy="2470120"/>
          </a:xfrm>
          <a:custGeom>
            <a:avLst/>
            <a:gdLst/>
            <a:ahLst/>
            <a:cxnLst/>
            <a:rect l="l" t="t" r="r" b="b"/>
            <a:pathLst>
              <a:path w="1308684" h="2072081">
                <a:moveTo>
                  <a:pt x="662731" y="2072081"/>
                </a:moveTo>
                <a:lnTo>
                  <a:pt x="0" y="1442907"/>
                </a:lnTo>
                <a:lnTo>
                  <a:pt x="0" y="0"/>
                </a:lnTo>
                <a:lnTo>
                  <a:pt x="671120" y="662731"/>
                </a:lnTo>
                <a:lnTo>
                  <a:pt x="1308684" y="25167"/>
                </a:lnTo>
                <a:lnTo>
                  <a:pt x="1308684" y="1442907"/>
                </a:lnTo>
                <a:lnTo>
                  <a:pt x="662731" y="2072081"/>
                </a:lnTo>
                <a:close/>
              </a:path>
            </a:pathLst>
          </a:custGeom>
          <a:solidFill>
            <a:srgbClr val="18478F"/>
          </a:solidFill>
          <a:ln w="22225">
            <a:gradFill>
              <a:gsLst>
                <a:gs pos="0">
                  <a:srgbClr val="CDCDCD"/>
                </a:gs>
                <a:gs pos="100000">
                  <a:schemeClr val="bg1"/>
                </a:gs>
              </a:gsLst>
              <a:lin ang="2700000"/>
            </a:gradFill>
          </a:ln>
          <a:effectLst>
            <a:innerShdw blurRad="88900" dist="38100" dir="135000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任意多边形 36">
            <a:extLst>
              <a:ext uri="{FF2B5EF4-FFF2-40B4-BE49-F238E27FC236}">
                <a16:creationId xmlns:a16="http://schemas.microsoft.com/office/drawing/2014/main" id="{F83B3209-A468-427E-9A0A-8C435CFBF373}"/>
              </a:ext>
            </a:extLst>
          </p:cNvPr>
          <p:cNvSpPr>
            <a:spLocks noGrp="1"/>
          </p:cNvSpPr>
          <p:nvPr/>
        </p:nvSpPr>
        <p:spPr>
          <a:xfrm rot="8100000">
            <a:off x="5176811" y="1275413"/>
            <a:ext cx="1722498" cy="1722682"/>
          </a:xfrm>
          <a:custGeom>
            <a:avLst/>
            <a:gdLst/>
            <a:ahLst/>
            <a:cxnLst/>
            <a:rect l="l" t="t" r="r" b="b"/>
            <a:pathLst>
              <a:path w="1444932" h="1445086">
                <a:moveTo>
                  <a:pt x="39400" y="39554"/>
                </a:moveTo>
                <a:cubicBezTo>
                  <a:pt x="63743" y="15211"/>
                  <a:pt x="97373" y="155"/>
                  <a:pt x="134519" y="155"/>
                </a:cubicBezTo>
                <a:lnTo>
                  <a:pt x="894281" y="155"/>
                </a:lnTo>
                <a:lnTo>
                  <a:pt x="905823" y="2485"/>
                </a:lnTo>
                <a:lnTo>
                  <a:pt x="905881" y="154"/>
                </a:lnTo>
                <a:cubicBezTo>
                  <a:pt x="1206440" y="-5740"/>
                  <a:pt x="1389685" y="157248"/>
                  <a:pt x="1431928" y="427073"/>
                </a:cubicBezTo>
                <a:lnTo>
                  <a:pt x="1439322" y="523015"/>
                </a:lnTo>
                <a:lnTo>
                  <a:pt x="1444932" y="550805"/>
                </a:lnTo>
                <a:lnTo>
                  <a:pt x="1444932" y="1310567"/>
                </a:lnTo>
                <a:cubicBezTo>
                  <a:pt x="1444933" y="1384860"/>
                  <a:pt x="1384707" y="1445086"/>
                  <a:pt x="1310414" y="1445086"/>
                </a:cubicBezTo>
                <a:cubicBezTo>
                  <a:pt x="1236120" y="1445086"/>
                  <a:pt x="1175894" y="1384860"/>
                  <a:pt x="1175895" y="1310567"/>
                </a:cubicBezTo>
                <a:lnTo>
                  <a:pt x="1175894" y="550805"/>
                </a:lnTo>
                <a:lnTo>
                  <a:pt x="1176924" y="545705"/>
                </a:lnTo>
                <a:lnTo>
                  <a:pt x="1175290" y="545705"/>
                </a:lnTo>
                <a:cubicBezTo>
                  <a:pt x="1169114" y="387989"/>
                  <a:pt x="1176413" y="263949"/>
                  <a:pt x="899147" y="269562"/>
                </a:cubicBezTo>
                <a:lnTo>
                  <a:pt x="899181" y="268204"/>
                </a:lnTo>
                <a:lnTo>
                  <a:pt x="894281" y="269193"/>
                </a:lnTo>
                <a:lnTo>
                  <a:pt x="134519" y="269193"/>
                </a:lnTo>
                <a:cubicBezTo>
                  <a:pt x="60226" y="269193"/>
                  <a:pt x="0" y="208967"/>
                  <a:pt x="0" y="134674"/>
                </a:cubicBezTo>
                <a:cubicBezTo>
                  <a:pt x="0" y="97527"/>
                  <a:pt x="15057" y="63898"/>
                  <a:pt x="39400" y="39554"/>
                </a:cubicBezTo>
                <a:close/>
              </a:path>
            </a:pathLst>
          </a:custGeom>
          <a:gradFill>
            <a:gsLst>
              <a:gs pos="100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2700000"/>
          </a:gradFill>
          <a:ln w="19050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/>
            </a:gradFill>
          </a:ln>
          <a:effectLst>
            <a:outerShdw blurRad="254000" dist="101600" dir="2700000" algn="tl" rotWithShape="0">
              <a:prstClr val="black">
                <a:alpha val="30000"/>
              </a:prstClr>
            </a:outerShdw>
            <a:softEdge rad="0"/>
          </a:effectLst>
        </p:spPr>
        <p:txBody>
          <a:bodyPr vert="horz" wrap="square" lIns="91440" tIns="45720" rIns="91440" bIns="45720" anchor="t">
            <a:noAutofit/>
          </a:bodyPr>
          <a:lstStyle/>
          <a:p>
            <a:endParaRPr/>
          </a:p>
        </p:txBody>
      </p:sp>
      <p:sp>
        <p:nvSpPr>
          <p:cNvPr id="38" name="任意多边形 37">
            <a:extLst>
              <a:ext uri="{FF2B5EF4-FFF2-40B4-BE49-F238E27FC236}">
                <a16:creationId xmlns:a16="http://schemas.microsoft.com/office/drawing/2014/main" id="{D83F50A8-DEA3-4038-8731-35175ECE2857}"/>
              </a:ext>
            </a:extLst>
          </p:cNvPr>
          <p:cNvSpPr>
            <a:spLocks noGrp="1"/>
          </p:cNvSpPr>
          <p:nvPr/>
        </p:nvSpPr>
        <p:spPr>
          <a:xfrm rot="5400000">
            <a:off x="6722440" y="2544135"/>
            <a:ext cx="1560077" cy="2470120"/>
          </a:xfrm>
          <a:custGeom>
            <a:avLst/>
            <a:gdLst/>
            <a:ahLst/>
            <a:cxnLst/>
            <a:rect l="l" t="t" r="r" b="b"/>
            <a:pathLst>
              <a:path w="1308684" h="2072081">
                <a:moveTo>
                  <a:pt x="662731" y="2072081"/>
                </a:moveTo>
                <a:lnTo>
                  <a:pt x="0" y="1442907"/>
                </a:lnTo>
                <a:lnTo>
                  <a:pt x="0" y="0"/>
                </a:lnTo>
                <a:lnTo>
                  <a:pt x="671120" y="662731"/>
                </a:lnTo>
                <a:lnTo>
                  <a:pt x="1308684" y="25167"/>
                </a:lnTo>
                <a:lnTo>
                  <a:pt x="1308684" y="1442907"/>
                </a:lnTo>
                <a:lnTo>
                  <a:pt x="662731" y="2072081"/>
                </a:lnTo>
                <a:close/>
              </a:path>
            </a:pathLst>
          </a:custGeom>
          <a:solidFill>
            <a:srgbClr val="18478F"/>
          </a:solidFill>
          <a:ln w="22225">
            <a:gradFill>
              <a:gsLst>
                <a:gs pos="0">
                  <a:srgbClr val="CDCDCD"/>
                </a:gs>
                <a:gs pos="100000">
                  <a:schemeClr val="bg1"/>
                </a:gs>
              </a:gsLst>
              <a:lin ang="2700000"/>
            </a:gradFill>
          </a:ln>
          <a:effectLst>
            <a:innerShdw blurRad="88900" dist="38100" dir="135000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任意多边形 38">
            <a:extLst>
              <a:ext uri="{FF2B5EF4-FFF2-40B4-BE49-F238E27FC236}">
                <a16:creationId xmlns:a16="http://schemas.microsoft.com/office/drawing/2014/main" id="{8B6C42CB-B3ED-4ADE-9186-36E67F91E849}"/>
              </a:ext>
            </a:extLst>
          </p:cNvPr>
          <p:cNvSpPr>
            <a:spLocks noGrp="1"/>
          </p:cNvSpPr>
          <p:nvPr/>
        </p:nvSpPr>
        <p:spPr>
          <a:xfrm rot="13500000">
            <a:off x="6803102" y="2942341"/>
            <a:ext cx="1722498" cy="1722682"/>
          </a:xfrm>
          <a:custGeom>
            <a:avLst/>
            <a:gdLst/>
            <a:ahLst/>
            <a:cxnLst/>
            <a:rect l="l" t="t" r="r" b="b"/>
            <a:pathLst>
              <a:path w="1444932" h="1445086">
                <a:moveTo>
                  <a:pt x="39400" y="39554"/>
                </a:moveTo>
                <a:cubicBezTo>
                  <a:pt x="63743" y="15211"/>
                  <a:pt x="97373" y="155"/>
                  <a:pt x="134519" y="155"/>
                </a:cubicBezTo>
                <a:lnTo>
                  <a:pt x="894281" y="155"/>
                </a:lnTo>
                <a:lnTo>
                  <a:pt x="905823" y="2485"/>
                </a:lnTo>
                <a:lnTo>
                  <a:pt x="905881" y="154"/>
                </a:lnTo>
                <a:cubicBezTo>
                  <a:pt x="1206440" y="-5740"/>
                  <a:pt x="1389685" y="157248"/>
                  <a:pt x="1431928" y="427073"/>
                </a:cubicBezTo>
                <a:lnTo>
                  <a:pt x="1439322" y="523015"/>
                </a:lnTo>
                <a:lnTo>
                  <a:pt x="1444932" y="550805"/>
                </a:lnTo>
                <a:lnTo>
                  <a:pt x="1444932" y="1310567"/>
                </a:lnTo>
                <a:cubicBezTo>
                  <a:pt x="1444933" y="1384860"/>
                  <a:pt x="1384707" y="1445086"/>
                  <a:pt x="1310414" y="1445086"/>
                </a:cubicBezTo>
                <a:cubicBezTo>
                  <a:pt x="1236120" y="1445086"/>
                  <a:pt x="1175894" y="1384860"/>
                  <a:pt x="1175895" y="1310567"/>
                </a:cubicBezTo>
                <a:lnTo>
                  <a:pt x="1175894" y="550805"/>
                </a:lnTo>
                <a:lnTo>
                  <a:pt x="1176924" y="545705"/>
                </a:lnTo>
                <a:lnTo>
                  <a:pt x="1175290" y="545705"/>
                </a:lnTo>
                <a:cubicBezTo>
                  <a:pt x="1169114" y="387989"/>
                  <a:pt x="1176413" y="263949"/>
                  <a:pt x="899147" y="269562"/>
                </a:cubicBezTo>
                <a:lnTo>
                  <a:pt x="899181" y="268204"/>
                </a:lnTo>
                <a:lnTo>
                  <a:pt x="894281" y="269193"/>
                </a:lnTo>
                <a:lnTo>
                  <a:pt x="134519" y="269193"/>
                </a:lnTo>
                <a:cubicBezTo>
                  <a:pt x="60226" y="269193"/>
                  <a:pt x="0" y="208967"/>
                  <a:pt x="0" y="134674"/>
                </a:cubicBezTo>
                <a:cubicBezTo>
                  <a:pt x="0" y="97527"/>
                  <a:pt x="15057" y="63898"/>
                  <a:pt x="39400" y="39554"/>
                </a:cubicBezTo>
                <a:close/>
              </a:path>
            </a:pathLst>
          </a:custGeom>
          <a:gradFill>
            <a:gsLst>
              <a:gs pos="100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2700000"/>
          </a:gradFill>
          <a:ln w="19050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/>
            </a:gradFill>
          </a:ln>
          <a:effectLst>
            <a:outerShdw blurRad="254000" dist="101600" dir="2700000" algn="tl" rotWithShape="0">
              <a:prstClr val="black">
                <a:alpha val="30000"/>
              </a:prstClr>
            </a:outerShdw>
            <a:softEdge rad="0"/>
          </a:effectLst>
        </p:spPr>
        <p:txBody>
          <a:bodyPr vert="horz" wrap="square" lIns="91440" tIns="45720" rIns="91440" bIns="45720" anchor="t">
            <a:noAutofit/>
          </a:bodyPr>
          <a:lstStyle/>
          <a:p>
            <a:endParaRPr/>
          </a:p>
        </p:txBody>
      </p:sp>
      <p:sp>
        <p:nvSpPr>
          <p:cNvPr id="40" name="任意多边形 39">
            <a:extLst>
              <a:ext uri="{FF2B5EF4-FFF2-40B4-BE49-F238E27FC236}">
                <a16:creationId xmlns:a16="http://schemas.microsoft.com/office/drawing/2014/main" id="{698746A3-73B1-4B7C-989A-67FC3D8093B1}"/>
              </a:ext>
            </a:extLst>
          </p:cNvPr>
          <p:cNvSpPr>
            <a:spLocks noGrp="1"/>
          </p:cNvSpPr>
          <p:nvPr/>
        </p:nvSpPr>
        <p:spPr>
          <a:xfrm rot="10800000">
            <a:off x="5257324" y="4027934"/>
            <a:ext cx="1560077" cy="2470120"/>
          </a:xfrm>
          <a:custGeom>
            <a:avLst/>
            <a:gdLst/>
            <a:ahLst/>
            <a:cxnLst/>
            <a:rect l="l" t="t" r="r" b="b"/>
            <a:pathLst>
              <a:path w="1308684" h="2072081">
                <a:moveTo>
                  <a:pt x="662731" y="2072081"/>
                </a:moveTo>
                <a:lnTo>
                  <a:pt x="0" y="1442907"/>
                </a:lnTo>
                <a:lnTo>
                  <a:pt x="0" y="0"/>
                </a:lnTo>
                <a:lnTo>
                  <a:pt x="671120" y="662731"/>
                </a:lnTo>
                <a:lnTo>
                  <a:pt x="1308684" y="25167"/>
                </a:lnTo>
                <a:lnTo>
                  <a:pt x="1308684" y="1442907"/>
                </a:lnTo>
                <a:lnTo>
                  <a:pt x="662731" y="2072081"/>
                </a:lnTo>
                <a:close/>
              </a:path>
            </a:pathLst>
          </a:custGeom>
          <a:solidFill>
            <a:srgbClr val="18478F"/>
          </a:solidFill>
          <a:ln w="22225">
            <a:gradFill>
              <a:gsLst>
                <a:gs pos="0">
                  <a:srgbClr val="CDCDCD"/>
                </a:gs>
                <a:gs pos="100000">
                  <a:schemeClr val="bg1"/>
                </a:gs>
              </a:gsLst>
              <a:lin ang="2700000"/>
            </a:gradFill>
          </a:ln>
          <a:effectLst>
            <a:innerShdw blurRad="88900" dist="38100" dir="135000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任意多边形 40">
            <a:extLst>
              <a:ext uri="{FF2B5EF4-FFF2-40B4-BE49-F238E27FC236}">
                <a16:creationId xmlns:a16="http://schemas.microsoft.com/office/drawing/2014/main" id="{BDAD4738-2F99-4ED3-85BB-04ABE0AED5B0}"/>
              </a:ext>
            </a:extLst>
          </p:cNvPr>
          <p:cNvSpPr>
            <a:spLocks noGrp="1"/>
          </p:cNvSpPr>
          <p:nvPr/>
        </p:nvSpPr>
        <p:spPr>
          <a:xfrm rot="18900000">
            <a:off x="5151627" y="4563525"/>
            <a:ext cx="1722498" cy="1722682"/>
          </a:xfrm>
          <a:custGeom>
            <a:avLst/>
            <a:gdLst/>
            <a:ahLst/>
            <a:cxnLst/>
            <a:rect l="l" t="t" r="r" b="b"/>
            <a:pathLst>
              <a:path w="1444932" h="1445086">
                <a:moveTo>
                  <a:pt x="39400" y="39554"/>
                </a:moveTo>
                <a:cubicBezTo>
                  <a:pt x="63743" y="15211"/>
                  <a:pt x="97373" y="155"/>
                  <a:pt x="134519" y="155"/>
                </a:cubicBezTo>
                <a:lnTo>
                  <a:pt x="894281" y="155"/>
                </a:lnTo>
                <a:lnTo>
                  <a:pt x="905823" y="2485"/>
                </a:lnTo>
                <a:lnTo>
                  <a:pt x="905881" y="154"/>
                </a:lnTo>
                <a:cubicBezTo>
                  <a:pt x="1206440" y="-5740"/>
                  <a:pt x="1389685" y="157248"/>
                  <a:pt x="1431928" y="427073"/>
                </a:cubicBezTo>
                <a:lnTo>
                  <a:pt x="1439322" y="523015"/>
                </a:lnTo>
                <a:lnTo>
                  <a:pt x="1444932" y="550805"/>
                </a:lnTo>
                <a:lnTo>
                  <a:pt x="1444932" y="1310567"/>
                </a:lnTo>
                <a:cubicBezTo>
                  <a:pt x="1444933" y="1384860"/>
                  <a:pt x="1384707" y="1445086"/>
                  <a:pt x="1310414" y="1445086"/>
                </a:cubicBezTo>
                <a:cubicBezTo>
                  <a:pt x="1236120" y="1445086"/>
                  <a:pt x="1175894" y="1384860"/>
                  <a:pt x="1175895" y="1310567"/>
                </a:cubicBezTo>
                <a:lnTo>
                  <a:pt x="1175894" y="550805"/>
                </a:lnTo>
                <a:lnTo>
                  <a:pt x="1176924" y="545705"/>
                </a:lnTo>
                <a:lnTo>
                  <a:pt x="1175290" y="545705"/>
                </a:lnTo>
                <a:cubicBezTo>
                  <a:pt x="1169114" y="387989"/>
                  <a:pt x="1176413" y="263949"/>
                  <a:pt x="899147" y="269562"/>
                </a:cubicBezTo>
                <a:lnTo>
                  <a:pt x="899181" y="268204"/>
                </a:lnTo>
                <a:lnTo>
                  <a:pt x="894281" y="269193"/>
                </a:lnTo>
                <a:lnTo>
                  <a:pt x="134519" y="269193"/>
                </a:lnTo>
                <a:cubicBezTo>
                  <a:pt x="60226" y="269193"/>
                  <a:pt x="0" y="208967"/>
                  <a:pt x="0" y="134674"/>
                </a:cubicBezTo>
                <a:cubicBezTo>
                  <a:pt x="0" y="97527"/>
                  <a:pt x="15057" y="63898"/>
                  <a:pt x="39400" y="39554"/>
                </a:cubicBezTo>
                <a:close/>
              </a:path>
            </a:pathLst>
          </a:custGeom>
          <a:gradFill>
            <a:gsLst>
              <a:gs pos="100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2700000"/>
          </a:gradFill>
          <a:ln w="19050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/>
            </a:gradFill>
          </a:ln>
          <a:effectLst>
            <a:outerShdw blurRad="254000" dist="101600" dir="2700000" algn="tl" rotWithShape="0">
              <a:prstClr val="black">
                <a:alpha val="30000"/>
              </a:prstClr>
            </a:outerShdw>
            <a:softEdge rad="0"/>
          </a:effectLst>
        </p:spPr>
        <p:txBody>
          <a:bodyPr vert="horz" wrap="square" lIns="91440" tIns="45720" rIns="91440" bIns="45720" anchor="t">
            <a:noAutofit/>
          </a:bodyPr>
          <a:lstStyle/>
          <a:p>
            <a:endParaRPr/>
          </a:p>
        </p:txBody>
      </p:sp>
      <p:sp>
        <p:nvSpPr>
          <p:cNvPr id="42" name="任意多边形 41">
            <a:extLst>
              <a:ext uri="{FF2B5EF4-FFF2-40B4-BE49-F238E27FC236}">
                <a16:creationId xmlns:a16="http://schemas.microsoft.com/office/drawing/2014/main" id="{50D98FA0-93AD-4E06-98D0-353472A6D133}"/>
              </a:ext>
            </a:extLst>
          </p:cNvPr>
          <p:cNvSpPr>
            <a:spLocks noGrp="1"/>
          </p:cNvSpPr>
          <p:nvPr/>
        </p:nvSpPr>
        <p:spPr>
          <a:xfrm rot="16200000">
            <a:off x="3768419" y="2541627"/>
            <a:ext cx="1560077" cy="2470120"/>
          </a:xfrm>
          <a:custGeom>
            <a:avLst/>
            <a:gdLst/>
            <a:ahLst/>
            <a:cxnLst/>
            <a:rect l="l" t="t" r="r" b="b"/>
            <a:pathLst>
              <a:path w="1308684" h="2072081">
                <a:moveTo>
                  <a:pt x="662731" y="2072081"/>
                </a:moveTo>
                <a:lnTo>
                  <a:pt x="0" y="1442907"/>
                </a:lnTo>
                <a:lnTo>
                  <a:pt x="0" y="0"/>
                </a:lnTo>
                <a:lnTo>
                  <a:pt x="671120" y="662731"/>
                </a:lnTo>
                <a:lnTo>
                  <a:pt x="1308684" y="25167"/>
                </a:lnTo>
                <a:lnTo>
                  <a:pt x="1308684" y="1442907"/>
                </a:lnTo>
                <a:lnTo>
                  <a:pt x="662731" y="2072081"/>
                </a:lnTo>
                <a:close/>
              </a:path>
            </a:pathLst>
          </a:custGeom>
          <a:solidFill>
            <a:srgbClr val="18478F"/>
          </a:solidFill>
          <a:ln w="22225">
            <a:gradFill>
              <a:gsLst>
                <a:gs pos="0">
                  <a:srgbClr val="CDCDCD"/>
                </a:gs>
                <a:gs pos="100000">
                  <a:schemeClr val="bg1"/>
                </a:gs>
              </a:gsLst>
              <a:lin ang="2700000"/>
            </a:gradFill>
          </a:ln>
          <a:effectLst>
            <a:innerShdw blurRad="88900" dist="38100" dir="135000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任意多边形 42">
            <a:extLst>
              <a:ext uri="{FF2B5EF4-FFF2-40B4-BE49-F238E27FC236}">
                <a16:creationId xmlns:a16="http://schemas.microsoft.com/office/drawing/2014/main" id="{0103B524-9B9E-4218-9B28-8F0D71976559}"/>
              </a:ext>
            </a:extLst>
          </p:cNvPr>
          <p:cNvSpPr>
            <a:spLocks noGrp="1"/>
          </p:cNvSpPr>
          <p:nvPr/>
        </p:nvSpPr>
        <p:spPr>
          <a:xfrm rot="2700000">
            <a:off x="3525337" y="2890861"/>
            <a:ext cx="1722498" cy="1722682"/>
          </a:xfrm>
          <a:custGeom>
            <a:avLst/>
            <a:gdLst/>
            <a:ahLst/>
            <a:cxnLst/>
            <a:rect l="l" t="t" r="r" b="b"/>
            <a:pathLst>
              <a:path w="1444932" h="1445086">
                <a:moveTo>
                  <a:pt x="39400" y="39554"/>
                </a:moveTo>
                <a:cubicBezTo>
                  <a:pt x="63743" y="15211"/>
                  <a:pt x="97373" y="155"/>
                  <a:pt x="134519" y="155"/>
                </a:cubicBezTo>
                <a:lnTo>
                  <a:pt x="894281" y="155"/>
                </a:lnTo>
                <a:lnTo>
                  <a:pt x="905823" y="2485"/>
                </a:lnTo>
                <a:lnTo>
                  <a:pt x="905881" y="154"/>
                </a:lnTo>
                <a:cubicBezTo>
                  <a:pt x="1206440" y="-5740"/>
                  <a:pt x="1389685" y="157248"/>
                  <a:pt x="1431928" y="427073"/>
                </a:cubicBezTo>
                <a:lnTo>
                  <a:pt x="1439322" y="523015"/>
                </a:lnTo>
                <a:lnTo>
                  <a:pt x="1444932" y="550805"/>
                </a:lnTo>
                <a:lnTo>
                  <a:pt x="1444932" y="1310567"/>
                </a:lnTo>
                <a:cubicBezTo>
                  <a:pt x="1444933" y="1384860"/>
                  <a:pt x="1384707" y="1445086"/>
                  <a:pt x="1310414" y="1445086"/>
                </a:cubicBezTo>
                <a:cubicBezTo>
                  <a:pt x="1236120" y="1445086"/>
                  <a:pt x="1175894" y="1384860"/>
                  <a:pt x="1175895" y="1310567"/>
                </a:cubicBezTo>
                <a:lnTo>
                  <a:pt x="1175894" y="550805"/>
                </a:lnTo>
                <a:lnTo>
                  <a:pt x="1176924" y="545705"/>
                </a:lnTo>
                <a:lnTo>
                  <a:pt x="1175290" y="545705"/>
                </a:lnTo>
                <a:cubicBezTo>
                  <a:pt x="1169114" y="387989"/>
                  <a:pt x="1176413" y="263949"/>
                  <a:pt x="899147" y="269562"/>
                </a:cubicBezTo>
                <a:lnTo>
                  <a:pt x="899181" y="268204"/>
                </a:lnTo>
                <a:lnTo>
                  <a:pt x="894281" y="269193"/>
                </a:lnTo>
                <a:lnTo>
                  <a:pt x="134519" y="269193"/>
                </a:lnTo>
                <a:cubicBezTo>
                  <a:pt x="60226" y="269193"/>
                  <a:pt x="0" y="208967"/>
                  <a:pt x="0" y="134674"/>
                </a:cubicBezTo>
                <a:cubicBezTo>
                  <a:pt x="0" y="97527"/>
                  <a:pt x="15057" y="63898"/>
                  <a:pt x="39400" y="39554"/>
                </a:cubicBezTo>
                <a:close/>
              </a:path>
            </a:pathLst>
          </a:custGeom>
          <a:gradFill>
            <a:gsLst>
              <a:gs pos="100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2700000"/>
          </a:gradFill>
          <a:ln w="19050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/>
            </a:gradFill>
          </a:ln>
          <a:effectLst>
            <a:outerShdw blurRad="254000" dist="101600" dir="2700000" algn="tl" rotWithShape="0">
              <a:prstClr val="black">
                <a:alpha val="30000"/>
              </a:prstClr>
            </a:outerShdw>
            <a:softEdge rad="0"/>
          </a:effectLst>
        </p:spPr>
        <p:txBody>
          <a:bodyPr vert="horz" wrap="square" lIns="91440" tIns="45720" rIns="91440" bIns="45720" anchor="t">
            <a:noAutofit/>
          </a:bodyPr>
          <a:lstStyle/>
          <a:p>
            <a:endParaRPr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40726AF0-A370-4346-BDAE-8CE6CF36D28A}"/>
              </a:ext>
            </a:extLst>
          </p:cNvPr>
          <p:cNvSpPr>
            <a:spLocks noGrp="1"/>
          </p:cNvSpPr>
          <p:nvPr/>
        </p:nvSpPr>
        <p:spPr>
          <a:xfrm>
            <a:off x="5938851" y="5019228"/>
            <a:ext cx="111468" cy="562295"/>
          </a:xfrm>
          <a:custGeom>
            <a:avLst/>
            <a:gdLst/>
            <a:ahLst/>
            <a:cxnLst/>
            <a:rect l="0" t="0" r="r" b="b"/>
            <a:pathLst>
              <a:path w="64" h="321">
                <a:moveTo>
                  <a:pt x="64" y="289"/>
                </a:moveTo>
                <a:cubicBezTo>
                  <a:pt x="64" y="307"/>
                  <a:pt x="49" y="321"/>
                  <a:pt x="32" y="321"/>
                </a:cubicBezTo>
                <a:cubicBezTo>
                  <a:pt x="14" y="321"/>
                  <a:pt x="0" y="307"/>
                  <a:pt x="0" y="289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14"/>
                  <a:pt x="14" y="0"/>
                  <a:pt x="32" y="0"/>
                </a:cubicBezTo>
                <a:cubicBezTo>
                  <a:pt x="49" y="0"/>
                  <a:pt x="64" y="14"/>
                  <a:pt x="64" y="32"/>
                </a:cubicBezTo>
                <a:lnTo>
                  <a:pt x="64" y="289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97A1E133-C5B5-4F3F-9611-5BDA0BBCC668}"/>
              </a:ext>
            </a:extLst>
          </p:cNvPr>
          <p:cNvSpPr>
            <a:spLocks noGrp="1"/>
          </p:cNvSpPr>
          <p:nvPr/>
        </p:nvSpPr>
        <p:spPr>
          <a:xfrm>
            <a:off x="5775364" y="5362301"/>
            <a:ext cx="110229" cy="219221"/>
          </a:xfrm>
          <a:custGeom>
            <a:avLst/>
            <a:gdLst/>
            <a:ahLst/>
            <a:cxnLst/>
            <a:rect l="0" t="0" r="r" b="b"/>
            <a:pathLst>
              <a:path w="63" h="125">
                <a:moveTo>
                  <a:pt x="63" y="93"/>
                </a:moveTo>
                <a:cubicBezTo>
                  <a:pt x="63" y="111"/>
                  <a:pt x="49" y="125"/>
                  <a:pt x="32" y="125"/>
                </a:cubicBezTo>
                <a:cubicBezTo>
                  <a:pt x="14" y="125"/>
                  <a:pt x="0" y="111"/>
                  <a:pt x="0" y="93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14"/>
                  <a:pt x="14" y="0"/>
                  <a:pt x="32" y="0"/>
                </a:cubicBezTo>
                <a:cubicBezTo>
                  <a:pt x="49" y="0"/>
                  <a:pt x="63" y="14"/>
                  <a:pt x="63" y="32"/>
                </a:cubicBezTo>
                <a:lnTo>
                  <a:pt x="63" y="93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7D0EE130-5887-478D-AB22-3640C5904304}"/>
              </a:ext>
            </a:extLst>
          </p:cNvPr>
          <p:cNvSpPr>
            <a:spLocks noGrp="1"/>
          </p:cNvSpPr>
          <p:nvPr/>
        </p:nvSpPr>
        <p:spPr>
          <a:xfrm>
            <a:off x="6103575" y="5200054"/>
            <a:ext cx="111468" cy="381468"/>
          </a:xfrm>
          <a:custGeom>
            <a:avLst/>
            <a:gdLst/>
            <a:ahLst/>
            <a:cxnLst/>
            <a:rect l="0" t="0" r="r" b="b"/>
            <a:pathLst>
              <a:path w="64" h="218">
                <a:moveTo>
                  <a:pt x="64" y="186"/>
                </a:moveTo>
                <a:cubicBezTo>
                  <a:pt x="64" y="204"/>
                  <a:pt x="49" y="218"/>
                  <a:pt x="32" y="218"/>
                </a:cubicBezTo>
                <a:cubicBezTo>
                  <a:pt x="14" y="218"/>
                  <a:pt x="0" y="204"/>
                  <a:pt x="0" y="186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14"/>
                  <a:pt x="14" y="0"/>
                  <a:pt x="32" y="0"/>
                </a:cubicBezTo>
                <a:cubicBezTo>
                  <a:pt x="49" y="0"/>
                  <a:pt x="64" y="14"/>
                  <a:pt x="64" y="32"/>
                </a:cubicBezTo>
                <a:lnTo>
                  <a:pt x="64" y="186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3" name="Freeform 223">
            <a:extLst>
              <a:ext uri="{FF2B5EF4-FFF2-40B4-BE49-F238E27FC236}">
                <a16:creationId xmlns:a16="http://schemas.microsoft.com/office/drawing/2014/main" id="{E48EDBFB-ED39-4270-8FD1-BBD1958B9338}"/>
              </a:ext>
            </a:extLst>
          </p:cNvPr>
          <p:cNvSpPr>
            <a:spLocks noGrp="1"/>
          </p:cNvSpPr>
          <p:nvPr/>
        </p:nvSpPr>
        <p:spPr>
          <a:xfrm>
            <a:off x="7324091" y="3569153"/>
            <a:ext cx="502250" cy="407336"/>
          </a:xfrm>
          <a:custGeom>
            <a:avLst/>
            <a:gdLst/>
            <a:ahLst/>
            <a:cxnLst/>
            <a:rect l="0" t="0" r="r" b="b"/>
            <a:pathLst>
              <a:path w="107" h="87">
                <a:moveTo>
                  <a:pt x="107" y="10"/>
                </a:moveTo>
                <a:cubicBezTo>
                  <a:pt x="103" y="12"/>
                  <a:pt x="99" y="13"/>
                  <a:pt x="95" y="13"/>
                </a:cubicBezTo>
                <a:cubicBezTo>
                  <a:pt x="99" y="11"/>
                  <a:pt x="103" y="6"/>
                  <a:pt x="104" y="1"/>
                </a:cubicBezTo>
                <a:cubicBezTo>
                  <a:pt x="100" y="4"/>
                  <a:pt x="95" y="6"/>
                  <a:pt x="90" y="7"/>
                </a:cubicBezTo>
                <a:cubicBezTo>
                  <a:pt x="86" y="2"/>
                  <a:pt x="80" y="0"/>
                  <a:pt x="74" y="0"/>
                </a:cubicBezTo>
                <a:cubicBezTo>
                  <a:pt x="62" y="0"/>
                  <a:pt x="52" y="9"/>
                  <a:pt x="52" y="22"/>
                </a:cubicBezTo>
                <a:cubicBezTo>
                  <a:pt x="52" y="23"/>
                  <a:pt x="52" y="25"/>
                  <a:pt x="53" y="27"/>
                </a:cubicBezTo>
                <a:cubicBezTo>
                  <a:pt x="34" y="26"/>
                  <a:pt x="18" y="17"/>
                  <a:pt x="7" y="4"/>
                </a:cubicBezTo>
                <a:cubicBezTo>
                  <a:pt x="5" y="7"/>
                  <a:pt x="4" y="11"/>
                  <a:pt x="4" y="15"/>
                </a:cubicBezTo>
                <a:cubicBezTo>
                  <a:pt x="4" y="22"/>
                  <a:pt x="8" y="29"/>
                  <a:pt x="14" y="33"/>
                </a:cubicBezTo>
                <a:cubicBezTo>
                  <a:pt x="10" y="33"/>
                  <a:pt x="7" y="32"/>
                  <a:pt x="4" y="30"/>
                </a:cubicBezTo>
                <a:cubicBezTo>
                  <a:pt x="4" y="31"/>
                  <a:pt x="4" y="31"/>
                  <a:pt x="4" y="31"/>
                </a:cubicBezTo>
                <a:cubicBezTo>
                  <a:pt x="4" y="41"/>
                  <a:pt x="12" y="50"/>
                  <a:pt x="22" y="52"/>
                </a:cubicBezTo>
                <a:cubicBezTo>
                  <a:pt x="20" y="53"/>
                  <a:pt x="18" y="53"/>
                  <a:pt x="16" y="53"/>
                </a:cubicBezTo>
                <a:cubicBezTo>
                  <a:pt x="14" y="53"/>
                  <a:pt x="13" y="53"/>
                  <a:pt x="12" y="53"/>
                </a:cubicBezTo>
                <a:cubicBezTo>
                  <a:pt x="15" y="61"/>
                  <a:pt x="23" y="68"/>
                  <a:pt x="32" y="68"/>
                </a:cubicBezTo>
                <a:cubicBezTo>
                  <a:pt x="25" y="74"/>
                  <a:pt x="15" y="77"/>
                  <a:pt x="5" y="77"/>
                </a:cubicBezTo>
                <a:cubicBezTo>
                  <a:pt x="3" y="77"/>
                  <a:pt x="1" y="77"/>
                  <a:pt x="0" y="77"/>
                </a:cubicBezTo>
                <a:cubicBezTo>
                  <a:pt x="9" y="83"/>
                  <a:pt x="21" y="87"/>
                  <a:pt x="33" y="87"/>
                </a:cubicBezTo>
                <a:cubicBezTo>
                  <a:pt x="74" y="87"/>
                  <a:pt x="96" y="53"/>
                  <a:pt x="96" y="24"/>
                </a:cubicBezTo>
                <a:cubicBezTo>
                  <a:pt x="96" y="23"/>
                  <a:pt x="96" y="22"/>
                  <a:pt x="96" y="21"/>
                </a:cubicBezTo>
                <a:cubicBezTo>
                  <a:pt x="101" y="18"/>
                  <a:pt x="104" y="14"/>
                  <a:pt x="107" y="1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1" name="Oval 131">
            <a:extLst>
              <a:ext uri="{FF2B5EF4-FFF2-40B4-BE49-F238E27FC236}">
                <a16:creationId xmlns:a16="http://schemas.microsoft.com/office/drawing/2014/main" id="{9C5CAC20-CE82-4763-81B7-AD7460B63932}"/>
              </a:ext>
            </a:extLst>
          </p:cNvPr>
          <p:cNvSpPr>
            <a:spLocks noGrp="1"/>
          </p:cNvSpPr>
          <p:nvPr/>
        </p:nvSpPr>
        <p:spPr>
          <a:xfrm>
            <a:off x="4485605" y="4252176"/>
            <a:ext cx="224808" cy="234518"/>
          </a:xfrm>
          <a:prstGeom prst="ellipse">
            <a:avLst/>
          </a:pr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2" name="Freeform 134">
            <a:extLst>
              <a:ext uri="{FF2B5EF4-FFF2-40B4-BE49-F238E27FC236}">
                <a16:creationId xmlns:a16="http://schemas.microsoft.com/office/drawing/2014/main" id="{6EB3D805-C17B-48DE-84CB-FA356CE5B30B}"/>
              </a:ext>
            </a:extLst>
          </p:cNvPr>
          <p:cNvSpPr>
            <a:spLocks noGrp="1"/>
          </p:cNvSpPr>
          <p:nvPr/>
        </p:nvSpPr>
        <p:spPr>
          <a:xfrm>
            <a:off x="4344099" y="4523270"/>
            <a:ext cx="499574" cy="223759"/>
          </a:xfrm>
          <a:custGeom>
            <a:avLst/>
            <a:gdLst/>
            <a:ahLst/>
            <a:cxnLst/>
            <a:rect l="0" t="0" r="r" b="b"/>
            <a:pathLst>
              <a:path w="200" h="87">
                <a:moveTo>
                  <a:pt x="35" y="87"/>
                </a:moveTo>
                <a:cubicBezTo>
                  <a:pt x="35" y="72"/>
                  <a:pt x="35" y="72"/>
                  <a:pt x="35" y="72"/>
                </a:cubicBezTo>
                <a:cubicBezTo>
                  <a:pt x="46" y="72"/>
                  <a:pt x="46" y="72"/>
                  <a:pt x="46" y="72"/>
                </a:cubicBezTo>
                <a:cubicBezTo>
                  <a:pt x="46" y="87"/>
                  <a:pt x="46" y="87"/>
                  <a:pt x="46" y="87"/>
                </a:cubicBezTo>
                <a:cubicBezTo>
                  <a:pt x="155" y="87"/>
                  <a:pt x="155" y="87"/>
                  <a:pt x="155" y="87"/>
                </a:cubicBezTo>
                <a:cubicBezTo>
                  <a:pt x="155" y="72"/>
                  <a:pt x="155" y="72"/>
                  <a:pt x="155" y="72"/>
                </a:cubicBezTo>
                <a:cubicBezTo>
                  <a:pt x="166" y="72"/>
                  <a:pt x="166" y="72"/>
                  <a:pt x="166" y="72"/>
                </a:cubicBezTo>
                <a:cubicBezTo>
                  <a:pt x="166" y="87"/>
                  <a:pt x="166" y="87"/>
                  <a:pt x="166" y="87"/>
                </a:cubicBezTo>
                <a:cubicBezTo>
                  <a:pt x="199" y="87"/>
                  <a:pt x="199" y="87"/>
                  <a:pt x="199" y="87"/>
                </a:cubicBezTo>
                <a:cubicBezTo>
                  <a:pt x="199" y="47"/>
                  <a:pt x="200" y="43"/>
                  <a:pt x="200" y="43"/>
                </a:cubicBezTo>
                <a:cubicBezTo>
                  <a:pt x="200" y="19"/>
                  <a:pt x="180" y="0"/>
                  <a:pt x="15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00" y="80"/>
                  <a:pt x="100" y="80"/>
                  <a:pt x="100" y="80"/>
                </a:cubicBezTo>
                <a:cubicBezTo>
                  <a:pt x="60" y="0"/>
                  <a:pt x="60" y="0"/>
                  <a:pt x="60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4" y="0"/>
                  <a:pt x="44" y="0"/>
                </a:cubicBezTo>
                <a:cubicBezTo>
                  <a:pt x="20" y="0"/>
                  <a:pt x="1" y="19"/>
                  <a:pt x="1" y="43"/>
                </a:cubicBezTo>
                <a:cubicBezTo>
                  <a:pt x="1" y="43"/>
                  <a:pt x="0" y="47"/>
                  <a:pt x="0" y="87"/>
                </a:cubicBezTo>
                <a:lnTo>
                  <a:pt x="35" y="87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8" name="Freeform 9">
            <a:extLst>
              <a:ext uri="{FF2B5EF4-FFF2-40B4-BE49-F238E27FC236}">
                <a16:creationId xmlns:a16="http://schemas.microsoft.com/office/drawing/2014/main" id="{63207C34-3002-4C34-B532-58B7A78DE77D}"/>
              </a:ext>
            </a:extLst>
          </p:cNvPr>
          <p:cNvSpPr>
            <a:spLocks noGrp="1"/>
          </p:cNvSpPr>
          <p:nvPr/>
        </p:nvSpPr>
        <p:spPr>
          <a:xfrm>
            <a:off x="5826350" y="1992505"/>
            <a:ext cx="413179" cy="453326"/>
          </a:xfrm>
          <a:custGeom>
            <a:avLst/>
            <a:gdLst/>
            <a:ahLst/>
            <a:cxnLst/>
            <a:rect l="0" t="0" r="r" b="b"/>
            <a:pathLst>
              <a:path w="149" h="163">
                <a:moveTo>
                  <a:pt x="108" y="163"/>
                </a:moveTo>
                <a:cubicBezTo>
                  <a:pt x="35" y="163"/>
                  <a:pt x="35" y="163"/>
                  <a:pt x="35" y="163"/>
                </a:cubicBezTo>
                <a:cubicBezTo>
                  <a:pt x="35" y="158"/>
                  <a:pt x="35" y="158"/>
                  <a:pt x="35" y="158"/>
                </a:cubicBezTo>
                <a:cubicBezTo>
                  <a:pt x="34" y="153"/>
                  <a:pt x="32" y="144"/>
                  <a:pt x="30" y="142"/>
                </a:cubicBezTo>
                <a:cubicBezTo>
                  <a:pt x="28" y="137"/>
                  <a:pt x="24" y="132"/>
                  <a:pt x="21" y="127"/>
                </a:cubicBezTo>
                <a:cubicBezTo>
                  <a:pt x="11" y="112"/>
                  <a:pt x="0" y="95"/>
                  <a:pt x="0" y="74"/>
                </a:cubicBezTo>
                <a:cubicBezTo>
                  <a:pt x="0" y="33"/>
                  <a:pt x="33" y="0"/>
                  <a:pt x="74" y="0"/>
                </a:cubicBezTo>
                <a:cubicBezTo>
                  <a:pt x="115" y="0"/>
                  <a:pt x="149" y="33"/>
                  <a:pt x="149" y="74"/>
                </a:cubicBezTo>
                <a:cubicBezTo>
                  <a:pt x="149" y="95"/>
                  <a:pt x="138" y="112"/>
                  <a:pt x="127" y="127"/>
                </a:cubicBezTo>
                <a:cubicBezTo>
                  <a:pt x="124" y="132"/>
                  <a:pt x="121" y="137"/>
                  <a:pt x="118" y="142"/>
                </a:cubicBezTo>
                <a:cubicBezTo>
                  <a:pt x="117" y="144"/>
                  <a:pt x="115" y="153"/>
                  <a:pt x="114" y="158"/>
                </a:cubicBezTo>
                <a:cubicBezTo>
                  <a:pt x="113" y="163"/>
                  <a:pt x="113" y="163"/>
                  <a:pt x="113" y="163"/>
                </a:cubicBezTo>
                <a:lnTo>
                  <a:pt x="108" y="163"/>
                </a:lnTo>
                <a:close/>
                <a:moveTo>
                  <a:pt x="46" y="151"/>
                </a:moveTo>
                <a:cubicBezTo>
                  <a:pt x="103" y="151"/>
                  <a:pt x="103" y="151"/>
                  <a:pt x="103" y="151"/>
                </a:cubicBezTo>
                <a:cubicBezTo>
                  <a:pt x="104" y="146"/>
                  <a:pt x="105" y="139"/>
                  <a:pt x="108" y="136"/>
                </a:cubicBezTo>
                <a:cubicBezTo>
                  <a:pt x="111" y="130"/>
                  <a:pt x="114" y="125"/>
                  <a:pt x="117" y="120"/>
                </a:cubicBezTo>
                <a:cubicBezTo>
                  <a:pt x="127" y="106"/>
                  <a:pt x="136" y="92"/>
                  <a:pt x="136" y="74"/>
                </a:cubicBezTo>
                <a:cubicBezTo>
                  <a:pt x="136" y="40"/>
                  <a:pt x="109" y="12"/>
                  <a:pt x="74" y="12"/>
                </a:cubicBezTo>
                <a:cubicBezTo>
                  <a:pt x="40" y="12"/>
                  <a:pt x="12" y="40"/>
                  <a:pt x="12" y="74"/>
                </a:cubicBezTo>
                <a:cubicBezTo>
                  <a:pt x="12" y="92"/>
                  <a:pt x="21" y="106"/>
                  <a:pt x="31" y="120"/>
                </a:cubicBezTo>
                <a:cubicBezTo>
                  <a:pt x="35" y="125"/>
                  <a:pt x="38" y="130"/>
                  <a:pt x="41" y="136"/>
                </a:cubicBezTo>
                <a:cubicBezTo>
                  <a:pt x="43" y="139"/>
                  <a:pt x="45" y="146"/>
                  <a:pt x="46" y="15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Freeform 10">
            <a:extLst>
              <a:ext uri="{FF2B5EF4-FFF2-40B4-BE49-F238E27FC236}">
                <a16:creationId xmlns:a16="http://schemas.microsoft.com/office/drawing/2014/main" id="{4A1D1B52-4B3C-4F8D-9CC7-D66E1D0FACBF}"/>
              </a:ext>
            </a:extLst>
          </p:cNvPr>
          <p:cNvSpPr>
            <a:spLocks noGrp="1"/>
          </p:cNvSpPr>
          <p:nvPr/>
        </p:nvSpPr>
        <p:spPr>
          <a:xfrm>
            <a:off x="5926717" y="2469251"/>
            <a:ext cx="205753" cy="135496"/>
          </a:xfrm>
          <a:custGeom>
            <a:avLst/>
            <a:gdLst/>
            <a:ahLst/>
            <a:cxnLst/>
            <a:rect l="0" t="0" r="r" b="b"/>
            <a:pathLst>
              <a:path w="74" h="49">
                <a:moveTo>
                  <a:pt x="0" y="0"/>
                </a:moveTo>
                <a:cubicBezTo>
                  <a:pt x="0" y="20"/>
                  <a:pt x="0" y="20"/>
                  <a:pt x="0" y="20"/>
                </a:cubicBezTo>
                <a:cubicBezTo>
                  <a:pt x="0" y="36"/>
                  <a:pt x="17" y="49"/>
                  <a:pt x="37" y="49"/>
                </a:cubicBezTo>
                <a:cubicBezTo>
                  <a:pt x="41" y="49"/>
                  <a:pt x="41" y="49"/>
                  <a:pt x="41" y="49"/>
                </a:cubicBezTo>
                <a:cubicBezTo>
                  <a:pt x="61" y="49"/>
                  <a:pt x="74" y="36"/>
                  <a:pt x="74" y="20"/>
                </a:cubicBezTo>
                <a:cubicBezTo>
                  <a:pt x="74" y="0"/>
                  <a:pt x="74" y="0"/>
                  <a:pt x="74" y="0"/>
                </a:cubicBez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200A0656-435F-4D5E-BFA1-BF1D6982C3ED}"/>
              </a:ext>
            </a:extLst>
          </p:cNvPr>
          <p:cNvSpPr>
            <a:spLocks noGrp="1"/>
          </p:cNvSpPr>
          <p:nvPr/>
        </p:nvSpPr>
        <p:spPr>
          <a:xfrm>
            <a:off x="5915007" y="2184876"/>
            <a:ext cx="235863" cy="189025"/>
          </a:xfrm>
          <a:custGeom>
            <a:avLst/>
            <a:gdLst/>
            <a:ahLst/>
            <a:cxnLst/>
            <a:rect l="0" t="0" r="r" b="b"/>
            <a:pathLst>
              <a:path w="85" h="68">
                <a:moveTo>
                  <a:pt x="83" y="9"/>
                </a:moveTo>
                <a:cubicBezTo>
                  <a:pt x="71" y="25"/>
                  <a:pt x="64" y="44"/>
                  <a:pt x="62" y="66"/>
                </a:cubicBezTo>
                <a:cubicBezTo>
                  <a:pt x="62" y="68"/>
                  <a:pt x="62" y="68"/>
                  <a:pt x="62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48"/>
                  <a:pt x="59" y="32"/>
                  <a:pt x="67" y="17"/>
                </a:cubicBezTo>
                <a:cubicBezTo>
                  <a:pt x="67" y="17"/>
                  <a:pt x="67" y="17"/>
                  <a:pt x="67" y="17"/>
                </a:cubicBezTo>
                <a:cubicBezTo>
                  <a:pt x="66" y="17"/>
                  <a:pt x="66" y="17"/>
                  <a:pt x="66" y="17"/>
                </a:cubicBezTo>
                <a:cubicBezTo>
                  <a:pt x="63" y="17"/>
                  <a:pt x="59" y="16"/>
                  <a:pt x="55" y="13"/>
                </a:cubicBezTo>
                <a:cubicBezTo>
                  <a:pt x="52" y="16"/>
                  <a:pt x="48" y="17"/>
                  <a:pt x="44" y="17"/>
                </a:cubicBezTo>
                <a:cubicBezTo>
                  <a:pt x="39" y="17"/>
                  <a:pt x="34" y="16"/>
                  <a:pt x="30" y="12"/>
                </a:cubicBezTo>
                <a:cubicBezTo>
                  <a:pt x="26" y="15"/>
                  <a:pt x="21" y="17"/>
                  <a:pt x="17" y="16"/>
                </a:cubicBezTo>
                <a:cubicBezTo>
                  <a:pt x="28" y="38"/>
                  <a:pt x="30" y="59"/>
                  <a:pt x="30" y="66"/>
                </a:cubicBezTo>
                <a:cubicBezTo>
                  <a:pt x="31" y="68"/>
                  <a:pt x="31" y="68"/>
                  <a:pt x="31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1" y="66"/>
                  <a:pt x="21" y="66"/>
                  <a:pt x="21" y="66"/>
                </a:cubicBezTo>
                <a:cubicBezTo>
                  <a:pt x="21" y="58"/>
                  <a:pt x="17" y="31"/>
                  <a:pt x="2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8"/>
                  <a:pt x="1" y="8"/>
                  <a:pt x="1" y="8"/>
                </a:cubicBezTo>
                <a:cubicBezTo>
                  <a:pt x="1" y="8"/>
                  <a:pt x="1" y="8"/>
                  <a:pt x="1" y="8"/>
                </a:cubicBezTo>
                <a:cubicBezTo>
                  <a:pt x="1" y="7"/>
                  <a:pt x="1" y="7"/>
                  <a:pt x="1" y="7"/>
                </a:cubicBezTo>
                <a:cubicBezTo>
                  <a:pt x="0" y="5"/>
                  <a:pt x="0" y="3"/>
                  <a:pt x="2" y="1"/>
                </a:cubicBezTo>
                <a:cubicBezTo>
                  <a:pt x="5" y="0"/>
                  <a:pt x="7" y="1"/>
                  <a:pt x="9" y="3"/>
                </a:cubicBezTo>
                <a:cubicBezTo>
                  <a:pt x="9" y="3"/>
                  <a:pt x="9" y="3"/>
                  <a:pt x="9" y="3"/>
                </a:cubicBezTo>
                <a:cubicBezTo>
                  <a:pt x="11" y="5"/>
                  <a:pt x="14" y="7"/>
                  <a:pt x="16" y="7"/>
                </a:cubicBezTo>
                <a:cubicBezTo>
                  <a:pt x="20" y="7"/>
                  <a:pt x="23" y="6"/>
                  <a:pt x="27" y="2"/>
                </a:cubicBezTo>
                <a:cubicBezTo>
                  <a:pt x="28" y="1"/>
                  <a:pt x="29" y="1"/>
                  <a:pt x="31" y="1"/>
                </a:cubicBezTo>
                <a:cubicBezTo>
                  <a:pt x="32" y="1"/>
                  <a:pt x="33" y="2"/>
                  <a:pt x="34" y="3"/>
                </a:cubicBezTo>
                <a:cubicBezTo>
                  <a:pt x="37" y="6"/>
                  <a:pt x="40" y="8"/>
                  <a:pt x="43" y="8"/>
                </a:cubicBezTo>
                <a:cubicBezTo>
                  <a:pt x="47" y="8"/>
                  <a:pt x="50" y="5"/>
                  <a:pt x="52" y="3"/>
                </a:cubicBezTo>
                <a:cubicBezTo>
                  <a:pt x="53" y="2"/>
                  <a:pt x="54" y="1"/>
                  <a:pt x="55" y="1"/>
                </a:cubicBezTo>
                <a:cubicBezTo>
                  <a:pt x="57" y="1"/>
                  <a:pt x="58" y="2"/>
                  <a:pt x="59" y="3"/>
                </a:cubicBezTo>
                <a:cubicBezTo>
                  <a:pt x="61" y="6"/>
                  <a:pt x="63" y="8"/>
                  <a:pt x="66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70" y="8"/>
                  <a:pt x="73" y="6"/>
                  <a:pt x="76" y="3"/>
                </a:cubicBezTo>
                <a:cubicBezTo>
                  <a:pt x="78" y="1"/>
                  <a:pt x="81" y="1"/>
                  <a:pt x="82" y="2"/>
                </a:cubicBezTo>
                <a:cubicBezTo>
                  <a:pt x="84" y="4"/>
                  <a:pt x="85" y="7"/>
                  <a:pt x="83" y="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20C897F-0002-4284-B47E-E04A8D33B6ED}"/>
              </a:ext>
            </a:extLst>
          </p:cNvPr>
          <p:cNvSpPr>
            <a:spLocks noGrp="1"/>
          </p:cNvSpPr>
          <p:nvPr/>
        </p:nvSpPr>
        <p:spPr>
          <a:xfrm>
            <a:off x="5653223" y="2775390"/>
            <a:ext cx="7444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1E5D788-AAD4-405E-A1D9-ADC9D8D7CC02}"/>
              </a:ext>
            </a:extLst>
          </p:cNvPr>
          <p:cNvSpPr>
            <a:spLocks noGrp="1"/>
          </p:cNvSpPr>
          <p:nvPr/>
        </p:nvSpPr>
        <p:spPr>
          <a:xfrm>
            <a:off x="6338843" y="3619706"/>
            <a:ext cx="1039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C7B5127-3078-4660-B6CF-0EB4C7475C2B}"/>
              </a:ext>
            </a:extLst>
          </p:cNvPr>
          <p:cNvSpPr>
            <a:spLocks noGrp="1"/>
          </p:cNvSpPr>
          <p:nvPr/>
        </p:nvSpPr>
        <p:spPr>
          <a:xfrm>
            <a:off x="5505434" y="4415000"/>
            <a:ext cx="1039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420D2AA-FEAA-48FC-B515-5D4A55F03F9C}"/>
              </a:ext>
            </a:extLst>
          </p:cNvPr>
          <p:cNvSpPr>
            <a:spLocks noGrp="1"/>
          </p:cNvSpPr>
          <p:nvPr/>
        </p:nvSpPr>
        <p:spPr>
          <a:xfrm>
            <a:off x="4803082" y="4324771"/>
            <a:ext cx="10091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4" name="Rectangle 89">
            <a:extLst>
              <a:ext uri="{FF2B5EF4-FFF2-40B4-BE49-F238E27FC236}">
                <a16:creationId xmlns:a16="http://schemas.microsoft.com/office/drawing/2014/main" id="{102C6C97-AEC3-484C-898F-8965C0F88057}"/>
              </a:ext>
            </a:extLst>
          </p:cNvPr>
          <p:cNvSpPr>
            <a:spLocks noGrp="1"/>
          </p:cNvSpPr>
          <p:nvPr/>
        </p:nvSpPr>
        <p:spPr>
          <a:xfrm>
            <a:off x="7632163" y="1773408"/>
            <a:ext cx="335007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45" name="Rectangle 89">
            <a:extLst>
              <a:ext uri="{FF2B5EF4-FFF2-40B4-BE49-F238E27FC236}">
                <a16:creationId xmlns:a16="http://schemas.microsoft.com/office/drawing/2014/main" id="{04A45D99-C211-464E-84B3-648722B23B37}"/>
              </a:ext>
            </a:extLst>
          </p:cNvPr>
          <p:cNvSpPr>
            <a:spLocks noGrp="1"/>
          </p:cNvSpPr>
          <p:nvPr/>
        </p:nvSpPr>
        <p:spPr>
          <a:xfrm>
            <a:off x="1164421" y="2518222"/>
            <a:ext cx="3358714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46" name="Rectangle 89">
            <a:extLst>
              <a:ext uri="{FF2B5EF4-FFF2-40B4-BE49-F238E27FC236}">
                <a16:creationId xmlns:a16="http://schemas.microsoft.com/office/drawing/2014/main" id="{F27703DE-2A3B-4B81-B255-D10611E8204D}"/>
              </a:ext>
            </a:extLst>
          </p:cNvPr>
          <p:cNvSpPr>
            <a:spLocks noGrp="1"/>
          </p:cNvSpPr>
          <p:nvPr/>
        </p:nvSpPr>
        <p:spPr>
          <a:xfrm>
            <a:off x="7632163" y="4952306"/>
            <a:ext cx="335007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47" name="Rectangle 89">
            <a:extLst>
              <a:ext uri="{FF2B5EF4-FFF2-40B4-BE49-F238E27FC236}">
                <a16:creationId xmlns:a16="http://schemas.microsoft.com/office/drawing/2014/main" id="{C9BB9BF2-98A8-4161-85E9-CADCFFC92ECE}"/>
              </a:ext>
            </a:extLst>
          </p:cNvPr>
          <p:cNvSpPr>
            <a:spLocks noGrp="1"/>
          </p:cNvSpPr>
          <p:nvPr/>
        </p:nvSpPr>
        <p:spPr>
          <a:xfrm>
            <a:off x="1040056" y="4952306"/>
            <a:ext cx="3459514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0D65FE5-490A-4319-99AB-D510CF2300A6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DD53146-E88B-41F4-8D60-A558F954394F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TextBox 62">
            <a:extLst>
              <a:ext uri="{FF2B5EF4-FFF2-40B4-BE49-F238E27FC236}">
                <a16:creationId xmlns:a16="http://schemas.microsoft.com/office/drawing/2014/main" id="{3CE5849D-FDF9-4EB6-86FE-917CABCC7773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86A4C6B-9B27-4621-A822-D22A03B47E0C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FBAAE3A6-14C1-4FB9-9F2E-F32DFF442BBD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E56FA60-7089-4B0D-9F55-C0A23C4FC3A5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5" name="kicker-marker">
            <a:extLst>
              <a:ext uri="{FF2B5EF4-FFF2-40B4-BE49-F238E27FC236}">
                <a16:creationId xmlns:a16="http://schemas.microsoft.com/office/drawing/2014/main" id="{4AD76BDD-82EC-4D82-8B8B-1D1CC523E17F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kicker-label">
            <a:extLst>
              <a:ext uri="{FF2B5EF4-FFF2-40B4-BE49-F238E27FC236}">
                <a16:creationId xmlns:a16="http://schemas.microsoft.com/office/drawing/2014/main" id="{E82D88E3-6CC9-4B97-9D87-DA15DA348365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06 · 需求获取</a:t>
            </a:r>
          </a:p>
        </p:txBody>
      </p:sp>
      <p:sp>
        <p:nvSpPr>
          <p:cNvPr id="57" name="page-marker">
            <a:extLst>
              <a:ext uri="{FF2B5EF4-FFF2-40B4-BE49-F238E27FC236}">
                <a16:creationId xmlns:a16="http://schemas.microsoft.com/office/drawing/2014/main" id="{6E32C32C-1BE7-4A5A-9ED7-ED599042CC79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 / 31</a:t>
            </a:r>
          </a:p>
        </p:txBody>
      </p:sp>
      <p:sp>
        <p:nvSpPr>
          <p:cNvPr id="58" name="content-panel">
            <a:extLst>
              <a:ext uri="{FF2B5EF4-FFF2-40B4-BE49-F238E27FC236}">
                <a16:creationId xmlns:a16="http://schemas.microsoft.com/office/drawing/2014/main" id="{0F4B07DF-5DE6-4D56-A33E-9604BFCCE02C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claim-title">
            <a:extLst>
              <a:ext uri="{FF2B5EF4-FFF2-40B4-BE49-F238E27FC236}">
                <a16:creationId xmlns:a16="http://schemas.microsoft.com/office/drawing/2014/main" id="{0E4004D8-7416-4EE7-ABC7-755188C749EF}"/>
              </a:ext>
            </a:extLst>
          </p:cNvPr>
          <p:cNvSpPr>
            <a:spLocks noGrp="1"/>
          </p:cNvSpPr>
          <p:nvPr/>
        </p:nvSpPr>
        <p:spPr>
          <a:xfrm>
            <a:off x="810165" y="1912498"/>
            <a:ext cx="5224821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需求获取与确认</a:t>
            </a:r>
          </a:p>
        </p:txBody>
      </p:sp>
      <p:sp>
        <p:nvSpPr>
          <p:cNvPr id="60" name="support-claim">
            <a:extLst>
              <a:ext uri="{FF2B5EF4-FFF2-40B4-BE49-F238E27FC236}">
                <a16:creationId xmlns:a16="http://schemas.microsoft.com/office/drawing/2014/main" id="{B0E3C3F1-012D-4F9B-9D1C-4E972A56E3F9}"/>
              </a:ext>
            </a:extLst>
          </p:cNvPr>
          <p:cNvSpPr>
            <a:spLocks noGrp="1"/>
          </p:cNvSpPr>
          <p:nvPr/>
        </p:nvSpPr>
        <p:spPr>
          <a:xfrm>
            <a:off x="810165" y="2560198"/>
            <a:ext cx="5224821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需求记录、用户问卷和 QFD 评分材料共同证明需求获取覆盖多个代表。</a:t>
            </a:r>
          </a:p>
        </p:txBody>
      </p:sp>
      <p:sp>
        <p:nvSpPr>
          <p:cNvPr id="61" name="question-label">
            <a:extLst>
              <a:ext uri="{FF2B5EF4-FFF2-40B4-BE49-F238E27FC236}">
                <a16:creationId xmlns:a16="http://schemas.microsoft.com/office/drawing/2014/main" id="{898D0293-E5BE-4DBD-9696-098AC10FC0E6}"/>
              </a:ext>
            </a:extLst>
          </p:cNvPr>
          <p:cNvSpPr>
            <a:spLocks noGrp="1"/>
          </p:cNvSpPr>
          <p:nvPr/>
        </p:nvSpPr>
        <p:spPr>
          <a:xfrm>
            <a:off x="810165" y="3474598"/>
            <a:ext cx="1035717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62" name="question-text">
            <a:extLst>
              <a:ext uri="{FF2B5EF4-FFF2-40B4-BE49-F238E27FC236}">
                <a16:creationId xmlns:a16="http://schemas.microsoft.com/office/drawing/2014/main" id="{91AA22D6-6C21-4779-9AD6-0351C0E5BE9B}"/>
              </a:ext>
            </a:extLst>
          </p:cNvPr>
          <p:cNvSpPr>
            <a:spLocks noGrp="1"/>
          </p:cNvSpPr>
          <p:nvPr/>
        </p:nvSpPr>
        <p:spPr>
          <a:xfrm>
            <a:off x="810165" y="3855598"/>
            <a:ext cx="5224821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是否对每个用户代表都进行了需求获取？用户代表确认了相关用户需求了吗？</a:t>
            </a:r>
          </a:p>
        </p:txBody>
      </p:sp>
      <p:sp>
        <p:nvSpPr>
          <p:cNvPr id="65" name="proof-frame">
            <a:extLst>
              <a:ext uri="{FF2B5EF4-FFF2-40B4-BE49-F238E27FC236}">
                <a16:creationId xmlns:a16="http://schemas.microsoft.com/office/drawing/2014/main" id="{8BE83D34-F25F-4DB8-8196-F863BED8AAC1}"/>
              </a:ext>
            </a:extLst>
          </p:cNvPr>
          <p:cNvSpPr>
            <a:spLocks noGrp="1"/>
          </p:cNvSpPr>
          <p:nvPr/>
        </p:nvSpPr>
        <p:spPr>
          <a:xfrm>
            <a:off x="664845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2263" y="2730493"/>
            <a:ext cx="4934912" cy="103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700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34838573-D70A-4EF5-9484-A0ECAA62180E}"/>
              </a:ext>
            </a:extLst>
          </p:cNvPr>
          <p:cNvSpPr>
            <a:spLocks noGrp="1"/>
          </p:cNvSpPr>
          <p:nvPr/>
        </p:nvSpPr>
        <p:spPr>
          <a:xfrm>
            <a:off x="8067637" y="2803569"/>
            <a:ext cx="31645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B5ED1B-2A32-4AE0-9991-59D684BA6148}"/>
              </a:ext>
            </a:extLst>
          </p:cNvPr>
          <p:cNvSpPr>
            <a:spLocks noGrp="1"/>
          </p:cNvSpPr>
          <p:nvPr/>
        </p:nvSpPr>
        <p:spPr>
          <a:xfrm>
            <a:off x="8067637" y="2495792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C327B01-60F7-4309-8941-F79CCD78C0E8}"/>
              </a:ext>
            </a:extLst>
          </p:cNvPr>
          <p:cNvSpPr>
            <a:spLocks noGrp="1"/>
          </p:cNvSpPr>
          <p:nvPr/>
        </p:nvSpPr>
        <p:spPr>
          <a:xfrm>
            <a:off x="8067637" y="4078131"/>
            <a:ext cx="31645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2C61913-F212-4E60-B152-150F47FBD1FD}"/>
              </a:ext>
            </a:extLst>
          </p:cNvPr>
          <p:cNvSpPr>
            <a:spLocks noGrp="1"/>
          </p:cNvSpPr>
          <p:nvPr/>
        </p:nvSpPr>
        <p:spPr>
          <a:xfrm>
            <a:off x="8067637" y="3770354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37C731F-C7E9-4123-9886-B81F6F0E16F1}"/>
              </a:ext>
            </a:extLst>
          </p:cNvPr>
          <p:cNvSpPr>
            <a:spLocks noGrp="1"/>
          </p:cNvSpPr>
          <p:nvPr/>
        </p:nvSpPr>
        <p:spPr>
          <a:xfrm>
            <a:off x="8017356" y="4296148"/>
            <a:ext cx="31645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9E01040-F694-4297-881B-432A2B2A6CCD}"/>
              </a:ext>
            </a:extLst>
          </p:cNvPr>
          <p:cNvSpPr>
            <a:spLocks noGrp="1"/>
          </p:cNvSpPr>
          <p:nvPr/>
        </p:nvSpPr>
        <p:spPr>
          <a:xfrm>
            <a:off x="8017356" y="3988371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F077B97-E7F7-4B3F-BA1C-B6576D3D5A46}"/>
              </a:ext>
            </a:extLst>
          </p:cNvPr>
          <p:cNvSpPr>
            <a:spLocks noGrp="1"/>
          </p:cNvSpPr>
          <p:nvPr/>
        </p:nvSpPr>
        <p:spPr>
          <a:xfrm>
            <a:off x="8017356" y="5570710"/>
            <a:ext cx="31645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0532154-0F20-44F7-AE89-13CCB5BB49FD}"/>
              </a:ext>
            </a:extLst>
          </p:cNvPr>
          <p:cNvSpPr>
            <a:spLocks noGrp="1"/>
          </p:cNvSpPr>
          <p:nvPr/>
        </p:nvSpPr>
        <p:spPr>
          <a:xfrm>
            <a:off x="8017356" y="5262933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42F149BD-8506-4D56-A9BE-DD2CBC2A9969}"/>
              </a:ext>
            </a:extLst>
          </p:cNvPr>
          <p:cNvSpPr>
            <a:spLocks noGrp="1"/>
          </p:cNvSpPr>
          <p:nvPr/>
        </p:nvSpPr>
        <p:spPr>
          <a:xfrm>
            <a:off x="7008032" y="2623128"/>
            <a:ext cx="688368" cy="1032551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9075FB87-E453-4A91-958A-832E8A9719EF}"/>
              </a:ext>
            </a:extLst>
          </p:cNvPr>
          <p:cNvSpPr>
            <a:spLocks noGrp="1"/>
          </p:cNvSpPr>
          <p:nvPr/>
        </p:nvSpPr>
        <p:spPr>
          <a:xfrm>
            <a:off x="7008032" y="3852437"/>
            <a:ext cx="688368" cy="1032551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460DE9A6-DAB6-4B89-87E9-925F26611303}"/>
              </a:ext>
            </a:extLst>
          </p:cNvPr>
          <p:cNvSpPr>
            <a:spLocks noGrp="1"/>
          </p:cNvSpPr>
          <p:nvPr/>
        </p:nvSpPr>
        <p:spPr>
          <a:xfrm>
            <a:off x="6957751" y="4069445"/>
            <a:ext cx="688368" cy="688368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D717F96-0C61-4FEF-9084-17AA34D74685}"/>
              </a:ext>
            </a:extLst>
          </p:cNvPr>
          <p:cNvSpPr>
            <a:spLocks noGrp="1"/>
          </p:cNvSpPr>
          <p:nvPr/>
        </p:nvSpPr>
        <p:spPr>
          <a:xfrm>
            <a:off x="6962490" y="5340151"/>
            <a:ext cx="688368" cy="688368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E91426CE-5575-450D-9407-6A711E1B3DF5}"/>
              </a:ext>
            </a:extLst>
          </p:cNvPr>
          <p:cNvSpPr>
            <a:spLocks noGrp="1"/>
          </p:cNvSpPr>
          <p:nvPr/>
        </p:nvSpPr>
        <p:spPr>
          <a:xfrm>
            <a:off x="1385888" y="3725863"/>
            <a:ext cx="928687" cy="2168525"/>
          </a:xfrm>
          <a:prstGeom prst="rect">
            <a:avLst/>
          </a:prstGeom>
          <a:solidFill>
            <a:srgbClr val="18478F"/>
          </a:solidFill>
          <a:ln w="2857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509008F6-73E0-41FA-B21B-38579CF36AC7}"/>
              </a:ext>
            </a:extLst>
          </p:cNvPr>
          <p:cNvSpPr>
            <a:spLocks noGrp="1"/>
          </p:cNvSpPr>
          <p:nvPr/>
        </p:nvSpPr>
        <p:spPr>
          <a:xfrm>
            <a:off x="2525713" y="2892425"/>
            <a:ext cx="927100" cy="3001962"/>
          </a:xfrm>
          <a:prstGeom prst="rect">
            <a:avLst/>
          </a:prstGeom>
          <a:solidFill>
            <a:srgbClr val="18478F"/>
          </a:solidFill>
          <a:ln w="2857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6" name="Rectangle 7">
            <a:extLst>
              <a:ext uri="{FF2B5EF4-FFF2-40B4-BE49-F238E27FC236}">
                <a16:creationId xmlns:a16="http://schemas.microsoft.com/office/drawing/2014/main" id="{2E7DB808-9ECB-4837-B7DE-9ED328606D0C}"/>
              </a:ext>
            </a:extLst>
          </p:cNvPr>
          <p:cNvSpPr>
            <a:spLocks noGrp="1"/>
          </p:cNvSpPr>
          <p:nvPr/>
        </p:nvSpPr>
        <p:spPr>
          <a:xfrm>
            <a:off x="4802188" y="1573213"/>
            <a:ext cx="928687" cy="4321175"/>
          </a:xfrm>
          <a:prstGeom prst="rect">
            <a:avLst/>
          </a:prstGeom>
          <a:solidFill>
            <a:srgbClr val="18478F"/>
          </a:solidFill>
          <a:ln w="2857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83A53545-898D-477C-8032-C34012042756}"/>
              </a:ext>
            </a:extLst>
          </p:cNvPr>
          <p:cNvSpPr>
            <a:spLocks noGrp="1"/>
          </p:cNvSpPr>
          <p:nvPr/>
        </p:nvSpPr>
        <p:spPr>
          <a:xfrm>
            <a:off x="3663950" y="2195513"/>
            <a:ext cx="927100" cy="3698875"/>
          </a:xfrm>
          <a:prstGeom prst="rect">
            <a:avLst/>
          </a:prstGeom>
          <a:solidFill>
            <a:srgbClr val="18478F"/>
          </a:solidFill>
          <a:ln w="2857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8" name="Oval 9">
            <a:extLst>
              <a:ext uri="{FF2B5EF4-FFF2-40B4-BE49-F238E27FC236}">
                <a16:creationId xmlns:a16="http://schemas.microsoft.com/office/drawing/2014/main" id="{F8B5903A-9864-4B8D-95D9-2F68AAB6FC9A}"/>
              </a:ext>
            </a:extLst>
          </p:cNvPr>
          <p:cNvSpPr>
            <a:spLocks noGrp="1"/>
          </p:cNvSpPr>
          <p:nvPr/>
        </p:nvSpPr>
        <p:spPr>
          <a:xfrm>
            <a:off x="1547813" y="5549900"/>
            <a:ext cx="627062" cy="625475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Freeform 10">
            <a:extLst>
              <a:ext uri="{FF2B5EF4-FFF2-40B4-BE49-F238E27FC236}">
                <a16:creationId xmlns:a16="http://schemas.microsoft.com/office/drawing/2014/main" id="{566634BD-6D8D-4F90-BF71-A54B967B36B1}"/>
              </a:ext>
            </a:extLst>
          </p:cNvPr>
          <p:cNvSpPr>
            <a:spLocks noGrp="1"/>
          </p:cNvSpPr>
          <p:nvPr/>
        </p:nvSpPr>
        <p:spPr>
          <a:xfrm>
            <a:off x="1766888" y="5757863"/>
            <a:ext cx="31750" cy="31750"/>
          </a:xfrm>
          <a:custGeom>
            <a:avLst/>
            <a:gdLst/>
            <a:ahLst/>
            <a:cxnLst/>
            <a:rect l="0" t="0" r="r" b="b"/>
            <a:pathLst>
              <a:path w="12" h="12">
                <a:moveTo>
                  <a:pt x="10" y="6"/>
                </a:moveTo>
                <a:cubicBezTo>
                  <a:pt x="6" y="2"/>
                  <a:pt x="6" y="2"/>
                  <a:pt x="6" y="2"/>
                </a:cubicBezTo>
                <a:cubicBezTo>
                  <a:pt x="5" y="0"/>
                  <a:pt x="3" y="0"/>
                  <a:pt x="2" y="2"/>
                </a:cubicBezTo>
                <a:cubicBezTo>
                  <a:pt x="0" y="3"/>
                  <a:pt x="0" y="5"/>
                  <a:pt x="2" y="6"/>
                </a:cubicBezTo>
                <a:cubicBezTo>
                  <a:pt x="6" y="10"/>
                  <a:pt x="6" y="10"/>
                  <a:pt x="6" y="10"/>
                </a:cubicBezTo>
                <a:cubicBezTo>
                  <a:pt x="7" y="12"/>
                  <a:pt x="9" y="12"/>
                  <a:pt x="10" y="10"/>
                </a:cubicBezTo>
                <a:cubicBezTo>
                  <a:pt x="12" y="9"/>
                  <a:pt x="12" y="7"/>
                  <a:pt x="10" y="6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569E5142-8D6D-44D5-ABA1-5FBC153F45E3}"/>
              </a:ext>
            </a:extLst>
          </p:cNvPr>
          <p:cNvSpPr>
            <a:spLocks noGrp="1"/>
          </p:cNvSpPr>
          <p:nvPr/>
        </p:nvSpPr>
        <p:spPr>
          <a:xfrm>
            <a:off x="1725613" y="5846763"/>
            <a:ext cx="33337" cy="15875"/>
          </a:xfrm>
          <a:custGeom>
            <a:avLst/>
            <a:gdLst/>
            <a:ahLst/>
            <a:cxnLst/>
            <a:rect l="0" t="0" r="r" b="b"/>
            <a:pathLst>
              <a:path w="12" h="6">
                <a:moveTo>
                  <a:pt x="9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5"/>
                  <a:pt x="1" y="6"/>
                  <a:pt x="3" y="6"/>
                </a:cubicBezTo>
                <a:cubicBezTo>
                  <a:pt x="9" y="6"/>
                  <a:pt x="9" y="6"/>
                  <a:pt x="9" y="6"/>
                </a:cubicBezTo>
                <a:cubicBezTo>
                  <a:pt x="11" y="6"/>
                  <a:pt x="12" y="5"/>
                  <a:pt x="12" y="3"/>
                </a:cubicBezTo>
                <a:cubicBezTo>
                  <a:pt x="12" y="1"/>
                  <a:pt x="11" y="0"/>
                  <a:pt x="9" y="0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2" name="Freeform 12">
            <a:extLst>
              <a:ext uri="{FF2B5EF4-FFF2-40B4-BE49-F238E27FC236}">
                <a16:creationId xmlns:a16="http://schemas.microsoft.com/office/drawing/2014/main" id="{9FD06ADC-87CB-4D0E-9051-E9E91F10D06B}"/>
              </a:ext>
            </a:extLst>
          </p:cNvPr>
          <p:cNvSpPr>
            <a:spLocks noGrp="1"/>
          </p:cNvSpPr>
          <p:nvPr/>
        </p:nvSpPr>
        <p:spPr>
          <a:xfrm>
            <a:off x="1960563" y="5862638"/>
            <a:ext cx="33337" cy="15875"/>
          </a:xfrm>
          <a:custGeom>
            <a:avLst/>
            <a:gdLst/>
            <a:ahLst/>
            <a:cxnLst/>
            <a:rect l="0" t="0" r="r" b="b"/>
            <a:pathLst>
              <a:path w="12" h="6">
                <a:moveTo>
                  <a:pt x="9" y="0"/>
                </a:move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3"/>
                </a:cubicBezTo>
                <a:cubicBezTo>
                  <a:pt x="0" y="5"/>
                  <a:pt x="1" y="6"/>
                  <a:pt x="3" y="6"/>
                </a:cubicBezTo>
                <a:cubicBezTo>
                  <a:pt x="9" y="6"/>
                  <a:pt x="9" y="6"/>
                  <a:pt x="9" y="6"/>
                </a:cubicBezTo>
                <a:cubicBezTo>
                  <a:pt x="11" y="6"/>
                  <a:pt x="12" y="5"/>
                  <a:pt x="12" y="3"/>
                </a:cubicBezTo>
                <a:cubicBezTo>
                  <a:pt x="12" y="1"/>
                  <a:pt x="11" y="0"/>
                  <a:pt x="9" y="0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3" name="Freeform 13">
            <a:extLst>
              <a:ext uri="{FF2B5EF4-FFF2-40B4-BE49-F238E27FC236}">
                <a16:creationId xmlns:a16="http://schemas.microsoft.com/office/drawing/2014/main" id="{69316045-F7B6-440D-8786-230E9D92E7AA}"/>
              </a:ext>
            </a:extLst>
          </p:cNvPr>
          <p:cNvSpPr>
            <a:spLocks noGrp="1"/>
          </p:cNvSpPr>
          <p:nvPr/>
        </p:nvSpPr>
        <p:spPr>
          <a:xfrm>
            <a:off x="1933575" y="5770563"/>
            <a:ext cx="30162" cy="30162"/>
          </a:xfrm>
          <a:custGeom>
            <a:avLst/>
            <a:gdLst/>
            <a:ahLst/>
            <a:cxnLst/>
            <a:rect l="0" t="0" r="r" b="b"/>
            <a:pathLst>
              <a:path w="11" h="11">
                <a:moveTo>
                  <a:pt x="10" y="1"/>
                </a:moveTo>
                <a:cubicBezTo>
                  <a:pt x="9" y="0"/>
                  <a:pt x="7" y="0"/>
                  <a:pt x="5" y="1"/>
                </a:cubicBezTo>
                <a:cubicBezTo>
                  <a:pt x="1" y="5"/>
                  <a:pt x="1" y="5"/>
                  <a:pt x="1" y="5"/>
                </a:cubicBezTo>
                <a:cubicBezTo>
                  <a:pt x="0" y="7"/>
                  <a:pt x="0" y="9"/>
                  <a:pt x="1" y="10"/>
                </a:cubicBezTo>
                <a:cubicBezTo>
                  <a:pt x="2" y="11"/>
                  <a:pt x="4" y="11"/>
                  <a:pt x="5" y="10"/>
                </a:cubicBezTo>
                <a:cubicBezTo>
                  <a:pt x="10" y="5"/>
                  <a:pt x="10" y="5"/>
                  <a:pt x="10" y="5"/>
                </a:cubicBezTo>
                <a:cubicBezTo>
                  <a:pt x="11" y="4"/>
                  <a:pt x="11" y="2"/>
                  <a:pt x="10" y="1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4" name="Freeform 14">
            <a:extLst>
              <a:ext uri="{FF2B5EF4-FFF2-40B4-BE49-F238E27FC236}">
                <a16:creationId xmlns:a16="http://schemas.microsoft.com/office/drawing/2014/main" id="{976866CC-5F48-42BD-A22A-324F20F1C09E}"/>
              </a:ext>
            </a:extLst>
          </p:cNvPr>
          <p:cNvSpPr>
            <a:spLocks noGrp="1"/>
          </p:cNvSpPr>
          <p:nvPr/>
        </p:nvSpPr>
        <p:spPr>
          <a:xfrm>
            <a:off x="1860550" y="5727700"/>
            <a:ext cx="17462" cy="34925"/>
          </a:xfrm>
          <a:custGeom>
            <a:avLst/>
            <a:gdLst/>
            <a:ahLst/>
            <a:cxnLst/>
            <a:rect l="0" t="0" r="r" b="b"/>
            <a:pathLst>
              <a:path w="6" h="13">
                <a:moveTo>
                  <a:pt x="3" y="13"/>
                </a:moveTo>
                <a:cubicBezTo>
                  <a:pt x="3" y="13"/>
                  <a:pt x="4" y="12"/>
                  <a:pt x="5" y="12"/>
                </a:cubicBezTo>
                <a:cubicBezTo>
                  <a:pt x="5" y="11"/>
                  <a:pt x="6" y="11"/>
                  <a:pt x="6" y="10"/>
                </a:cubicBezTo>
                <a:cubicBezTo>
                  <a:pt x="6" y="3"/>
                  <a:pt x="6" y="3"/>
                  <a:pt x="6" y="3"/>
                </a:cubicBezTo>
                <a:cubicBezTo>
                  <a:pt x="6" y="2"/>
                  <a:pt x="4" y="0"/>
                  <a:pt x="3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0" y="3"/>
                  <a:pt x="0" y="3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11"/>
                  <a:pt x="1" y="13"/>
                  <a:pt x="3" y="13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5" name="Freeform 15">
            <a:extLst>
              <a:ext uri="{FF2B5EF4-FFF2-40B4-BE49-F238E27FC236}">
                <a16:creationId xmlns:a16="http://schemas.microsoft.com/office/drawing/2014/main" id="{619C5F89-8D65-4F16-B487-6F63753BA1AE}"/>
              </a:ext>
            </a:extLst>
          </p:cNvPr>
          <p:cNvSpPr>
            <a:spLocks noGrp="1"/>
          </p:cNvSpPr>
          <p:nvPr/>
        </p:nvSpPr>
        <p:spPr>
          <a:xfrm>
            <a:off x="1793875" y="5794375"/>
            <a:ext cx="131762" cy="152400"/>
          </a:xfrm>
          <a:custGeom>
            <a:avLst/>
            <a:gdLst/>
            <a:ahLst/>
            <a:cxnLst/>
            <a:rect l="0" t="0" r="r" b="b"/>
            <a:pathLst>
              <a:path w="49" h="56">
                <a:moveTo>
                  <a:pt x="25" y="0"/>
                </a:moveTo>
                <a:cubicBezTo>
                  <a:pt x="11" y="0"/>
                  <a:pt x="0" y="11"/>
                  <a:pt x="0" y="25"/>
                </a:cubicBezTo>
                <a:cubicBezTo>
                  <a:pt x="0" y="34"/>
                  <a:pt x="5" y="42"/>
                  <a:pt x="12" y="46"/>
                </a:cubicBezTo>
                <a:cubicBezTo>
                  <a:pt x="12" y="56"/>
                  <a:pt x="12" y="56"/>
                  <a:pt x="12" y="56"/>
                </a:cubicBezTo>
                <a:cubicBezTo>
                  <a:pt x="37" y="56"/>
                  <a:pt x="37" y="56"/>
                  <a:pt x="37" y="56"/>
                </a:cubicBezTo>
                <a:cubicBezTo>
                  <a:pt x="37" y="46"/>
                  <a:pt x="37" y="46"/>
                  <a:pt x="37" y="46"/>
                </a:cubicBezTo>
                <a:cubicBezTo>
                  <a:pt x="44" y="42"/>
                  <a:pt x="49" y="34"/>
                  <a:pt x="49" y="25"/>
                </a:cubicBezTo>
                <a:cubicBezTo>
                  <a:pt x="49" y="11"/>
                  <a:pt x="38" y="0"/>
                  <a:pt x="25" y="0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6" name="Freeform 16">
            <a:extLst>
              <a:ext uri="{FF2B5EF4-FFF2-40B4-BE49-F238E27FC236}">
                <a16:creationId xmlns:a16="http://schemas.microsoft.com/office/drawing/2014/main" id="{1006554B-5C99-4E11-9D6B-677F46A02966}"/>
              </a:ext>
            </a:extLst>
          </p:cNvPr>
          <p:cNvSpPr>
            <a:spLocks noGrp="1"/>
          </p:cNvSpPr>
          <p:nvPr/>
        </p:nvSpPr>
        <p:spPr>
          <a:xfrm>
            <a:off x="1825625" y="5962650"/>
            <a:ext cx="68262" cy="34925"/>
          </a:xfrm>
          <a:custGeom>
            <a:avLst/>
            <a:gdLst/>
            <a:ahLst/>
            <a:cxnLst/>
            <a:rect l="0" t="0" r="r" b="b"/>
            <a:pathLst>
              <a:path w="25" h="13">
                <a:moveTo>
                  <a:pt x="0" y="6"/>
                </a:moveTo>
                <a:cubicBezTo>
                  <a:pt x="7" y="6"/>
                  <a:pt x="7" y="6"/>
                  <a:pt x="7" y="6"/>
                </a:cubicBezTo>
                <a:cubicBezTo>
                  <a:pt x="6" y="7"/>
                  <a:pt x="6" y="7"/>
                  <a:pt x="6" y="7"/>
                </a:cubicBezTo>
                <a:cubicBezTo>
                  <a:pt x="6" y="10"/>
                  <a:pt x="9" y="13"/>
                  <a:pt x="13" y="13"/>
                </a:cubicBezTo>
                <a:cubicBezTo>
                  <a:pt x="16" y="13"/>
                  <a:pt x="19" y="10"/>
                  <a:pt x="19" y="7"/>
                </a:cubicBezTo>
                <a:cubicBezTo>
                  <a:pt x="19" y="6"/>
                  <a:pt x="19" y="6"/>
                  <a:pt x="19" y="6"/>
                </a:cubicBezTo>
                <a:cubicBezTo>
                  <a:pt x="25" y="6"/>
                  <a:pt x="25" y="6"/>
                  <a:pt x="25" y="6"/>
                </a:cubicBezTo>
                <a:cubicBezTo>
                  <a:pt x="25" y="0"/>
                  <a:pt x="25" y="0"/>
                  <a:pt x="25" y="0"/>
                </a:cubicBezTo>
                <a:cubicBezTo>
                  <a:pt x="0" y="0"/>
                  <a:pt x="0" y="0"/>
                  <a:pt x="0" y="0"/>
                </a:cubicBezTo>
                <a:lnTo>
                  <a:pt x="0" y="6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7" name="Oval 17">
            <a:extLst>
              <a:ext uri="{FF2B5EF4-FFF2-40B4-BE49-F238E27FC236}">
                <a16:creationId xmlns:a16="http://schemas.microsoft.com/office/drawing/2014/main" id="{DD95C485-CFD1-47A8-A21A-72515535847B}"/>
              </a:ext>
            </a:extLst>
          </p:cNvPr>
          <p:cNvSpPr>
            <a:spLocks noGrp="1"/>
          </p:cNvSpPr>
          <p:nvPr/>
        </p:nvSpPr>
        <p:spPr>
          <a:xfrm>
            <a:off x="2684463" y="5549900"/>
            <a:ext cx="625475" cy="625475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Oval 19">
            <a:extLst>
              <a:ext uri="{FF2B5EF4-FFF2-40B4-BE49-F238E27FC236}">
                <a16:creationId xmlns:a16="http://schemas.microsoft.com/office/drawing/2014/main" id="{E2D9FF6E-59C2-4869-9337-7B810D805B63}"/>
              </a:ext>
            </a:extLst>
          </p:cNvPr>
          <p:cNvSpPr>
            <a:spLocks noGrp="1"/>
          </p:cNvSpPr>
          <p:nvPr/>
        </p:nvSpPr>
        <p:spPr>
          <a:xfrm>
            <a:off x="3819525" y="5549900"/>
            <a:ext cx="627062" cy="625475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Oval 21">
            <a:extLst>
              <a:ext uri="{FF2B5EF4-FFF2-40B4-BE49-F238E27FC236}">
                <a16:creationId xmlns:a16="http://schemas.microsoft.com/office/drawing/2014/main" id="{23E4DED1-96B7-49CA-A588-73BCB9778D0F}"/>
              </a:ext>
            </a:extLst>
          </p:cNvPr>
          <p:cNvSpPr>
            <a:spLocks noGrp="1"/>
          </p:cNvSpPr>
          <p:nvPr/>
        </p:nvSpPr>
        <p:spPr>
          <a:xfrm>
            <a:off x="4956175" y="5549900"/>
            <a:ext cx="625475" cy="625475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Freeform 22">
            <a:extLst>
              <a:ext uri="{FF2B5EF4-FFF2-40B4-BE49-F238E27FC236}">
                <a16:creationId xmlns:a16="http://schemas.microsoft.com/office/drawing/2014/main" id="{CCDD15C1-CE87-4DC3-9499-45D288C918B2}"/>
              </a:ext>
            </a:extLst>
          </p:cNvPr>
          <p:cNvSpPr>
            <a:spLocks noGrp="1"/>
          </p:cNvSpPr>
          <p:nvPr/>
        </p:nvSpPr>
        <p:spPr>
          <a:xfrm>
            <a:off x="5214938" y="5711825"/>
            <a:ext cx="169862" cy="169862"/>
          </a:xfrm>
          <a:custGeom>
            <a:avLst/>
            <a:gdLst/>
            <a:ahLst/>
            <a:cxnLst/>
            <a:rect l="0" t="0" r="r" b="b"/>
            <a:pathLst>
              <a:path w="63" h="63">
                <a:moveTo>
                  <a:pt x="44" y="7"/>
                </a:moveTo>
                <a:cubicBezTo>
                  <a:pt x="38" y="9"/>
                  <a:pt x="30" y="14"/>
                  <a:pt x="26" y="18"/>
                </a:cubicBezTo>
                <a:cubicBezTo>
                  <a:pt x="2" y="41"/>
                  <a:pt x="2" y="41"/>
                  <a:pt x="2" y="41"/>
                </a:cubicBezTo>
                <a:cubicBezTo>
                  <a:pt x="0" y="43"/>
                  <a:pt x="0" y="47"/>
                  <a:pt x="2" y="49"/>
                </a:cubicBezTo>
                <a:cubicBezTo>
                  <a:pt x="14" y="61"/>
                  <a:pt x="14" y="61"/>
                  <a:pt x="14" y="61"/>
                </a:cubicBezTo>
                <a:cubicBezTo>
                  <a:pt x="16" y="63"/>
                  <a:pt x="20" y="63"/>
                  <a:pt x="22" y="61"/>
                </a:cubicBezTo>
                <a:cubicBezTo>
                  <a:pt x="45" y="37"/>
                  <a:pt x="45" y="37"/>
                  <a:pt x="45" y="37"/>
                </a:cubicBezTo>
                <a:cubicBezTo>
                  <a:pt x="49" y="33"/>
                  <a:pt x="55" y="25"/>
                  <a:pt x="56" y="19"/>
                </a:cubicBezTo>
                <a:cubicBezTo>
                  <a:pt x="63" y="0"/>
                  <a:pt x="63" y="0"/>
                  <a:pt x="63" y="0"/>
                </a:cubicBezTo>
                <a:lnTo>
                  <a:pt x="44" y="7"/>
                </a:lnTo>
                <a:close/>
                <a:moveTo>
                  <a:pt x="43" y="31"/>
                </a:moveTo>
                <a:cubicBezTo>
                  <a:pt x="40" y="35"/>
                  <a:pt x="35" y="35"/>
                  <a:pt x="32" y="31"/>
                </a:cubicBezTo>
                <a:cubicBezTo>
                  <a:pt x="28" y="28"/>
                  <a:pt x="28" y="23"/>
                  <a:pt x="32" y="20"/>
                </a:cubicBezTo>
                <a:cubicBezTo>
                  <a:pt x="35" y="17"/>
                  <a:pt x="40" y="17"/>
                  <a:pt x="43" y="20"/>
                </a:cubicBezTo>
                <a:cubicBezTo>
                  <a:pt x="47" y="23"/>
                  <a:pt x="47" y="28"/>
                  <a:pt x="43" y="31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4" name="Freeform 23">
            <a:extLst>
              <a:ext uri="{FF2B5EF4-FFF2-40B4-BE49-F238E27FC236}">
                <a16:creationId xmlns:a16="http://schemas.microsoft.com/office/drawing/2014/main" id="{02003217-382D-4114-9316-C53D85C32DD4}"/>
              </a:ext>
            </a:extLst>
          </p:cNvPr>
          <p:cNvSpPr>
            <a:spLocks noGrp="1"/>
          </p:cNvSpPr>
          <p:nvPr/>
        </p:nvSpPr>
        <p:spPr>
          <a:xfrm>
            <a:off x="5153025" y="5778500"/>
            <a:ext cx="77787" cy="69850"/>
          </a:xfrm>
          <a:custGeom>
            <a:avLst/>
            <a:gdLst/>
            <a:ahLst/>
            <a:cxnLst/>
            <a:rect l="0" t="0" r="r" b="b"/>
            <a:pathLst>
              <a:path w="29" h="26">
                <a:moveTo>
                  <a:pt x="10" y="24"/>
                </a:moveTo>
                <a:cubicBezTo>
                  <a:pt x="29" y="5"/>
                  <a:pt x="29" y="5"/>
                  <a:pt x="29" y="5"/>
                </a:cubicBezTo>
                <a:cubicBezTo>
                  <a:pt x="25" y="0"/>
                  <a:pt x="18" y="0"/>
                  <a:pt x="14" y="5"/>
                </a:cubicBezTo>
                <a:cubicBezTo>
                  <a:pt x="2" y="16"/>
                  <a:pt x="2" y="16"/>
                  <a:pt x="2" y="16"/>
                </a:cubicBezTo>
                <a:cubicBezTo>
                  <a:pt x="0" y="18"/>
                  <a:pt x="0" y="22"/>
                  <a:pt x="2" y="24"/>
                </a:cubicBezTo>
                <a:cubicBezTo>
                  <a:pt x="4" y="26"/>
                  <a:pt x="8" y="26"/>
                  <a:pt x="10" y="24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5" name="Freeform 24">
            <a:extLst>
              <a:ext uri="{FF2B5EF4-FFF2-40B4-BE49-F238E27FC236}">
                <a16:creationId xmlns:a16="http://schemas.microsoft.com/office/drawing/2014/main" id="{12D0599B-9A81-42A5-A75A-879FB71B2B41}"/>
              </a:ext>
            </a:extLst>
          </p:cNvPr>
          <p:cNvSpPr>
            <a:spLocks noGrp="1"/>
          </p:cNvSpPr>
          <p:nvPr/>
        </p:nvSpPr>
        <p:spPr>
          <a:xfrm>
            <a:off x="5246688" y="5865813"/>
            <a:ext cx="71437" cy="77787"/>
          </a:xfrm>
          <a:custGeom>
            <a:avLst/>
            <a:gdLst/>
            <a:ahLst/>
            <a:cxnLst/>
            <a:rect l="0" t="0" r="r" b="b"/>
            <a:pathLst>
              <a:path w="26" h="29">
                <a:moveTo>
                  <a:pt x="2" y="19"/>
                </a:moveTo>
                <a:cubicBezTo>
                  <a:pt x="0" y="21"/>
                  <a:pt x="0" y="25"/>
                  <a:pt x="2" y="27"/>
                </a:cubicBezTo>
                <a:cubicBezTo>
                  <a:pt x="4" y="29"/>
                  <a:pt x="8" y="29"/>
                  <a:pt x="10" y="27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1"/>
                  <a:pt x="26" y="4"/>
                  <a:pt x="22" y="0"/>
                </a:cubicBezTo>
                <a:lnTo>
                  <a:pt x="2" y="19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6" name="Freeform 25">
            <a:extLst>
              <a:ext uri="{FF2B5EF4-FFF2-40B4-BE49-F238E27FC236}">
                <a16:creationId xmlns:a16="http://schemas.microsoft.com/office/drawing/2014/main" id="{D2FD137D-65E1-4FE2-99B7-8F30D5C77021}"/>
              </a:ext>
            </a:extLst>
          </p:cNvPr>
          <p:cNvSpPr>
            <a:spLocks noGrp="1"/>
          </p:cNvSpPr>
          <p:nvPr/>
        </p:nvSpPr>
        <p:spPr>
          <a:xfrm>
            <a:off x="5214938" y="5843588"/>
            <a:ext cx="38100" cy="38100"/>
          </a:xfrm>
          <a:custGeom>
            <a:avLst/>
            <a:gdLst/>
            <a:ahLst/>
            <a:cxnLst/>
            <a:rect l="0" t="0" r="r" b="b"/>
            <a:pathLst>
              <a:path w="14" h="14">
                <a:moveTo>
                  <a:pt x="1" y="2"/>
                </a:moveTo>
                <a:cubicBezTo>
                  <a:pt x="0" y="3"/>
                  <a:pt x="0" y="4"/>
                  <a:pt x="1" y="6"/>
                </a:cubicBezTo>
                <a:cubicBezTo>
                  <a:pt x="9" y="13"/>
                  <a:pt x="9" y="13"/>
                  <a:pt x="9" y="13"/>
                </a:cubicBezTo>
                <a:cubicBezTo>
                  <a:pt x="10" y="14"/>
                  <a:pt x="11" y="14"/>
                  <a:pt x="12" y="13"/>
                </a:cubicBezTo>
                <a:cubicBezTo>
                  <a:pt x="14" y="11"/>
                  <a:pt x="14" y="11"/>
                  <a:pt x="14" y="11"/>
                </a:cubicBezTo>
                <a:cubicBezTo>
                  <a:pt x="3" y="0"/>
                  <a:pt x="3" y="0"/>
                  <a:pt x="3" y="0"/>
                </a:cubicBezTo>
                <a:lnTo>
                  <a:pt x="1" y="2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7" name="Freeform 26">
            <a:extLst>
              <a:ext uri="{FF2B5EF4-FFF2-40B4-BE49-F238E27FC236}">
                <a16:creationId xmlns:a16="http://schemas.microsoft.com/office/drawing/2014/main" id="{BF235643-715B-4C29-A80E-AFB1527AE8B5}"/>
              </a:ext>
            </a:extLst>
          </p:cNvPr>
          <p:cNvSpPr>
            <a:spLocks noGrp="1"/>
          </p:cNvSpPr>
          <p:nvPr/>
        </p:nvSpPr>
        <p:spPr>
          <a:xfrm>
            <a:off x="5160963" y="5865813"/>
            <a:ext cx="76200" cy="74612"/>
          </a:xfrm>
          <a:custGeom>
            <a:avLst/>
            <a:gdLst/>
            <a:ahLst/>
            <a:cxnLst/>
            <a:rect l="0" t="0" r="r" b="b"/>
            <a:pathLst>
              <a:path w="28" h="28">
                <a:moveTo>
                  <a:pt x="0" y="28"/>
                </a:moveTo>
                <a:cubicBezTo>
                  <a:pt x="11" y="22"/>
                  <a:pt x="28" y="11"/>
                  <a:pt x="22" y="6"/>
                </a:cubicBezTo>
                <a:cubicBezTo>
                  <a:pt x="17" y="0"/>
                  <a:pt x="6" y="17"/>
                  <a:pt x="0" y="28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9" name="Freeform 27">
            <a:extLst>
              <a:ext uri="{FF2B5EF4-FFF2-40B4-BE49-F238E27FC236}">
                <a16:creationId xmlns:a16="http://schemas.microsoft.com/office/drawing/2014/main" id="{FF704167-229B-4C2D-9125-A6584DBF8F9C}"/>
              </a:ext>
            </a:extLst>
          </p:cNvPr>
          <p:cNvSpPr>
            <a:spLocks noGrp="1"/>
          </p:cNvSpPr>
          <p:nvPr/>
        </p:nvSpPr>
        <p:spPr>
          <a:xfrm>
            <a:off x="1895475" y="2633663"/>
            <a:ext cx="280987" cy="279400"/>
          </a:xfrm>
          <a:custGeom>
            <a:avLst/>
            <a:gdLst/>
            <a:ahLst/>
            <a:cxnLst/>
            <a:rect l="0" t="0" r="r" b="b"/>
            <a:pathLst>
              <a:path w="104" h="104">
                <a:moveTo>
                  <a:pt x="99" y="44"/>
                </a:moveTo>
                <a:cubicBezTo>
                  <a:pt x="104" y="70"/>
                  <a:pt x="86" y="95"/>
                  <a:pt x="60" y="100"/>
                </a:cubicBezTo>
                <a:cubicBezTo>
                  <a:pt x="34" y="104"/>
                  <a:pt x="9" y="87"/>
                  <a:pt x="4" y="60"/>
                </a:cubicBezTo>
                <a:cubicBezTo>
                  <a:pt x="0" y="34"/>
                  <a:pt x="17" y="9"/>
                  <a:pt x="44" y="4"/>
                </a:cubicBezTo>
                <a:cubicBezTo>
                  <a:pt x="70" y="0"/>
                  <a:pt x="95" y="17"/>
                  <a:pt x="99" y="44"/>
                </a:cubicBezTo>
                <a:close/>
              </a:path>
            </a:pathLst>
          </a:custGeom>
          <a:solidFill>
            <a:srgbClr val="294656"/>
          </a:solidFill>
          <a:ln w="2857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60" name="Freeform 28">
            <a:extLst>
              <a:ext uri="{FF2B5EF4-FFF2-40B4-BE49-F238E27FC236}">
                <a16:creationId xmlns:a16="http://schemas.microsoft.com/office/drawing/2014/main" id="{8CEBD04F-BFDF-4B53-9D80-E8A37F93ACC0}"/>
              </a:ext>
            </a:extLst>
          </p:cNvPr>
          <p:cNvSpPr>
            <a:spLocks noGrp="1"/>
          </p:cNvSpPr>
          <p:nvPr/>
        </p:nvSpPr>
        <p:spPr>
          <a:xfrm>
            <a:off x="1966913" y="2965450"/>
            <a:ext cx="333375" cy="231775"/>
          </a:xfrm>
          <a:custGeom>
            <a:avLst/>
            <a:gdLst/>
            <a:ahLst/>
            <a:cxnLst/>
            <a:rect l="0" t="0" r="r" b="b"/>
            <a:pathLst>
              <a:path w="124" h="86">
                <a:moveTo>
                  <a:pt x="97" y="28"/>
                </a:moveTo>
                <a:cubicBezTo>
                  <a:pt x="35" y="38"/>
                  <a:pt x="35" y="38"/>
                  <a:pt x="35" y="38"/>
                </a:cubicBezTo>
                <a:cubicBezTo>
                  <a:pt x="14" y="0"/>
                  <a:pt x="14" y="0"/>
                  <a:pt x="14" y="0"/>
                </a:cubicBezTo>
                <a:cubicBezTo>
                  <a:pt x="20" y="14"/>
                  <a:pt x="20" y="30"/>
                  <a:pt x="12" y="44"/>
                </a:cubicBezTo>
                <a:cubicBezTo>
                  <a:pt x="0" y="67"/>
                  <a:pt x="0" y="67"/>
                  <a:pt x="0" y="67"/>
                </a:cubicBezTo>
                <a:cubicBezTo>
                  <a:pt x="4" y="74"/>
                  <a:pt x="4" y="74"/>
                  <a:pt x="4" y="74"/>
                </a:cubicBezTo>
                <a:cubicBezTo>
                  <a:pt x="9" y="82"/>
                  <a:pt x="18" y="86"/>
                  <a:pt x="28" y="85"/>
                </a:cubicBezTo>
                <a:cubicBezTo>
                  <a:pt x="104" y="71"/>
                  <a:pt x="104" y="71"/>
                  <a:pt x="104" y="71"/>
                </a:cubicBezTo>
                <a:cubicBezTo>
                  <a:pt x="116" y="69"/>
                  <a:pt x="124" y="58"/>
                  <a:pt x="122" y="46"/>
                </a:cubicBezTo>
                <a:cubicBezTo>
                  <a:pt x="120" y="34"/>
                  <a:pt x="109" y="26"/>
                  <a:pt x="97" y="28"/>
                </a:cubicBezTo>
                <a:close/>
              </a:path>
            </a:pathLst>
          </a:custGeom>
          <a:solidFill>
            <a:srgbClr val="294656"/>
          </a:solidFill>
          <a:ln w="2857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61" name="Freeform 29">
            <a:extLst>
              <a:ext uri="{FF2B5EF4-FFF2-40B4-BE49-F238E27FC236}">
                <a16:creationId xmlns:a16="http://schemas.microsoft.com/office/drawing/2014/main" id="{38FC150F-FD91-4D1B-B03C-23557B105E1F}"/>
              </a:ext>
            </a:extLst>
          </p:cNvPr>
          <p:cNvSpPr>
            <a:spLocks noGrp="1"/>
          </p:cNvSpPr>
          <p:nvPr/>
        </p:nvSpPr>
        <p:spPr>
          <a:xfrm>
            <a:off x="1428750" y="2835275"/>
            <a:ext cx="592137" cy="736600"/>
          </a:xfrm>
          <a:custGeom>
            <a:avLst/>
            <a:gdLst/>
            <a:ahLst/>
            <a:cxnLst/>
            <a:rect l="0" t="0" r="r" b="b"/>
            <a:pathLst>
              <a:path w="219" h="273">
                <a:moveTo>
                  <a:pt x="203" y="169"/>
                </a:moveTo>
                <a:cubicBezTo>
                  <a:pt x="176" y="159"/>
                  <a:pt x="176" y="159"/>
                  <a:pt x="176" y="159"/>
                </a:cubicBezTo>
                <a:cubicBezTo>
                  <a:pt x="165" y="155"/>
                  <a:pt x="165" y="155"/>
                  <a:pt x="165" y="155"/>
                </a:cubicBezTo>
                <a:cubicBezTo>
                  <a:pt x="203" y="81"/>
                  <a:pt x="203" y="81"/>
                  <a:pt x="203" y="81"/>
                </a:cubicBezTo>
                <a:cubicBezTo>
                  <a:pt x="213" y="62"/>
                  <a:pt x="206" y="38"/>
                  <a:pt x="187" y="28"/>
                </a:cubicBezTo>
                <a:cubicBezTo>
                  <a:pt x="185" y="27"/>
                  <a:pt x="183" y="26"/>
                  <a:pt x="182" y="26"/>
                </a:cubicBezTo>
                <a:cubicBezTo>
                  <a:pt x="180" y="25"/>
                  <a:pt x="179" y="24"/>
                  <a:pt x="177" y="24"/>
                </a:cubicBezTo>
                <a:cubicBezTo>
                  <a:pt x="109" y="2"/>
                  <a:pt x="109" y="2"/>
                  <a:pt x="109" y="2"/>
                </a:cubicBezTo>
                <a:cubicBezTo>
                  <a:pt x="103" y="0"/>
                  <a:pt x="96" y="1"/>
                  <a:pt x="91" y="4"/>
                </a:cubicBezTo>
                <a:cubicBezTo>
                  <a:pt x="14" y="51"/>
                  <a:pt x="14" y="51"/>
                  <a:pt x="14" y="51"/>
                </a:cubicBezTo>
                <a:cubicBezTo>
                  <a:pt x="3" y="57"/>
                  <a:pt x="0" y="71"/>
                  <a:pt x="6" y="81"/>
                </a:cubicBezTo>
                <a:cubicBezTo>
                  <a:pt x="11" y="89"/>
                  <a:pt x="20" y="93"/>
                  <a:pt x="29" y="92"/>
                </a:cubicBezTo>
                <a:cubicBezTo>
                  <a:pt x="31" y="91"/>
                  <a:pt x="34" y="90"/>
                  <a:pt x="36" y="89"/>
                </a:cubicBezTo>
                <a:cubicBezTo>
                  <a:pt x="105" y="48"/>
                  <a:pt x="105" y="48"/>
                  <a:pt x="105" y="48"/>
                </a:cubicBezTo>
                <a:cubicBezTo>
                  <a:pt x="128" y="55"/>
                  <a:pt x="128" y="55"/>
                  <a:pt x="128" y="55"/>
                </a:cubicBezTo>
                <a:cubicBezTo>
                  <a:pt x="92" y="127"/>
                  <a:pt x="92" y="127"/>
                  <a:pt x="92" y="127"/>
                </a:cubicBezTo>
                <a:cubicBezTo>
                  <a:pt x="81" y="146"/>
                  <a:pt x="88" y="170"/>
                  <a:pt x="107" y="180"/>
                </a:cubicBezTo>
                <a:cubicBezTo>
                  <a:pt x="108" y="180"/>
                  <a:pt x="109" y="181"/>
                  <a:pt x="110" y="181"/>
                </a:cubicBezTo>
                <a:cubicBezTo>
                  <a:pt x="110" y="181"/>
                  <a:pt x="110" y="181"/>
                  <a:pt x="109" y="181"/>
                </a:cubicBezTo>
                <a:cubicBezTo>
                  <a:pt x="141" y="194"/>
                  <a:pt x="141" y="194"/>
                  <a:pt x="141" y="194"/>
                </a:cubicBezTo>
                <a:cubicBezTo>
                  <a:pt x="154" y="198"/>
                  <a:pt x="154" y="198"/>
                  <a:pt x="154" y="198"/>
                </a:cubicBezTo>
                <a:cubicBezTo>
                  <a:pt x="115" y="234"/>
                  <a:pt x="115" y="234"/>
                  <a:pt x="115" y="234"/>
                </a:cubicBezTo>
                <a:cubicBezTo>
                  <a:pt x="106" y="242"/>
                  <a:pt x="106" y="256"/>
                  <a:pt x="114" y="265"/>
                </a:cubicBezTo>
                <a:cubicBezTo>
                  <a:pt x="120" y="271"/>
                  <a:pt x="127" y="273"/>
                  <a:pt x="134" y="272"/>
                </a:cubicBezTo>
                <a:cubicBezTo>
                  <a:pt x="138" y="271"/>
                  <a:pt x="142" y="269"/>
                  <a:pt x="146" y="266"/>
                </a:cubicBezTo>
                <a:cubicBezTo>
                  <a:pt x="210" y="206"/>
                  <a:pt x="210" y="206"/>
                  <a:pt x="210" y="206"/>
                </a:cubicBezTo>
                <a:cubicBezTo>
                  <a:pt x="216" y="200"/>
                  <a:pt x="219" y="193"/>
                  <a:pt x="217" y="185"/>
                </a:cubicBezTo>
                <a:cubicBezTo>
                  <a:pt x="215" y="177"/>
                  <a:pt x="210" y="171"/>
                  <a:pt x="203" y="169"/>
                </a:cubicBezTo>
                <a:close/>
              </a:path>
            </a:pathLst>
          </a:custGeom>
          <a:solidFill>
            <a:srgbClr val="294656"/>
          </a:solidFill>
          <a:ln w="2857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62" name="Freeform 30">
            <a:extLst>
              <a:ext uri="{FF2B5EF4-FFF2-40B4-BE49-F238E27FC236}">
                <a16:creationId xmlns:a16="http://schemas.microsoft.com/office/drawing/2014/main" id="{1AC23F38-2243-4E10-952D-59D554D4103D}"/>
              </a:ext>
            </a:extLst>
          </p:cNvPr>
          <p:cNvSpPr>
            <a:spLocks noGrp="1"/>
          </p:cNvSpPr>
          <p:nvPr/>
        </p:nvSpPr>
        <p:spPr>
          <a:xfrm>
            <a:off x="1428750" y="3289300"/>
            <a:ext cx="315912" cy="376237"/>
          </a:xfrm>
          <a:custGeom>
            <a:avLst/>
            <a:gdLst/>
            <a:ahLst/>
            <a:cxnLst/>
            <a:rect l="0" t="0" r="r" b="b"/>
            <a:pathLst>
              <a:path w="117" h="140">
                <a:moveTo>
                  <a:pt x="82" y="0"/>
                </a:moveTo>
                <a:cubicBezTo>
                  <a:pt x="7" y="105"/>
                  <a:pt x="7" y="105"/>
                  <a:pt x="7" y="105"/>
                </a:cubicBezTo>
                <a:cubicBezTo>
                  <a:pt x="0" y="114"/>
                  <a:pt x="2" y="128"/>
                  <a:pt x="12" y="135"/>
                </a:cubicBezTo>
                <a:cubicBezTo>
                  <a:pt x="17" y="139"/>
                  <a:pt x="23" y="140"/>
                  <a:pt x="29" y="139"/>
                </a:cubicBezTo>
                <a:cubicBezTo>
                  <a:pt x="35" y="138"/>
                  <a:pt x="40" y="135"/>
                  <a:pt x="43" y="130"/>
                </a:cubicBezTo>
                <a:cubicBezTo>
                  <a:pt x="117" y="26"/>
                  <a:pt x="117" y="26"/>
                  <a:pt x="117" y="26"/>
                </a:cubicBezTo>
                <a:cubicBezTo>
                  <a:pt x="112" y="25"/>
                  <a:pt x="107" y="24"/>
                  <a:pt x="102" y="21"/>
                </a:cubicBezTo>
                <a:cubicBezTo>
                  <a:pt x="93" y="16"/>
                  <a:pt x="86" y="9"/>
                  <a:pt x="82" y="0"/>
                </a:cubicBezTo>
                <a:close/>
              </a:path>
            </a:pathLst>
          </a:custGeom>
          <a:solidFill>
            <a:srgbClr val="294656"/>
          </a:solidFill>
          <a:ln w="2857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6680F55-D293-485B-A6FE-D1942F98C858}"/>
              </a:ext>
            </a:extLst>
          </p:cNvPr>
          <p:cNvSpPr>
            <a:spLocks noGrp="1"/>
          </p:cNvSpPr>
          <p:nvPr/>
        </p:nvSpPr>
        <p:spPr>
          <a:xfrm rot="16200000">
            <a:off x="1161907" y="4489307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A1CF14D-FE51-483C-B291-445562ECEA9A}"/>
              </a:ext>
            </a:extLst>
          </p:cNvPr>
          <p:cNvSpPr>
            <a:spLocks noGrp="1"/>
          </p:cNvSpPr>
          <p:nvPr/>
        </p:nvSpPr>
        <p:spPr>
          <a:xfrm rot="16200000">
            <a:off x="2304478" y="4052995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5C0E85F-3283-4823-9A95-7EE08864E179}"/>
              </a:ext>
            </a:extLst>
          </p:cNvPr>
          <p:cNvSpPr>
            <a:spLocks noGrp="1"/>
          </p:cNvSpPr>
          <p:nvPr/>
        </p:nvSpPr>
        <p:spPr>
          <a:xfrm rot="16200000">
            <a:off x="3477159" y="3439353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822862A-E9B2-412A-A57B-0C7BE21F2145}"/>
              </a:ext>
            </a:extLst>
          </p:cNvPr>
          <p:cNvSpPr>
            <a:spLocks noGrp="1"/>
          </p:cNvSpPr>
          <p:nvPr/>
        </p:nvSpPr>
        <p:spPr>
          <a:xfrm rot="16200000">
            <a:off x="4588427" y="2976541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917B483-4B9F-4864-B336-FB0158C91E1D}"/>
              </a:ext>
            </a:extLst>
          </p:cNvPr>
          <p:cNvSpPr>
            <a:spLocks noGrp="1"/>
          </p:cNvSpPr>
          <p:nvPr/>
        </p:nvSpPr>
        <p:spPr>
          <a:xfrm>
            <a:off x="6842449" y="4213574"/>
            <a:ext cx="897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2A0F628-569F-496D-A5B7-B7965EB72456}"/>
              </a:ext>
            </a:extLst>
          </p:cNvPr>
          <p:cNvSpPr>
            <a:spLocks noGrp="1"/>
          </p:cNvSpPr>
          <p:nvPr/>
        </p:nvSpPr>
        <p:spPr>
          <a:xfrm>
            <a:off x="6904280" y="2768937"/>
            <a:ext cx="897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F21AB7B3-F865-4D5F-9CAE-64921CEEEEF5}"/>
              </a:ext>
            </a:extLst>
          </p:cNvPr>
          <p:cNvSpPr>
            <a:spLocks noGrp="1"/>
          </p:cNvSpPr>
          <p:nvPr/>
        </p:nvSpPr>
        <p:spPr>
          <a:xfrm>
            <a:off x="6931518" y="4006922"/>
            <a:ext cx="897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63A7C306-98EE-4E94-A1BC-0A7783D349A6}"/>
              </a:ext>
            </a:extLst>
          </p:cNvPr>
          <p:cNvSpPr>
            <a:spLocks noGrp="1"/>
          </p:cNvSpPr>
          <p:nvPr/>
        </p:nvSpPr>
        <p:spPr>
          <a:xfrm>
            <a:off x="6892954" y="5490421"/>
            <a:ext cx="8971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EAF645F-DE24-4D61-8692-DB0FF253D57E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47ED4536-6D6D-4D34-BC63-408CA799FBF6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" name="TextBox 62">
            <a:extLst>
              <a:ext uri="{FF2B5EF4-FFF2-40B4-BE49-F238E27FC236}">
                <a16:creationId xmlns:a16="http://schemas.microsoft.com/office/drawing/2014/main" id="{3A6CCE5D-75F8-4D15-8C46-A2702D1C0DD5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F20D117A-2E65-4636-AC72-30865B810994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CBC395B0-8CE0-4666-9D06-4F499534BD0D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E47272B-CEBD-4101-921D-9C161B7A0473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8" name="kicker-marker">
            <a:extLst>
              <a:ext uri="{FF2B5EF4-FFF2-40B4-BE49-F238E27FC236}">
                <a16:creationId xmlns:a16="http://schemas.microsoft.com/office/drawing/2014/main" id="{8916981B-42C8-4E27-BE62-6252BD7B9B1B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kicker-label">
            <a:extLst>
              <a:ext uri="{FF2B5EF4-FFF2-40B4-BE49-F238E27FC236}">
                <a16:creationId xmlns:a16="http://schemas.microsoft.com/office/drawing/2014/main" id="{8BF9FA3D-FA5E-41DB-8DDB-AFFD451C5537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07 · 原型</a:t>
            </a:r>
          </a:p>
        </p:txBody>
      </p:sp>
      <p:sp>
        <p:nvSpPr>
          <p:cNvPr id="80" name="page-marker">
            <a:extLst>
              <a:ext uri="{FF2B5EF4-FFF2-40B4-BE49-F238E27FC236}">
                <a16:creationId xmlns:a16="http://schemas.microsoft.com/office/drawing/2014/main" id="{602C3591-A5ED-418C-A399-58814AE335A8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 / 31</a:t>
            </a:r>
          </a:p>
        </p:txBody>
      </p:sp>
      <p:sp>
        <p:nvSpPr>
          <p:cNvPr id="81" name="content-panel">
            <a:extLst>
              <a:ext uri="{FF2B5EF4-FFF2-40B4-BE49-F238E27FC236}">
                <a16:creationId xmlns:a16="http://schemas.microsoft.com/office/drawing/2014/main" id="{2BD9B16B-A2A8-4C8E-A11B-A21E051FB931}"/>
              </a:ext>
            </a:extLst>
          </p:cNvPr>
          <p:cNvSpPr>
            <a:spLocks noGrp="1"/>
          </p:cNvSpPr>
          <p:nvPr/>
        </p:nvSpPr>
        <p:spPr>
          <a:xfrm>
            <a:off x="6403870" y="984043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claim-title">
            <a:extLst>
              <a:ext uri="{FF2B5EF4-FFF2-40B4-BE49-F238E27FC236}">
                <a16:creationId xmlns:a16="http://schemas.microsoft.com/office/drawing/2014/main" id="{74036A19-5B5F-4D4A-AECA-90D568D006F3}"/>
              </a:ext>
            </a:extLst>
          </p:cNvPr>
          <p:cNvSpPr>
            <a:spLocks noGrp="1"/>
          </p:cNvSpPr>
          <p:nvPr/>
        </p:nvSpPr>
        <p:spPr>
          <a:xfrm>
            <a:off x="6682751" y="2228242"/>
            <a:ext cx="5381625" cy="7858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原型辅助需求获取</a:t>
            </a:r>
          </a:p>
        </p:txBody>
      </p:sp>
      <p:sp>
        <p:nvSpPr>
          <p:cNvPr id="83" name="support-claim">
            <a:extLst>
              <a:ext uri="{FF2B5EF4-FFF2-40B4-BE49-F238E27FC236}">
                <a16:creationId xmlns:a16="http://schemas.microsoft.com/office/drawing/2014/main" id="{FE0B2A7E-FFF3-41CF-A30A-9F9D67C61FD1}"/>
              </a:ext>
            </a:extLst>
          </p:cNvPr>
          <p:cNvSpPr>
            <a:spLocks noGrp="1"/>
          </p:cNvSpPr>
          <p:nvPr/>
        </p:nvSpPr>
        <p:spPr>
          <a:xfrm>
            <a:off x="6682751" y="2875941"/>
            <a:ext cx="5381625" cy="102869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教师、学生、管理员及登录注册页面的 HTML 原型已归档，可用于评审演示。</a:t>
            </a:r>
          </a:p>
        </p:txBody>
      </p:sp>
      <p:sp>
        <p:nvSpPr>
          <p:cNvPr id="84" name="question-label">
            <a:extLst>
              <a:ext uri="{FF2B5EF4-FFF2-40B4-BE49-F238E27FC236}">
                <a16:creationId xmlns:a16="http://schemas.microsoft.com/office/drawing/2014/main" id="{38B56F21-7396-4633-AF00-94E8ED704743}"/>
              </a:ext>
            </a:extLst>
          </p:cNvPr>
          <p:cNvSpPr>
            <a:spLocks noGrp="1"/>
          </p:cNvSpPr>
          <p:nvPr/>
        </p:nvSpPr>
        <p:spPr>
          <a:xfrm>
            <a:off x="6682751" y="3790342"/>
            <a:ext cx="1066800" cy="40005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85" name="question-text">
            <a:extLst>
              <a:ext uri="{FF2B5EF4-FFF2-40B4-BE49-F238E27FC236}">
                <a16:creationId xmlns:a16="http://schemas.microsoft.com/office/drawing/2014/main" id="{A9B54642-8BCE-46DB-AA22-06A8ED95BD70}"/>
              </a:ext>
            </a:extLst>
          </p:cNvPr>
          <p:cNvSpPr>
            <a:spLocks noGrp="1"/>
          </p:cNvSpPr>
          <p:nvPr/>
        </p:nvSpPr>
        <p:spPr>
          <a:xfrm>
            <a:off x="6722718" y="4266982"/>
            <a:ext cx="5381625" cy="45618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是否制定了相关原型来辅助需求获取过程？原型制作是否采用了工具？效果如何</a:t>
            </a:r>
            <a:r>
              <a:rPr sz="11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88" name="proof-frame">
            <a:extLst>
              <a:ext uri="{FF2B5EF4-FFF2-40B4-BE49-F238E27FC236}">
                <a16:creationId xmlns:a16="http://schemas.microsoft.com/office/drawing/2014/main" id="{2646E5BE-E522-4274-A5D0-AA480C078D57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7932" y="2017713"/>
            <a:ext cx="5002768" cy="259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26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>
            <a:extLst>
              <a:ext uri="{FF2B5EF4-FFF2-40B4-BE49-F238E27FC236}">
                <a16:creationId xmlns:a16="http://schemas.microsoft.com/office/drawing/2014/main" id="{0E454EBC-FBCA-4976-970D-F069B6D7E428}"/>
              </a:ext>
            </a:extLst>
          </p:cNvPr>
          <p:cNvSpPr>
            <a:spLocks noGrp="1"/>
          </p:cNvSpPr>
          <p:nvPr/>
        </p:nvSpPr>
        <p:spPr>
          <a:xfrm rot="2700000">
            <a:off x="4491165" y="1847349"/>
            <a:ext cx="3586298" cy="3586298"/>
          </a:xfrm>
          <a:custGeom>
            <a:avLst/>
            <a:gdLst/>
            <a:ahLst/>
            <a:cxnLst/>
            <a:rect l="l" t="t" r="r" b="b"/>
            <a:pathLst>
              <a:path w="4108862" h="4108862">
                <a:moveTo>
                  <a:pt x="0" y="0"/>
                </a:moveTo>
                <a:lnTo>
                  <a:pt x="551527" y="0"/>
                </a:lnTo>
                <a:lnTo>
                  <a:pt x="686820" y="65174"/>
                </a:lnTo>
                <a:cubicBezTo>
                  <a:pt x="1091775" y="236456"/>
                  <a:pt x="1537001" y="331171"/>
                  <a:pt x="2004348" y="331171"/>
                </a:cubicBezTo>
                <a:cubicBezTo>
                  <a:pt x="2471695" y="331171"/>
                  <a:pt x="2916921" y="236456"/>
                  <a:pt x="3321876" y="65174"/>
                </a:cubicBezTo>
                <a:lnTo>
                  <a:pt x="3457169" y="0"/>
                </a:lnTo>
                <a:lnTo>
                  <a:pt x="4108862" y="0"/>
                </a:lnTo>
                <a:lnTo>
                  <a:pt x="4108862" y="528334"/>
                </a:lnTo>
                <a:lnTo>
                  <a:pt x="4008389" y="736903"/>
                </a:lnTo>
                <a:cubicBezTo>
                  <a:pt x="3837107" y="1141858"/>
                  <a:pt x="3742392" y="1587084"/>
                  <a:pt x="3742392" y="2054431"/>
                </a:cubicBezTo>
                <a:cubicBezTo>
                  <a:pt x="3742392" y="2521778"/>
                  <a:pt x="3837107" y="2967003"/>
                  <a:pt x="4008389" y="3371959"/>
                </a:cubicBezTo>
                <a:lnTo>
                  <a:pt x="4108862" y="3580528"/>
                </a:lnTo>
                <a:lnTo>
                  <a:pt x="4108862" y="4108862"/>
                </a:lnTo>
                <a:lnTo>
                  <a:pt x="3568871" y="4108862"/>
                </a:lnTo>
                <a:lnTo>
                  <a:pt x="3321876" y="3989878"/>
                </a:lnTo>
                <a:cubicBezTo>
                  <a:pt x="2916921" y="3818596"/>
                  <a:pt x="2471695" y="3723881"/>
                  <a:pt x="2004348" y="3723881"/>
                </a:cubicBezTo>
                <a:cubicBezTo>
                  <a:pt x="1537001" y="3723881"/>
                  <a:pt x="1091775" y="3818596"/>
                  <a:pt x="686820" y="3989878"/>
                </a:cubicBezTo>
                <a:lnTo>
                  <a:pt x="439825" y="4108862"/>
                </a:lnTo>
                <a:lnTo>
                  <a:pt x="0" y="4108862"/>
                </a:lnTo>
                <a:lnTo>
                  <a:pt x="0" y="3588761"/>
                </a:lnTo>
                <a:lnTo>
                  <a:pt x="109224" y="3362026"/>
                </a:lnTo>
                <a:cubicBezTo>
                  <a:pt x="280506" y="2957071"/>
                  <a:pt x="375221" y="2511845"/>
                  <a:pt x="375221" y="2044498"/>
                </a:cubicBezTo>
                <a:cubicBezTo>
                  <a:pt x="375221" y="1577151"/>
                  <a:pt x="280506" y="1131925"/>
                  <a:pt x="109224" y="726970"/>
                </a:cubicBezTo>
                <a:lnTo>
                  <a:pt x="0" y="500235"/>
                </a:lnTo>
                <a:lnTo>
                  <a:pt x="0" y="0"/>
                </a:lnTo>
                <a:close/>
                <a:moveTo>
                  <a:pt x="2054431" y="586280"/>
                </a:moveTo>
                <a:cubicBezTo>
                  <a:pt x="1243594" y="586280"/>
                  <a:pt x="586280" y="1243594"/>
                  <a:pt x="586280" y="2054431"/>
                </a:cubicBezTo>
                <a:cubicBezTo>
                  <a:pt x="586280" y="2865268"/>
                  <a:pt x="1243594" y="3522582"/>
                  <a:pt x="2054431" y="3522582"/>
                </a:cubicBezTo>
                <a:cubicBezTo>
                  <a:pt x="2865268" y="3522582"/>
                  <a:pt x="3522582" y="2865268"/>
                  <a:pt x="3522582" y="2054431"/>
                </a:cubicBezTo>
                <a:cubicBezTo>
                  <a:pt x="3522582" y="1243594"/>
                  <a:pt x="2865268" y="586280"/>
                  <a:pt x="2054431" y="58628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1438922-2CAE-45B3-902C-31DE06BEC5C9}"/>
              </a:ext>
            </a:extLst>
          </p:cNvPr>
          <p:cNvSpPr>
            <a:spLocks noGrp="1"/>
          </p:cNvSpPr>
          <p:nvPr/>
        </p:nvSpPr>
        <p:spPr>
          <a:xfrm>
            <a:off x="3749156" y="3696042"/>
            <a:ext cx="1419633" cy="1419633"/>
          </a:xfrm>
          <a:prstGeom prst="ellipse">
            <a:avLst/>
          </a:prstGeom>
          <a:solidFill>
            <a:srgbClr val="18478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ABB93AF-4BC1-4B93-B673-D39E225D1F9E}"/>
              </a:ext>
            </a:extLst>
          </p:cNvPr>
          <p:cNvSpPr>
            <a:spLocks noGrp="1"/>
          </p:cNvSpPr>
          <p:nvPr/>
        </p:nvSpPr>
        <p:spPr>
          <a:xfrm>
            <a:off x="7439858" y="2893048"/>
            <a:ext cx="1419633" cy="1419633"/>
          </a:xfrm>
          <a:prstGeom prst="ellipse">
            <a:avLst/>
          </a:prstGeom>
          <a:solidFill>
            <a:srgbClr val="18478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2DBA13D-D610-40D5-842E-79C9B6F0BD97}"/>
              </a:ext>
            </a:extLst>
          </p:cNvPr>
          <p:cNvSpPr>
            <a:spLocks noGrp="1"/>
          </p:cNvSpPr>
          <p:nvPr/>
        </p:nvSpPr>
        <p:spPr>
          <a:xfrm>
            <a:off x="5523626" y="980641"/>
            <a:ext cx="1419633" cy="1419633"/>
          </a:xfrm>
          <a:prstGeom prst="ellipse">
            <a:avLst/>
          </a:prstGeom>
          <a:solidFill>
            <a:srgbClr val="18478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989EFB9-2201-408F-A10C-F0798BEBE992}"/>
              </a:ext>
            </a:extLst>
          </p:cNvPr>
          <p:cNvSpPr>
            <a:spLocks noGrp="1"/>
          </p:cNvSpPr>
          <p:nvPr/>
        </p:nvSpPr>
        <p:spPr>
          <a:xfrm>
            <a:off x="5523626" y="4836445"/>
            <a:ext cx="1419633" cy="1419633"/>
          </a:xfrm>
          <a:prstGeom prst="ellipse">
            <a:avLst/>
          </a:prstGeom>
          <a:solidFill>
            <a:srgbClr val="18478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F7EFF94-B5A3-4EF1-8567-D562423E3BC1}"/>
              </a:ext>
            </a:extLst>
          </p:cNvPr>
          <p:cNvSpPr>
            <a:spLocks noGrp="1"/>
          </p:cNvSpPr>
          <p:nvPr/>
        </p:nvSpPr>
        <p:spPr>
          <a:xfrm>
            <a:off x="5452932" y="2809116"/>
            <a:ext cx="1662764" cy="1662764"/>
          </a:xfrm>
          <a:prstGeom prst="ellipse">
            <a:avLst/>
          </a:prstGeom>
          <a:solidFill>
            <a:srgbClr val="18478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CF13B1E1-C7F3-4863-9512-E3AAC65F7BB3}"/>
              </a:ext>
            </a:extLst>
          </p:cNvPr>
          <p:cNvSpPr>
            <a:spLocks noGrp="1"/>
          </p:cNvSpPr>
          <p:nvPr/>
        </p:nvSpPr>
        <p:spPr>
          <a:xfrm>
            <a:off x="5880767" y="3209080"/>
            <a:ext cx="807094" cy="787568"/>
          </a:xfrm>
          <a:custGeom>
            <a:avLst/>
            <a:gdLst/>
            <a:ahLst/>
            <a:cxnLst/>
            <a:rect l="0" t="0" r="r" b="b"/>
            <a:pathLst>
              <a:path w="209" h="205">
                <a:moveTo>
                  <a:pt x="48" y="205"/>
                </a:moveTo>
                <a:cubicBezTo>
                  <a:pt x="19" y="205"/>
                  <a:pt x="19" y="205"/>
                  <a:pt x="19" y="205"/>
                </a:cubicBezTo>
                <a:cubicBezTo>
                  <a:pt x="15" y="205"/>
                  <a:pt x="4" y="205"/>
                  <a:pt x="4" y="194"/>
                </a:cubicBezTo>
                <a:cubicBezTo>
                  <a:pt x="0" y="106"/>
                  <a:pt x="0" y="106"/>
                  <a:pt x="0" y="106"/>
                </a:cubicBezTo>
                <a:cubicBezTo>
                  <a:pt x="0" y="94"/>
                  <a:pt x="11" y="94"/>
                  <a:pt x="15" y="94"/>
                </a:cubicBezTo>
                <a:cubicBezTo>
                  <a:pt x="41" y="94"/>
                  <a:pt x="41" y="94"/>
                  <a:pt x="41" y="94"/>
                </a:cubicBezTo>
                <a:cubicBezTo>
                  <a:pt x="44" y="94"/>
                  <a:pt x="51" y="94"/>
                  <a:pt x="54" y="100"/>
                </a:cubicBezTo>
                <a:cubicBezTo>
                  <a:pt x="69" y="87"/>
                  <a:pt x="81" y="47"/>
                  <a:pt x="81" y="37"/>
                </a:cubicBezTo>
                <a:cubicBezTo>
                  <a:pt x="81" y="35"/>
                  <a:pt x="81" y="33"/>
                  <a:pt x="81" y="31"/>
                </a:cubicBezTo>
                <a:cubicBezTo>
                  <a:pt x="81" y="21"/>
                  <a:pt x="80" y="10"/>
                  <a:pt x="86" y="4"/>
                </a:cubicBezTo>
                <a:cubicBezTo>
                  <a:pt x="89" y="1"/>
                  <a:pt x="92" y="0"/>
                  <a:pt x="96" y="0"/>
                </a:cubicBezTo>
                <a:cubicBezTo>
                  <a:pt x="113" y="0"/>
                  <a:pt x="123" y="17"/>
                  <a:pt x="125" y="34"/>
                </a:cubicBezTo>
                <a:cubicBezTo>
                  <a:pt x="126" y="52"/>
                  <a:pt x="126" y="65"/>
                  <a:pt x="124" y="73"/>
                </a:cubicBezTo>
                <a:cubicBezTo>
                  <a:pt x="186" y="73"/>
                  <a:pt x="186" y="73"/>
                  <a:pt x="186" y="73"/>
                </a:cubicBezTo>
                <a:cubicBezTo>
                  <a:pt x="199" y="73"/>
                  <a:pt x="209" y="83"/>
                  <a:pt x="209" y="95"/>
                </a:cubicBezTo>
                <a:cubicBezTo>
                  <a:pt x="209" y="103"/>
                  <a:pt x="205" y="110"/>
                  <a:pt x="199" y="114"/>
                </a:cubicBezTo>
                <a:cubicBezTo>
                  <a:pt x="200" y="117"/>
                  <a:pt x="201" y="121"/>
                  <a:pt x="201" y="124"/>
                </a:cubicBezTo>
                <a:cubicBezTo>
                  <a:pt x="201" y="133"/>
                  <a:pt x="196" y="141"/>
                  <a:pt x="188" y="144"/>
                </a:cubicBezTo>
                <a:cubicBezTo>
                  <a:pt x="190" y="148"/>
                  <a:pt x="191" y="151"/>
                  <a:pt x="191" y="155"/>
                </a:cubicBezTo>
                <a:cubicBezTo>
                  <a:pt x="191" y="163"/>
                  <a:pt x="187" y="170"/>
                  <a:pt x="180" y="174"/>
                </a:cubicBezTo>
                <a:cubicBezTo>
                  <a:pt x="180" y="175"/>
                  <a:pt x="181" y="177"/>
                  <a:pt x="181" y="179"/>
                </a:cubicBezTo>
                <a:cubicBezTo>
                  <a:pt x="181" y="180"/>
                  <a:pt x="181" y="180"/>
                  <a:pt x="181" y="180"/>
                </a:cubicBezTo>
                <a:cubicBezTo>
                  <a:pt x="181" y="191"/>
                  <a:pt x="171" y="200"/>
                  <a:pt x="160" y="200"/>
                </a:cubicBezTo>
                <a:cubicBezTo>
                  <a:pt x="72" y="200"/>
                  <a:pt x="72" y="200"/>
                  <a:pt x="72" y="200"/>
                </a:cubicBezTo>
                <a:cubicBezTo>
                  <a:pt x="69" y="200"/>
                  <a:pt x="66" y="199"/>
                  <a:pt x="63" y="198"/>
                </a:cubicBezTo>
                <a:cubicBezTo>
                  <a:pt x="61" y="205"/>
                  <a:pt x="52" y="205"/>
                  <a:pt x="48" y="205"/>
                </a:cubicBezTo>
                <a:moveTo>
                  <a:pt x="15" y="102"/>
                </a:moveTo>
                <a:cubicBezTo>
                  <a:pt x="8" y="102"/>
                  <a:pt x="8" y="104"/>
                  <a:pt x="8" y="105"/>
                </a:cubicBezTo>
                <a:cubicBezTo>
                  <a:pt x="12" y="194"/>
                  <a:pt x="12" y="194"/>
                  <a:pt x="12" y="194"/>
                </a:cubicBezTo>
                <a:cubicBezTo>
                  <a:pt x="12" y="196"/>
                  <a:pt x="12" y="197"/>
                  <a:pt x="19" y="197"/>
                </a:cubicBezTo>
                <a:cubicBezTo>
                  <a:pt x="48" y="197"/>
                  <a:pt x="48" y="197"/>
                  <a:pt x="48" y="197"/>
                </a:cubicBezTo>
                <a:cubicBezTo>
                  <a:pt x="56" y="197"/>
                  <a:pt x="56" y="196"/>
                  <a:pt x="56" y="194"/>
                </a:cubicBezTo>
                <a:cubicBezTo>
                  <a:pt x="56" y="180"/>
                  <a:pt x="56" y="180"/>
                  <a:pt x="56" y="180"/>
                </a:cubicBezTo>
                <a:cubicBezTo>
                  <a:pt x="63" y="187"/>
                  <a:pt x="63" y="187"/>
                  <a:pt x="63" y="187"/>
                </a:cubicBezTo>
                <a:cubicBezTo>
                  <a:pt x="65" y="190"/>
                  <a:pt x="69" y="192"/>
                  <a:pt x="72" y="192"/>
                </a:cubicBezTo>
                <a:cubicBezTo>
                  <a:pt x="160" y="192"/>
                  <a:pt x="160" y="192"/>
                  <a:pt x="160" y="192"/>
                </a:cubicBezTo>
                <a:cubicBezTo>
                  <a:pt x="167" y="192"/>
                  <a:pt x="173" y="186"/>
                  <a:pt x="173" y="180"/>
                </a:cubicBezTo>
                <a:cubicBezTo>
                  <a:pt x="173" y="179"/>
                  <a:pt x="173" y="179"/>
                  <a:pt x="173" y="179"/>
                </a:cubicBezTo>
                <a:cubicBezTo>
                  <a:pt x="173" y="177"/>
                  <a:pt x="172" y="175"/>
                  <a:pt x="171" y="173"/>
                </a:cubicBezTo>
                <a:cubicBezTo>
                  <a:pt x="170" y="169"/>
                  <a:pt x="170" y="169"/>
                  <a:pt x="170" y="169"/>
                </a:cubicBezTo>
                <a:cubicBezTo>
                  <a:pt x="174" y="168"/>
                  <a:pt x="174" y="168"/>
                  <a:pt x="174" y="168"/>
                </a:cubicBezTo>
                <a:cubicBezTo>
                  <a:pt x="179" y="166"/>
                  <a:pt x="183" y="161"/>
                  <a:pt x="183" y="156"/>
                </a:cubicBezTo>
                <a:cubicBezTo>
                  <a:pt x="183" y="151"/>
                  <a:pt x="181" y="147"/>
                  <a:pt x="178" y="144"/>
                </a:cubicBezTo>
                <a:cubicBezTo>
                  <a:pt x="171" y="138"/>
                  <a:pt x="171" y="138"/>
                  <a:pt x="171" y="138"/>
                </a:cubicBezTo>
                <a:cubicBezTo>
                  <a:pt x="181" y="137"/>
                  <a:pt x="181" y="137"/>
                  <a:pt x="181" y="137"/>
                </a:cubicBezTo>
                <a:cubicBezTo>
                  <a:pt x="188" y="137"/>
                  <a:pt x="193" y="132"/>
                  <a:pt x="193" y="125"/>
                </a:cubicBezTo>
                <a:cubicBezTo>
                  <a:pt x="193" y="121"/>
                  <a:pt x="192" y="117"/>
                  <a:pt x="189" y="114"/>
                </a:cubicBezTo>
                <a:cubicBezTo>
                  <a:pt x="185" y="110"/>
                  <a:pt x="185" y="110"/>
                  <a:pt x="185" y="110"/>
                </a:cubicBezTo>
                <a:cubicBezTo>
                  <a:pt x="191" y="108"/>
                  <a:pt x="191" y="108"/>
                  <a:pt x="191" y="108"/>
                </a:cubicBezTo>
                <a:cubicBezTo>
                  <a:pt x="197" y="106"/>
                  <a:pt x="201" y="101"/>
                  <a:pt x="201" y="96"/>
                </a:cubicBezTo>
                <a:cubicBezTo>
                  <a:pt x="201" y="87"/>
                  <a:pt x="194" y="81"/>
                  <a:pt x="186" y="81"/>
                </a:cubicBezTo>
                <a:cubicBezTo>
                  <a:pt x="112" y="81"/>
                  <a:pt x="112" y="81"/>
                  <a:pt x="112" y="81"/>
                </a:cubicBezTo>
                <a:cubicBezTo>
                  <a:pt x="115" y="75"/>
                  <a:pt x="115" y="75"/>
                  <a:pt x="115" y="75"/>
                </a:cubicBezTo>
                <a:cubicBezTo>
                  <a:pt x="116" y="72"/>
                  <a:pt x="119" y="63"/>
                  <a:pt x="117" y="34"/>
                </a:cubicBezTo>
                <a:cubicBezTo>
                  <a:pt x="116" y="24"/>
                  <a:pt x="110" y="8"/>
                  <a:pt x="96" y="8"/>
                </a:cubicBezTo>
                <a:cubicBezTo>
                  <a:pt x="94" y="8"/>
                  <a:pt x="92" y="9"/>
                  <a:pt x="92" y="10"/>
                </a:cubicBezTo>
                <a:cubicBezTo>
                  <a:pt x="88" y="13"/>
                  <a:pt x="89" y="23"/>
                  <a:pt x="89" y="30"/>
                </a:cubicBezTo>
                <a:cubicBezTo>
                  <a:pt x="89" y="33"/>
                  <a:pt x="89" y="35"/>
                  <a:pt x="89" y="37"/>
                </a:cubicBezTo>
                <a:cubicBezTo>
                  <a:pt x="89" y="50"/>
                  <a:pt x="74" y="99"/>
                  <a:pt x="55" y="109"/>
                </a:cubicBezTo>
                <a:cubicBezTo>
                  <a:pt x="54" y="109"/>
                  <a:pt x="54" y="109"/>
                  <a:pt x="54" y="109"/>
                </a:cubicBezTo>
                <a:cubicBezTo>
                  <a:pt x="48" y="109"/>
                  <a:pt x="48" y="109"/>
                  <a:pt x="48" y="109"/>
                </a:cubicBezTo>
                <a:cubicBezTo>
                  <a:pt x="48" y="105"/>
                  <a:pt x="48" y="105"/>
                  <a:pt x="48" y="105"/>
                </a:cubicBezTo>
                <a:cubicBezTo>
                  <a:pt x="48" y="104"/>
                  <a:pt x="48" y="102"/>
                  <a:pt x="41" y="102"/>
                </a:cubicBezTo>
                <a:lnTo>
                  <a:pt x="15" y="102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C025E6BA-5E44-4988-A449-AEFF6EDAB846}"/>
              </a:ext>
            </a:extLst>
          </p:cNvPr>
          <p:cNvSpPr>
            <a:spLocks noGrp="1"/>
          </p:cNvSpPr>
          <p:nvPr/>
        </p:nvSpPr>
        <p:spPr>
          <a:xfrm>
            <a:off x="4145274" y="4096256"/>
            <a:ext cx="627396" cy="624924"/>
          </a:xfrm>
          <a:custGeom>
            <a:avLst/>
            <a:gdLst/>
            <a:ahLst/>
            <a:cxnLst/>
            <a:rect l="0" t="0" r="r" b="b"/>
            <a:pathLst>
              <a:path w="172" h="172">
                <a:moveTo>
                  <a:pt x="86" y="21"/>
                </a:moveTo>
                <a:cubicBezTo>
                  <a:pt x="122" y="21"/>
                  <a:pt x="151" y="50"/>
                  <a:pt x="151" y="86"/>
                </a:cubicBezTo>
                <a:cubicBezTo>
                  <a:pt x="151" y="122"/>
                  <a:pt x="122" y="151"/>
                  <a:pt x="86" y="151"/>
                </a:cubicBezTo>
                <a:cubicBezTo>
                  <a:pt x="50" y="151"/>
                  <a:pt x="21" y="122"/>
                  <a:pt x="21" y="86"/>
                </a:cubicBezTo>
                <a:cubicBezTo>
                  <a:pt x="21" y="50"/>
                  <a:pt x="50" y="21"/>
                  <a:pt x="86" y="21"/>
                </a:cubicBezTo>
                <a:moveTo>
                  <a:pt x="86" y="0"/>
                </a:moveTo>
                <a:cubicBezTo>
                  <a:pt x="38" y="0"/>
                  <a:pt x="0" y="38"/>
                  <a:pt x="0" y="86"/>
                </a:cubicBezTo>
                <a:cubicBezTo>
                  <a:pt x="0" y="134"/>
                  <a:pt x="38" y="172"/>
                  <a:pt x="86" y="172"/>
                </a:cubicBezTo>
                <a:cubicBezTo>
                  <a:pt x="134" y="172"/>
                  <a:pt x="172" y="134"/>
                  <a:pt x="172" y="86"/>
                </a:cubicBezTo>
                <a:cubicBezTo>
                  <a:pt x="172" y="38"/>
                  <a:pt x="134" y="0"/>
                  <a:pt x="86" y="0"/>
                </a:cubicBezTo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FD87B9EE-9546-41B8-9D3B-00BFC723ECC1}"/>
              </a:ext>
            </a:extLst>
          </p:cNvPr>
          <p:cNvSpPr>
            <a:spLocks noGrp="1"/>
          </p:cNvSpPr>
          <p:nvPr/>
        </p:nvSpPr>
        <p:spPr>
          <a:xfrm>
            <a:off x="4419450" y="4212349"/>
            <a:ext cx="158083" cy="311227"/>
          </a:xfrm>
          <a:custGeom>
            <a:avLst/>
            <a:gdLst/>
            <a:ahLst/>
            <a:cxnLst/>
            <a:rect l="0" t="0" r="r" b="b"/>
            <a:pathLst>
              <a:path w="44" h="86">
                <a:moveTo>
                  <a:pt x="33" y="86"/>
                </a:moveTo>
                <a:cubicBezTo>
                  <a:pt x="30" y="86"/>
                  <a:pt x="27" y="85"/>
                  <a:pt x="25" y="83"/>
                </a:cubicBezTo>
                <a:cubicBezTo>
                  <a:pt x="3" y="62"/>
                  <a:pt x="3" y="62"/>
                  <a:pt x="3" y="62"/>
                </a:cubicBezTo>
                <a:cubicBezTo>
                  <a:pt x="1" y="60"/>
                  <a:pt x="0" y="57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7" y="0"/>
                  <a:pt x="22" y="5"/>
                  <a:pt x="22" y="11"/>
                </a:cubicBezTo>
                <a:cubicBezTo>
                  <a:pt x="22" y="50"/>
                  <a:pt x="22" y="50"/>
                  <a:pt x="22" y="50"/>
                </a:cubicBezTo>
                <a:cubicBezTo>
                  <a:pt x="40" y="68"/>
                  <a:pt x="40" y="68"/>
                  <a:pt x="40" y="68"/>
                </a:cubicBezTo>
                <a:cubicBezTo>
                  <a:pt x="44" y="72"/>
                  <a:pt x="44" y="79"/>
                  <a:pt x="40" y="83"/>
                </a:cubicBezTo>
                <a:cubicBezTo>
                  <a:pt x="38" y="85"/>
                  <a:pt x="35" y="86"/>
                  <a:pt x="33" y="86"/>
                </a:cubicBezTo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9" name="Oval 131">
            <a:extLst>
              <a:ext uri="{FF2B5EF4-FFF2-40B4-BE49-F238E27FC236}">
                <a16:creationId xmlns:a16="http://schemas.microsoft.com/office/drawing/2014/main" id="{01DD86FA-C761-4C6C-B63F-31EE9C145FC9}"/>
              </a:ext>
            </a:extLst>
          </p:cNvPr>
          <p:cNvSpPr>
            <a:spLocks noGrp="1"/>
          </p:cNvSpPr>
          <p:nvPr/>
        </p:nvSpPr>
        <p:spPr>
          <a:xfrm>
            <a:off x="6097321" y="1356016"/>
            <a:ext cx="258513" cy="261822"/>
          </a:xfrm>
          <a:prstGeom prst="ellipse">
            <a:avLst/>
          </a:pr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0" name="Freeform 134">
            <a:extLst>
              <a:ext uri="{FF2B5EF4-FFF2-40B4-BE49-F238E27FC236}">
                <a16:creationId xmlns:a16="http://schemas.microsoft.com/office/drawing/2014/main" id="{E01DEDF8-BEF0-49A5-B1B7-4232482AC8E9}"/>
              </a:ext>
            </a:extLst>
          </p:cNvPr>
          <p:cNvSpPr>
            <a:spLocks noGrp="1"/>
          </p:cNvSpPr>
          <p:nvPr/>
        </p:nvSpPr>
        <p:spPr>
          <a:xfrm>
            <a:off x="5939340" y="1658672"/>
            <a:ext cx="574476" cy="249810"/>
          </a:xfrm>
          <a:custGeom>
            <a:avLst/>
            <a:gdLst/>
            <a:ahLst/>
            <a:cxnLst/>
            <a:rect l="0" t="0" r="r" b="b"/>
            <a:pathLst>
              <a:path w="200" h="87">
                <a:moveTo>
                  <a:pt x="35" y="87"/>
                </a:moveTo>
                <a:cubicBezTo>
                  <a:pt x="35" y="72"/>
                  <a:pt x="35" y="72"/>
                  <a:pt x="35" y="72"/>
                </a:cubicBezTo>
                <a:cubicBezTo>
                  <a:pt x="46" y="72"/>
                  <a:pt x="46" y="72"/>
                  <a:pt x="46" y="72"/>
                </a:cubicBezTo>
                <a:cubicBezTo>
                  <a:pt x="46" y="87"/>
                  <a:pt x="46" y="87"/>
                  <a:pt x="46" y="87"/>
                </a:cubicBezTo>
                <a:cubicBezTo>
                  <a:pt x="155" y="87"/>
                  <a:pt x="155" y="87"/>
                  <a:pt x="155" y="87"/>
                </a:cubicBezTo>
                <a:cubicBezTo>
                  <a:pt x="155" y="72"/>
                  <a:pt x="155" y="72"/>
                  <a:pt x="155" y="72"/>
                </a:cubicBezTo>
                <a:cubicBezTo>
                  <a:pt x="166" y="72"/>
                  <a:pt x="166" y="72"/>
                  <a:pt x="166" y="72"/>
                </a:cubicBezTo>
                <a:cubicBezTo>
                  <a:pt x="166" y="87"/>
                  <a:pt x="166" y="87"/>
                  <a:pt x="166" y="87"/>
                </a:cubicBezTo>
                <a:cubicBezTo>
                  <a:pt x="199" y="87"/>
                  <a:pt x="199" y="87"/>
                  <a:pt x="199" y="87"/>
                </a:cubicBezTo>
                <a:cubicBezTo>
                  <a:pt x="199" y="47"/>
                  <a:pt x="200" y="43"/>
                  <a:pt x="200" y="43"/>
                </a:cubicBezTo>
                <a:cubicBezTo>
                  <a:pt x="200" y="19"/>
                  <a:pt x="180" y="0"/>
                  <a:pt x="15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00" y="80"/>
                  <a:pt x="100" y="80"/>
                  <a:pt x="100" y="80"/>
                </a:cubicBezTo>
                <a:cubicBezTo>
                  <a:pt x="60" y="0"/>
                  <a:pt x="60" y="0"/>
                  <a:pt x="60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4" y="0"/>
                  <a:pt x="44" y="0"/>
                </a:cubicBezTo>
                <a:cubicBezTo>
                  <a:pt x="20" y="0"/>
                  <a:pt x="1" y="19"/>
                  <a:pt x="1" y="43"/>
                </a:cubicBezTo>
                <a:cubicBezTo>
                  <a:pt x="1" y="43"/>
                  <a:pt x="0" y="47"/>
                  <a:pt x="0" y="87"/>
                </a:cubicBezTo>
                <a:lnTo>
                  <a:pt x="35" y="87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2" name="Freeform 19">
            <a:extLst>
              <a:ext uri="{FF2B5EF4-FFF2-40B4-BE49-F238E27FC236}">
                <a16:creationId xmlns:a16="http://schemas.microsoft.com/office/drawing/2014/main" id="{13054E3A-FA29-4F15-B56F-9C54FD5B21E9}"/>
              </a:ext>
            </a:extLst>
          </p:cNvPr>
          <p:cNvSpPr>
            <a:spLocks noGrp="1"/>
          </p:cNvSpPr>
          <p:nvPr/>
        </p:nvSpPr>
        <p:spPr>
          <a:xfrm>
            <a:off x="6020121" y="5461855"/>
            <a:ext cx="106333" cy="187114"/>
          </a:xfrm>
          <a:custGeom>
            <a:avLst/>
            <a:gdLst/>
            <a:ahLst/>
            <a:cxnLst/>
            <a:rect l="0" t="0" r="r" b="b"/>
            <a:pathLst>
              <a:path w="54" h="95">
                <a:moveTo>
                  <a:pt x="4" y="95"/>
                </a:moveTo>
                <a:cubicBezTo>
                  <a:pt x="49" y="95"/>
                  <a:pt x="49" y="95"/>
                  <a:pt x="49" y="95"/>
                </a:cubicBezTo>
                <a:cubicBezTo>
                  <a:pt x="52" y="95"/>
                  <a:pt x="54" y="93"/>
                  <a:pt x="54" y="90"/>
                </a:cubicBezTo>
                <a:cubicBezTo>
                  <a:pt x="54" y="4"/>
                  <a:pt x="54" y="4"/>
                  <a:pt x="54" y="4"/>
                </a:cubicBezTo>
                <a:cubicBezTo>
                  <a:pt x="54" y="2"/>
                  <a:pt x="52" y="0"/>
                  <a:pt x="49" y="0"/>
                </a:cubicBezTo>
                <a:cubicBezTo>
                  <a:pt x="4" y="0"/>
                  <a:pt x="4" y="0"/>
                  <a:pt x="4" y="0"/>
                </a:cubicBezTo>
                <a:cubicBezTo>
                  <a:pt x="2" y="0"/>
                  <a:pt x="0" y="2"/>
                  <a:pt x="0" y="4"/>
                </a:cubicBezTo>
                <a:cubicBezTo>
                  <a:pt x="0" y="90"/>
                  <a:pt x="0" y="90"/>
                  <a:pt x="0" y="90"/>
                </a:cubicBezTo>
                <a:cubicBezTo>
                  <a:pt x="0" y="93"/>
                  <a:pt x="2" y="95"/>
                  <a:pt x="4" y="95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3" name="Freeform 20">
            <a:extLst>
              <a:ext uri="{FF2B5EF4-FFF2-40B4-BE49-F238E27FC236}">
                <a16:creationId xmlns:a16="http://schemas.microsoft.com/office/drawing/2014/main" id="{B4438D78-ECE2-412A-94B6-1FE9862597EE}"/>
              </a:ext>
            </a:extLst>
          </p:cNvPr>
          <p:cNvSpPr>
            <a:spLocks noGrp="1"/>
          </p:cNvSpPr>
          <p:nvPr/>
        </p:nvSpPr>
        <p:spPr>
          <a:xfrm>
            <a:off x="6173438" y="5392615"/>
            <a:ext cx="106333" cy="256354"/>
          </a:xfrm>
          <a:custGeom>
            <a:avLst/>
            <a:gdLst/>
            <a:ahLst/>
            <a:cxnLst/>
            <a:rect l="0" t="0" r="r" b="b"/>
            <a:pathLst>
              <a:path w="54" h="130">
                <a:moveTo>
                  <a:pt x="5" y="130"/>
                </a:moveTo>
                <a:cubicBezTo>
                  <a:pt x="50" y="130"/>
                  <a:pt x="50" y="130"/>
                  <a:pt x="50" y="130"/>
                </a:cubicBezTo>
                <a:cubicBezTo>
                  <a:pt x="52" y="130"/>
                  <a:pt x="54" y="128"/>
                  <a:pt x="54" y="125"/>
                </a:cubicBezTo>
                <a:cubicBezTo>
                  <a:pt x="54" y="5"/>
                  <a:pt x="54" y="5"/>
                  <a:pt x="54" y="5"/>
                </a:cubicBezTo>
                <a:cubicBezTo>
                  <a:pt x="54" y="2"/>
                  <a:pt x="52" y="0"/>
                  <a:pt x="50" y="0"/>
                </a:cubicBezTo>
                <a:cubicBezTo>
                  <a:pt x="5" y="0"/>
                  <a:pt x="5" y="0"/>
                  <a:pt x="5" y="0"/>
                </a:cubicBezTo>
                <a:cubicBezTo>
                  <a:pt x="2" y="0"/>
                  <a:pt x="0" y="2"/>
                  <a:pt x="0" y="5"/>
                </a:cubicBezTo>
                <a:cubicBezTo>
                  <a:pt x="0" y="125"/>
                  <a:pt x="0" y="125"/>
                  <a:pt x="0" y="125"/>
                </a:cubicBezTo>
                <a:cubicBezTo>
                  <a:pt x="0" y="128"/>
                  <a:pt x="2" y="130"/>
                  <a:pt x="5" y="130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4" name="Freeform 21">
            <a:extLst>
              <a:ext uri="{FF2B5EF4-FFF2-40B4-BE49-F238E27FC236}">
                <a16:creationId xmlns:a16="http://schemas.microsoft.com/office/drawing/2014/main" id="{D073C53D-3CD1-4F5A-A71D-650E0DAEDCA5}"/>
              </a:ext>
            </a:extLst>
          </p:cNvPr>
          <p:cNvSpPr>
            <a:spLocks noGrp="1"/>
          </p:cNvSpPr>
          <p:nvPr/>
        </p:nvSpPr>
        <p:spPr>
          <a:xfrm>
            <a:off x="6328405" y="5335740"/>
            <a:ext cx="106333" cy="313231"/>
          </a:xfrm>
          <a:custGeom>
            <a:avLst/>
            <a:gdLst/>
            <a:ahLst/>
            <a:cxnLst/>
            <a:rect l="0" t="0" r="r" b="b"/>
            <a:pathLst>
              <a:path w="54" h="159">
                <a:moveTo>
                  <a:pt x="4" y="159"/>
                </a:moveTo>
                <a:cubicBezTo>
                  <a:pt x="49" y="159"/>
                  <a:pt x="49" y="159"/>
                  <a:pt x="49" y="159"/>
                </a:cubicBezTo>
                <a:cubicBezTo>
                  <a:pt x="52" y="159"/>
                  <a:pt x="54" y="157"/>
                  <a:pt x="54" y="154"/>
                </a:cubicBezTo>
                <a:cubicBezTo>
                  <a:pt x="54" y="5"/>
                  <a:pt x="54" y="5"/>
                  <a:pt x="54" y="5"/>
                </a:cubicBezTo>
                <a:cubicBezTo>
                  <a:pt x="54" y="2"/>
                  <a:pt x="52" y="0"/>
                  <a:pt x="49" y="0"/>
                </a:cubicBezTo>
                <a:cubicBezTo>
                  <a:pt x="4" y="0"/>
                  <a:pt x="4" y="0"/>
                  <a:pt x="4" y="0"/>
                </a:cubicBezTo>
                <a:cubicBezTo>
                  <a:pt x="2" y="0"/>
                  <a:pt x="0" y="2"/>
                  <a:pt x="0" y="5"/>
                </a:cubicBezTo>
                <a:cubicBezTo>
                  <a:pt x="0" y="154"/>
                  <a:pt x="0" y="154"/>
                  <a:pt x="0" y="154"/>
                </a:cubicBezTo>
                <a:cubicBezTo>
                  <a:pt x="0" y="157"/>
                  <a:pt x="2" y="159"/>
                  <a:pt x="4" y="159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5" name="Freeform 22">
            <a:extLst>
              <a:ext uri="{FF2B5EF4-FFF2-40B4-BE49-F238E27FC236}">
                <a16:creationId xmlns:a16="http://schemas.microsoft.com/office/drawing/2014/main" id="{9A342C8A-B277-43D2-BE69-37E18711C121}"/>
              </a:ext>
            </a:extLst>
          </p:cNvPr>
          <p:cNvSpPr>
            <a:spLocks noGrp="1"/>
          </p:cNvSpPr>
          <p:nvPr/>
        </p:nvSpPr>
        <p:spPr>
          <a:xfrm>
            <a:off x="5939340" y="5272269"/>
            <a:ext cx="519302" cy="450063"/>
          </a:xfrm>
          <a:custGeom>
            <a:avLst/>
            <a:gdLst/>
            <a:ahLst/>
            <a:cxnLst/>
            <a:rect l="0" t="0" r="r" b="b"/>
            <a:pathLst>
              <a:path w="264" h="228">
                <a:moveTo>
                  <a:pt x="253" y="206"/>
                </a:moveTo>
                <a:cubicBezTo>
                  <a:pt x="23" y="206"/>
                  <a:pt x="23" y="206"/>
                  <a:pt x="23" y="206"/>
                </a:cubicBezTo>
                <a:cubicBezTo>
                  <a:pt x="22" y="206"/>
                  <a:pt x="22" y="206"/>
                  <a:pt x="22" y="206"/>
                </a:cubicBezTo>
                <a:cubicBezTo>
                  <a:pt x="22" y="11"/>
                  <a:pt x="22" y="11"/>
                  <a:pt x="22" y="11"/>
                </a:cubicBezTo>
                <a:cubicBezTo>
                  <a:pt x="22" y="5"/>
                  <a:pt x="17" y="0"/>
                  <a:pt x="11" y="0"/>
                </a:cubicBezTo>
                <a:cubicBezTo>
                  <a:pt x="5" y="0"/>
                  <a:pt x="0" y="5"/>
                  <a:pt x="0" y="11"/>
                </a:cubicBezTo>
                <a:cubicBezTo>
                  <a:pt x="0" y="206"/>
                  <a:pt x="0" y="206"/>
                  <a:pt x="0" y="206"/>
                </a:cubicBezTo>
                <a:cubicBezTo>
                  <a:pt x="0" y="218"/>
                  <a:pt x="10" y="228"/>
                  <a:pt x="23" y="228"/>
                </a:cubicBezTo>
                <a:cubicBezTo>
                  <a:pt x="253" y="228"/>
                  <a:pt x="253" y="228"/>
                  <a:pt x="253" y="228"/>
                </a:cubicBezTo>
                <a:cubicBezTo>
                  <a:pt x="259" y="228"/>
                  <a:pt x="264" y="223"/>
                  <a:pt x="264" y="217"/>
                </a:cubicBezTo>
                <a:cubicBezTo>
                  <a:pt x="264" y="211"/>
                  <a:pt x="259" y="206"/>
                  <a:pt x="253" y="206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7" name="Freeform 136">
            <a:extLst>
              <a:ext uri="{FF2B5EF4-FFF2-40B4-BE49-F238E27FC236}">
                <a16:creationId xmlns:a16="http://schemas.microsoft.com/office/drawing/2014/main" id="{5EDC9D7F-0FF4-42EC-906E-2E1DB8AF26B5}"/>
              </a:ext>
            </a:extLst>
          </p:cNvPr>
          <p:cNvSpPr>
            <a:spLocks noGrp="1"/>
          </p:cNvSpPr>
          <p:nvPr/>
        </p:nvSpPr>
        <p:spPr>
          <a:xfrm>
            <a:off x="7890684" y="3584604"/>
            <a:ext cx="478012" cy="207960"/>
          </a:xfrm>
          <a:custGeom>
            <a:avLst/>
            <a:gdLst/>
            <a:ahLst/>
            <a:cxnLst/>
            <a:rect l="0" t="0" r="r" b="b"/>
            <a:pathLst>
              <a:path w="205" h="89">
                <a:moveTo>
                  <a:pt x="103" y="19"/>
                </a:moveTo>
                <a:cubicBezTo>
                  <a:pt x="82" y="19"/>
                  <a:pt x="62" y="12"/>
                  <a:pt x="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79"/>
                  <a:pt x="10" y="89"/>
                  <a:pt x="22" y="89"/>
                </a:cubicBezTo>
                <a:cubicBezTo>
                  <a:pt x="183" y="89"/>
                  <a:pt x="183" y="89"/>
                  <a:pt x="183" y="89"/>
                </a:cubicBezTo>
                <a:cubicBezTo>
                  <a:pt x="195" y="89"/>
                  <a:pt x="205" y="79"/>
                  <a:pt x="205" y="67"/>
                </a:cubicBezTo>
                <a:cubicBezTo>
                  <a:pt x="205" y="0"/>
                  <a:pt x="205" y="0"/>
                  <a:pt x="205" y="0"/>
                </a:cubicBezTo>
                <a:cubicBezTo>
                  <a:pt x="158" y="0"/>
                  <a:pt x="158" y="0"/>
                  <a:pt x="158" y="0"/>
                </a:cubicBezTo>
                <a:cubicBezTo>
                  <a:pt x="143" y="12"/>
                  <a:pt x="124" y="19"/>
                  <a:pt x="103" y="19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8" name="Freeform 137">
            <a:extLst>
              <a:ext uri="{FF2B5EF4-FFF2-40B4-BE49-F238E27FC236}">
                <a16:creationId xmlns:a16="http://schemas.microsoft.com/office/drawing/2014/main" id="{93968557-E988-46DA-B741-639CFDD79985}"/>
              </a:ext>
            </a:extLst>
          </p:cNvPr>
          <p:cNvSpPr>
            <a:spLocks noGrp="1"/>
          </p:cNvSpPr>
          <p:nvPr/>
        </p:nvSpPr>
        <p:spPr>
          <a:xfrm>
            <a:off x="7890684" y="3319480"/>
            <a:ext cx="478012" cy="274980"/>
          </a:xfrm>
          <a:custGeom>
            <a:avLst/>
            <a:gdLst/>
            <a:ahLst/>
            <a:cxnLst/>
            <a:rect l="0" t="0" r="r" b="b"/>
            <a:pathLst>
              <a:path w="205" h="118">
                <a:moveTo>
                  <a:pt x="183" y="42"/>
                </a:moveTo>
                <a:cubicBezTo>
                  <a:pt x="180" y="42"/>
                  <a:pt x="180" y="42"/>
                  <a:pt x="180" y="42"/>
                </a:cubicBezTo>
                <a:cubicBezTo>
                  <a:pt x="154" y="42"/>
                  <a:pt x="154" y="42"/>
                  <a:pt x="154" y="42"/>
                </a:cubicBezTo>
                <a:cubicBezTo>
                  <a:pt x="154" y="22"/>
                  <a:pt x="154" y="22"/>
                  <a:pt x="154" y="22"/>
                </a:cubicBezTo>
                <a:cubicBezTo>
                  <a:pt x="154" y="10"/>
                  <a:pt x="144" y="0"/>
                  <a:pt x="132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61" y="0"/>
                  <a:pt x="51" y="10"/>
                  <a:pt x="51" y="22"/>
                </a:cubicBezTo>
                <a:cubicBezTo>
                  <a:pt x="51" y="42"/>
                  <a:pt x="51" y="42"/>
                  <a:pt x="51" y="42"/>
                </a:cubicBezTo>
                <a:cubicBezTo>
                  <a:pt x="25" y="42"/>
                  <a:pt x="25" y="42"/>
                  <a:pt x="25" y="42"/>
                </a:cubicBezTo>
                <a:cubicBezTo>
                  <a:pt x="22" y="42"/>
                  <a:pt x="22" y="42"/>
                  <a:pt x="22" y="42"/>
                </a:cubicBezTo>
                <a:cubicBezTo>
                  <a:pt x="10" y="42"/>
                  <a:pt x="0" y="52"/>
                  <a:pt x="0" y="64"/>
                </a:cubicBezTo>
                <a:cubicBezTo>
                  <a:pt x="0" y="101"/>
                  <a:pt x="0" y="101"/>
                  <a:pt x="0" y="101"/>
                </a:cubicBezTo>
                <a:cubicBezTo>
                  <a:pt x="54" y="101"/>
                  <a:pt x="54" y="101"/>
                  <a:pt x="54" y="101"/>
                </a:cubicBezTo>
                <a:cubicBezTo>
                  <a:pt x="67" y="112"/>
                  <a:pt x="84" y="118"/>
                  <a:pt x="103" y="118"/>
                </a:cubicBezTo>
                <a:cubicBezTo>
                  <a:pt x="121" y="118"/>
                  <a:pt x="138" y="112"/>
                  <a:pt x="151" y="101"/>
                </a:cubicBezTo>
                <a:cubicBezTo>
                  <a:pt x="205" y="101"/>
                  <a:pt x="205" y="101"/>
                  <a:pt x="205" y="101"/>
                </a:cubicBezTo>
                <a:cubicBezTo>
                  <a:pt x="205" y="64"/>
                  <a:pt x="205" y="64"/>
                  <a:pt x="205" y="64"/>
                </a:cubicBezTo>
                <a:cubicBezTo>
                  <a:pt x="205" y="52"/>
                  <a:pt x="195" y="42"/>
                  <a:pt x="183" y="42"/>
                </a:cubicBezTo>
                <a:close/>
                <a:moveTo>
                  <a:pt x="67" y="26"/>
                </a:moveTo>
                <a:cubicBezTo>
                  <a:pt x="67" y="22"/>
                  <a:pt x="67" y="22"/>
                  <a:pt x="67" y="22"/>
                </a:cubicBezTo>
                <a:cubicBezTo>
                  <a:pt x="67" y="19"/>
                  <a:pt x="70" y="17"/>
                  <a:pt x="73" y="17"/>
                </a:cubicBezTo>
                <a:cubicBezTo>
                  <a:pt x="132" y="17"/>
                  <a:pt x="132" y="17"/>
                  <a:pt x="132" y="17"/>
                </a:cubicBezTo>
                <a:cubicBezTo>
                  <a:pt x="135" y="17"/>
                  <a:pt x="138" y="19"/>
                  <a:pt x="138" y="22"/>
                </a:cubicBezTo>
                <a:cubicBezTo>
                  <a:pt x="138" y="26"/>
                  <a:pt x="138" y="26"/>
                  <a:pt x="138" y="26"/>
                </a:cubicBezTo>
                <a:cubicBezTo>
                  <a:pt x="138" y="42"/>
                  <a:pt x="138" y="42"/>
                  <a:pt x="138" y="42"/>
                </a:cubicBezTo>
                <a:cubicBezTo>
                  <a:pt x="67" y="42"/>
                  <a:pt x="67" y="42"/>
                  <a:pt x="67" y="42"/>
                </a:cubicBezTo>
                <a:lnTo>
                  <a:pt x="67" y="26"/>
                </a:lnTo>
                <a:close/>
                <a:moveTo>
                  <a:pt x="101" y="101"/>
                </a:moveTo>
                <a:cubicBezTo>
                  <a:pt x="92" y="101"/>
                  <a:pt x="85" y="94"/>
                  <a:pt x="85" y="86"/>
                </a:cubicBezTo>
                <a:cubicBezTo>
                  <a:pt x="85" y="77"/>
                  <a:pt x="92" y="70"/>
                  <a:pt x="101" y="70"/>
                </a:cubicBezTo>
                <a:cubicBezTo>
                  <a:pt x="110" y="70"/>
                  <a:pt x="117" y="77"/>
                  <a:pt x="117" y="86"/>
                </a:cubicBezTo>
                <a:cubicBezTo>
                  <a:pt x="117" y="94"/>
                  <a:pt x="110" y="101"/>
                  <a:pt x="101" y="101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9" name="Rectangle 89">
            <a:extLst>
              <a:ext uri="{FF2B5EF4-FFF2-40B4-BE49-F238E27FC236}">
                <a16:creationId xmlns:a16="http://schemas.microsoft.com/office/drawing/2014/main" id="{3E7E0F00-4711-42A6-B047-B2D441CA5C79}"/>
              </a:ext>
            </a:extLst>
          </p:cNvPr>
          <p:cNvSpPr>
            <a:spLocks noGrp="1"/>
          </p:cNvSpPr>
          <p:nvPr/>
        </p:nvSpPr>
        <p:spPr>
          <a:xfrm>
            <a:off x="7632163" y="1773408"/>
            <a:ext cx="335007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40" name="Rectangle 89">
            <a:extLst>
              <a:ext uri="{FF2B5EF4-FFF2-40B4-BE49-F238E27FC236}">
                <a16:creationId xmlns:a16="http://schemas.microsoft.com/office/drawing/2014/main" id="{F3B056F7-C68D-4D4A-A3BF-67C3ACE44219}"/>
              </a:ext>
            </a:extLst>
          </p:cNvPr>
          <p:cNvSpPr>
            <a:spLocks noGrp="1"/>
          </p:cNvSpPr>
          <p:nvPr/>
        </p:nvSpPr>
        <p:spPr>
          <a:xfrm>
            <a:off x="1125781" y="2588089"/>
            <a:ext cx="3459514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41" name="Rectangle 89">
            <a:extLst>
              <a:ext uri="{FF2B5EF4-FFF2-40B4-BE49-F238E27FC236}">
                <a16:creationId xmlns:a16="http://schemas.microsoft.com/office/drawing/2014/main" id="{FBC113D8-987B-444C-94C5-B18054506A48}"/>
              </a:ext>
            </a:extLst>
          </p:cNvPr>
          <p:cNvSpPr>
            <a:spLocks noGrp="1"/>
          </p:cNvSpPr>
          <p:nvPr/>
        </p:nvSpPr>
        <p:spPr>
          <a:xfrm>
            <a:off x="7632163" y="4952306"/>
            <a:ext cx="335007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42" name="Rectangle 89">
            <a:extLst>
              <a:ext uri="{FF2B5EF4-FFF2-40B4-BE49-F238E27FC236}">
                <a16:creationId xmlns:a16="http://schemas.microsoft.com/office/drawing/2014/main" id="{E7F716F8-2A82-46E4-B062-2420885482A6}"/>
              </a:ext>
            </a:extLst>
          </p:cNvPr>
          <p:cNvSpPr>
            <a:spLocks noGrp="1"/>
          </p:cNvSpPr>
          <p:nvPr/>
        </p:nvSpPr>
        <p:spPr>
          <a:xfrm>
            <a:off x="1040056" y="4952306"/>
            <a:ext cx="3459514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7E42C7F-F5A6-4957-BFE6-F65E067628AE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6323A48-3879-42B0-A917-C7ECED5E67A9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TextBox 62">
            <a:extLst>
              <a:ext uri="{FF2B5EF4-FFF2-40B4-BE49-F238E27FC236}">
                <a16:creationId xmlns:a16="http://schemas.microsoft.com/office/drawing/2014/main" id="{E3E6A5F6-C3AB-4B1A-9F50-5ACEB5D2B7FA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63E80CB-EA45-46CC-A2F5-EE37558BAB89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256FBC3C-E658-4CA7-AF65-3564E56EA20F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4A1CF81-3957-4503-A00C-DF8BE3BF37D9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0" name="kicker-marker">
            <a:extLst>
              <a:ext uri="{FF2B5EF4-FFF2-40B4-BE49-F238E27FC236}">
                <a16:creationId xmlns:a16="http://schemas.microsoft.com/office/drawing/2014/main" id="{B3E94E3F-7CB2-4B7B-AFD0-96E49B587587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kicker-label">
            <a:extLst>
              <a:ext uri="{FF2B5EF4-FFF2-40B4-BE49-F238E27FC236}">
                <a16:creationId xmlns:a16="http://schemas.microsoft.com/office/drawing/2014/main" id="{AA09D8DA-7930-4FC3-B9D1-0958F485BBA8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08 · 用例</a:t>
            </a:r>
          </a:p>
        </p:txBody>
      </p:sp>
      <p:sp>
        <p:nvSpPr>
          <p:cNvPr id="52" name="page-marker">
            <a:extLst>
              <a:ext uri="{FF2B5EF4-FFF2-40B4-BE49-F238E27FC236}">
                <a16:creationId xmlns:a16="http://schemas.microsoft.com/office/drawing/2014/main" id="{CE0CB5B5-8345-436D-9BE4-D32364861BA9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 / 31</a:t>
            </a:r>
          </a:p>
        </p:txBody>
      </p:sp>
      <p:sp>
        <p:nvSpPr>
          <p:cNvPr id="53" name="content-panel">
            <a:extLst>
              <a:ext uri="{FF2B5EF4-FFF2-40B4-BE49-F238E27FC236}">
                <a16:creationId xmlns:a16="http://schemas.microsoft.com/office/drawing/2014/main" id="{2D4B4AA7-C813-494F-89D4-80674F924924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claim-title">
            <a:extLst>
              <a:ext uri="{FF2B5EF4-FFF2-40B4-BE49-F238E27FC236}">
                <a16:creationId xmlns:a16="http://schemas.microsoft.com/office/drawing/2014/main" id="{109F61DD-A0B0-4DF4-B33E-1D429F7F278B}"/>
              </a:ext>
            </a:extLst>
          </p:cNvPr>
          <p:cNvSpPr>
            <a:spLocks noGrp="1"/>
          </p:cNvSpPr>
          <p:nvPr/>
        </p:nvSpPr>
        <p:spPr>
          <a:xfrm>
            <a:off x="771525" y="1982365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用例文档</a:t>
            </a:r>
          </a:p>
        </p:txBody>
      </p:sp>
      <p:sp>
        <p:nvSpPr>
          <p:cNvPr id="55" name="support-claim">
            <a:extLst>
              <a:ext uri="{FF2B5EF4-FFF2-40B4-BE49-F238E27FC236}">
                <a16:creationId xmlns:a16="http://schemas.microsoft.com/office/drawing/2014/main" id="{9AE94D50-51FB-4B2B-BF7A-E73C29F60AD3}"/>
              </a:ext>
            </a:extLst>
          </p:cNvPr>
          <p:cNvSpPr>
            <a:spLocks noGrp="1"/>
          </p:cNvSpPr>
          <p:nvPr/>
        </p:nvSpPr>
        <p:spPr>
          <a:xfrm>
            <a:off x="771525" y="2630065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用例文档覆盖主要用户视角，并配合统一文档模板呈现。</a:t>
            </a:r>
          </a:p>
        </p:txBody>
      </p:sp>
      <p:sp>
        <p:nvSpPr>
          <p:cNvPr id="56" name="question-label">
            <a:extLst>
              <a:ext uri="{FF2B5EF4-FFF2-40B4-BE49-F238E27FC236}">
                <a16:creationId xmlns:a16="http://schemas.microsoft.com/office/drawing/2014/main" id="{269E3F4C-1073-46A0-A743-9161DE935B26}"/>
              </a:ext>
            </a:extLst>
          </p:cNvPr>
          <p:cNvSpPr>
            <a:spLocks noGrp="1"/>
          </p:cNvSpPr>
          <p:nvPr/>
        </p:nvSpPr>
        <p:spPr>
          <a:xfrm>
            <a:off x="771525" y="3544465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57" name="question-text">
            <a:extLst>
              <a:ext uri="{FF2B5EF4-FFF2-40B4-BE49-F238E27FC236}">
                <a16:creationId xmlns:a16="http://schemas.microsoft.com/office/drawing/2014/main" id="{2028AA50-B8FF-4BD1-84EE-2BA2755F0CD0}"/>
              </a:ext>
            </a:extLst>
          </p:cNvPr>
          <p:cNvSpPr>
            <a:spLocks noGrp="1"/>
          </p:cNvSpPr>
          <p:nvPr/>
        </p:nvSpPr>
        <p:spPr>
          <a:xfrm>
            <a:off x="771525" y="3925465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是否将每个用户的需求描述为用例文档？是否采用模版？模版是否合适？</a:t>
            </a:r>
          </a:p>
        </p:txBody>
      </p:sp>
      <p:sp>
        <p:nvSpPr>
          <p:cNvPr id="60" name="proof-frame">
            <a:extLst>
              <a:ext uri="{FF2B5EF4-FFF2-40B4-BE49-F238E27FC236}">
                <a16:creationId xmlns:a16="http://schemas.microsoft.com/office/drawing/2014/main" id="{5C6C6E83-3F1C-4813-B258-5A6D5AFEC11C}"/>
              </a:ext>
            </a:extLst>
          </p:cNvPr>
          <p:cNvSpPr>
            <a:spLocks noGrp="1"/>
          </p:cNvSpPr>
          <p:nvPr/>
        </p:nvSpPr>
        <p:spPr>
          <a:xfrm>
            <a:off x="664845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1124B60-0DAC-CA9C-05FF-2B266B89A1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88444" y="1233203"/>
            <a:ext cx="2284355" cy="417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947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>
            <a:extLst>
              <a:ext uri="{FF2B5EF4-FFF2-40B4-BE49-F238E27FC236}">
                <a16:creationId xmlns:a16="http://schemas.microsoft.com/office/drawing/2014/main" id="{E36A129B-6347-470D-8867-6397FF104FF3}"/>
              </a:ext>
            </a:extLst>
          </p:cNvPr>
          <p:cNvSpPr>
            <a:spLocks noGrp="1"/>
          </p:cNvSpPr>
          <p:nvPr/>
        </p:nvSpPr>
        <p:spPr>
          <a:xfrm rot="2700000">
            <a:off x="5017147" y="2058858"/>
            <a:ext cx="2924529" cy="292452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EB457D7-8F04-4722-8B8D-C9636BF3FC49}"/>
              </a:ext>
            </a:extLst>
          </p:cNvPr>
          <p:cNvSpPr>
            <a:spLocks noGrp="1"/>
          </p:cNvSpPr>
          <p:nvPr/>
        </p:nvSpPr>
        <p:spPr>
          <a:xfrm>
            <a:off x="4500484" y="1542194"/>
            <a:ext cx="3957855" cy="3957855"/>
          </a:xfrm>
          <a:prstGeom prst="ellipse">
            <a:avLst/>
          </a:prstGeom>
          <a:noFill/>
          <a:ln w="28575">
            <a:solidFill>
              <a:srgbClr val="1847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23880C8-D877-4379-9101-AD4B1CA5813A}"/>
              </a:ext>
            </a:extLst>
          </p:cNvPr>
          <p:cNvSpPr>
            <a:spLocks noGrp="1"/>
          </p:cNvSpPr>
          <p:nvPr/>
        </p:nvSpPr>
        <p:spPr>
          <a:xfrm>
            <a:off x="5036290" y="2956709"/>
            <a:ext cx="151884" cy="151884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D6FF4CB-79F2-45E4-BA25-2342B2C579B7}"/>
              </a:ext>
            </a:extLst>
          </p:cNvPr>
          <p:cNvSpPr>
            <a:spLocks noGrp="1"/>
          </p:cNvSpPr>
          <p:nvPr/>
        </p:nvSpPr>
        <p:spPr>
          <a:xfrm>
            <a:off x="7893507" y="4763350"/>
            <a:ext cx="151884" cy="151884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9548C18-4230-46F6-89EB-89EC3C21513F}"/>
              </a:ext>
            </a:extLst>
          </p:cNvPr>
          <p:cNvSpPr>
            <a:spLocks noGrp="1"/>
          </p:cNvSpPr>
          <p:nvPr/>
        </p:nvSpPr>
        <p:spPr>
          <a:xfrm>
            <a:off x="4953229" y="4787666"/>
            <a:ext cx="151884" cy="151884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B76D95F8-DB2D-4EAD-8D52-8E4A73226A03}"/>
              </a:ext>
            </a:extLst>
          </p:cNvPr>
          <p:cNvSpPr>
            <a:spLocks noGrp="1"/>
          </p:cNvSpPr>
          <p:nvPr/>
        </p:nvSpPr>
        <p:spPr>
          <a:xfrm>
            <a:off x="7885565" y="2141272"/>
            <a:ext cx="151884" cy="151884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58961AE-0D88-435B-B10F-39526F9F3286}"/>
              </a:ext>
            </a:extLst>
          </p:cNvPr>
          <p:cNvSpPr>
            <a:spLocks noGrp="1"/>
          </p:cNvSpPr>
          <p:nvPr/>
        </p:nvSpPr>
        <p:spPr>
          <a:xfrm>
            <a:off x="4817965" y="2983732"/>
            <a:ext cx="3210955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7743659-9F1A-440E-BDDB-E6F3C9F03D5E}"/>
              </a:ext>
            </a:extLst>
          </p:cNvPr>
          <p:cNvSpPr>
            <a:spLocks noGrp="1"/>
          </p:cNvSpPr>
          <p:nvPr/>
        </p:nvSpPr>
        <p:spPr>
          <a:xfrm>
            <a:off x="5055341" y="3521119"/>
            <a:ext cx="2830224" cy="4697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9014AB4-74E0-4C56-A8FA-7CD9183FAF56}"/>
              </a:ext>
            </a:extLst>
          </p:cNvPr>
          <p:cNvSpPr>
            <a:spLocks noGrp="1"/>
          </p:cNvSpPr>
          <p:nvPr/>
        </p:nvSpPr>
        <p:spPr>
          <a:xfrm rot="13500000">
            <a:off x="3197913" y="2850072"/>
            <a:ext cx="1342093" cy="1342095"/>
          </a:xfrm>
          <a:prstGeom prst="rect">
            <a:avLst/>
          </a:prstGeom>
          <a:solidFill>
            <a:srgbClr val="18478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1B90A51-5C38-4F10-861A-7810333CD8C8}"/>
              </a:ext>
            </a:extLst>
          </p:cNvPr>
          <p:cNvSpPr>
            <a:spLocks noGrp="1"/>
          </p:cNvSpPr>
          <p:nvPr/>
        </p:nvSpPr>
        <p:spPr>
          <a:xfrm>
            <a:off x="3452257" y="3848723"/>
            <a:ext cx="88998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0" name="kicker-marker">
            <a:extLst>
              <a:ext uri="{FF2B5EF4-FFF2-40B4-BE49-F238E27FC236}">
                <a16:creationId xmlns:a16="http://schemas.microsoft.com/office/drawing/2014/main" id="{F9835C4E-E4F7-4E7B-9C63-4E205733BE4B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kicker-label">
            <a:extLst>
              <a:ext uri="{FF2B5EF4-FFF2-40B4-BE49-F238E27FC236}">
                <a16:creationId xmlns:a16="http://schemas.microsoft.com/office/drawing/2014/main" id="{37143C25-9CD9-496B-AFCD-F8FF990BA615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09 · 用例</a:t>
            </a:r>
          </a:p>
        </p:txBody>
      </p:sp>
      <p:sp>
        <p:nvSpPr>
          <p:cNvPr id="32" name="page-marker">
            <a:extLst>
              <a:ext uri="{FF2B5EF4-FFF2-40B4-BE49-F238E27FC236}">
                <a16:creationId xmlns:a16="http://schemas.microsoft.com/office/drawing/2014/main" id="{BDE16AE0-D2A7-4B9E-809F-70F9B14D9983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 / 31</a:t>
            </a:r>
          </a:p>
        </p:txBody>
      </p:sp>
      <p:sp>
        <p:nvSpPr>
          <p:cNvPr id="33" name="content-panel">
            <a:extLst>
              <a:ext uri="{FF2B5EF4-FFF2-40B4-BE49-F238E27FC236}">
                <a16:creationId xmlns:a16="http://schemas.microsoft.com/office/drawing/2014/main" id="{9493234F-C6EC-481C-90EA-F2D4D8D5BA0F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claim-title">
            <a:extLst>
              <a:ext uri="{FF2B5EF4-FFF2-40B4-BE49-F238E27FC236}">
                <a16:creationId xmlns:a16="http://schemas.microsoft.com/office/drawing/2014/main" id="{A384CD2E-E757-4D1B-AC5A-5CE6930484ED}"/>
              </a:ext>
            </a:extLst>
          </p:cNvPr>
          <p:cNvSpPr>
            <a:spLocks noGrp="1"/>
          </p:cNvSpPr>
          <p:nvPr/>
        </p:nvSpPr>
        <p:spPr>
          <a:xfrm>
            <a:off x="771525" y="1977487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用例图、场景与</a:t>
            </a:r>
            <a:r>
              <a:rPr sz="2400" b="1" dirty="0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 DM</a:t>
            </a:r>
          </a:p>
        </p:txBody>
      </p:sp>
      <p:sp>
        <p:nvSpPr>
          <p:cNvPr id="35" name="support-claim">
            <a:extLst>
              <a:ext uri="{FF2B5EF4-FFF2-40B4-BE49-F238E27FC236}">
                <a16:creationId xmlns:a16="http://schemas.microsoft.com/office/drawing/2014/main" id="{28DC3628-B043-47B7-9606-FA2039253B29}"/>
              </a:ext>
            </a:extLst>
          </p:cNvPr>
          <p:cNvSpPr>
            <a:spLocks noGrp="1"/>
          </p:cNvSpPr>
          <p:nvPr/>
        </p:nvSpPr>
        <p:spPr>
          <a:xfrm>
            <a:off x="771525" y="2625187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用例图、DM 图与用例说明共同支撑用例分析的完整性。</a:t>
            </a:r>
          </a:p>
        </p:txBody>
      </p:sp>
      <p:sp>
        <p:nvSpPr>
          <p:cNvPr id="36" name="question-label">
            <a:extLst>
              <a:ext uri="{FF2B5EF4-FFF2-40B4-BE49-F238E27FC236}">
                <a16:creationId xmlns:a16="http://schemas.microsoft.com/office/drawing/2014/main" id="{A1F4EB16-CE93-4E86-9608-00E681E91717}"/>
              </a:ext>
            </a:extLst>
          </p:cNvPr>
          <p:cNvSpPr>
            <a:spLocks noGrp="1"/>
          </p:cNvSpPr>
          <p:nvPr/>
        </p:nvSpPr>
        <p:spPr>
          <a:xfrm>
            <a:off x="771525" y="3539587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37" name="question-text">
            <a:extLst>
              <a:ext uri="{FF2B5EF4-FFF2-40B4-BE49-F238E27FC236}">
                <a16:creationId xmlns:a16="http://schemas.microsoft.com/office/drawing/2014/main" id="{8903A4D3-B0D4-4B35-BA18-190CFAC37E38}"/>
              </a:ext>
            </a:extLst>
          </p:cNvPr>
          <p:cNvSpPr>
            <a:spLocks noGrp="1"/>
          </p:cNvSpPr>
          <p:nvPr/>
        </p:nvSpPr>
        <p:spPr>
          <a:xfrm>
            <a:off x="771525" y="3920587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用例文档是否包含了用例图、用例场景说明、界面原型、DM？是否采用工具？是否合适、有效？</a:t>
            </a:r>
          </a:p>
        </p:txBody>
      </p:sp>
      <p:sp>
        <p:nvSpPr>
          <p:cNvPr id="40" name="proof-frame">
            <a:extLst>
              <a:ext uri="{FF2B5EF4-FFF2-40B4-BE49-F238E27FC236}">
                <a16:creationId xmlns:a16="http://schemas.microsoft.com/office/drawing/2014/main" id="{981EEF60-9D35-4587-B1D5-B3CDD37C2724}"/>
              </a:ext>
            </a:extLst>
          </p:cNvPr>
          <p:cNvSpPr>
            <a:spLocks noGrp="1"/>
          </p:cNvSpPr>
          <p:nvPr/>
        </p:nvSpPr>
        <p:spPr>
          <a:xfrm>
            <a:off x="664845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6D8E25-FE25-1117-2ECD-403DAFA97F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97" y="2374087"/>
            <a:ext cx="4984053" cy="188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81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ED928CCE-A5BC-4880-B4E6-80B65B1DBD66}"/>
              </a:ext>
            </a:extLst>
          </p:cNvPr>
          <p:cNvSpPr>
            <a:spLocks noGrp="1"/>
          </p:cNvSpPr>
          <p:nvPr/>
        </p:nvSpPr>
        <p:spPr>
          <a:xfrm>
            <a:off x="5462460" y="1717680"/>
            <a:ext cx="840553" cy="2200113"/>
          </a:xfrm>
          <a:prstGeom prst="rect">
            <a:avLst/>
          </a:prstGeom>
          <a:solidFill>
            <a:srgbClr val="18478F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9C2E219-B383-43E3-98DF-B0208C2A9718}"/>
              </a:ext>
            </a:extLst>
          </p:cNvPr>
          <p:cNvSpPr>
            <a:spLocks noGrp="1"/>
          </p:cNvSpPr>
          <p:nvPr/>
        </p:nvSpPr>
        <p:spPr>
          <a:xfrm rot="5400000">
            <a:off x="6982792" y="2397460"/>
            <a:ext cx="840553" cy="2200113"/>
          </a:xfrm>
          <a:prstGeom prst="rect">
            <a:avLst/>
          </a:prstGeom>
          <a:solidFill>
            <a:srgbClr val="18478F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03A1345-044C-43B2-BCB5-0CA7D24FE2B0}"/>
              </a:ext>
            </a:extLst>
          </p:cNvPr>
          <p:cNvSpPr>
            <a:spLocks noGrp="1"/>
          </p:cNvSpPr>
          <p:nvPr/>
        </p:nvSpPr>
        <p:spPr>
          <a:xfrm rot="10800000">
            <a:off x="6303011" y="3917793"/>
            <a:ext cx="840553" cy="2200113"/>
          </a:xfrm>
          <a:prstGeom prst="rect">
            <a:avLst/>
          </a:prstGeom>
          <a:solidFill>
            <a:srgbClr val="18478F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DE1B91C-4245-43CD-8CAA-B6F0CB70EB83}"/>
              </a:ext>
            </a:extLst>
          </p:cNvPr>
          <p:cNvSpPr>
            <a:spLocks noGrp="1"/>
          </p:cNvSpPr>
          <p:nvPr/>
        </p:nvSpPr>
        <p:spPr>
          <a:xfrm rot="16200000">
            <a:off x="4782679" y="3238012"/>
            <a:ext cx="840553" cy="2200113"/>
          </a:xfrm>
          <a:prstGeom prst="rect">
            <a:avLst/>
          </a:prstGeom>
          <a:solidFill>
            <a:srgbClr val="18478F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任意多边形 51">
            <a:extLst>
              <a:ext uri="{FF2B5EF4-FFF2-40B4-BE49-F238E27FC236}">
                <a16:creationId xmlns:a16="http://schemas.microsoft.com/office/drawing/2014/main" id="{762FC183-6250-41B2-AFE7-8437DA21D593}"/>
              </a:ext>
            </a:extLst>
          </p:cNvPr>
          <p:cNvSpPr>
            <a:spLocks noGrp="1"/>
          </p:cNvSpPr>
          <p:nvPr/>
        </p:nvSpPr>
        <p:spPr>
          <a:xfrm>
            <a:off x="5173666" y="2758502"/>
            <a:ext cx="2284733" cy="2284733"/>
          </a:xfrm>
          <a:custGeom>
            <a:avLst/>
            <a:gdLst/>
            <a:ahLst/>
            <a:cxnLst/>
            <a:rect l="l" t="t" r="r" b="b"/>
            <a:pathLst>
              <a:path w="1414708" h="1414708">
                <a:moveTo>
                  <a:pt x="627070" y="0"/>
                </a:moveTo>
                <a:lnTo>
                  <a:pt x="787639" y="0"/>
                </a:lnTo>
                <a:lnTo>
                  <a:pt x="818947" y="146064"/>
                </a:lnTo>
                <a:lnTo>
                  <a:pt x="826511" y="147218"/>
                </a:lnTo>
                <a:lnTo>
                  <a:pt x="890637" y="166265"/>
                </a:lnTo>
                <a:lnTo>
                  <a:pt x="991504" y="54626"/>
                </a:lnTo>
                <a:lnTo>
                  <a:pt x="1130560" y="134910"/>
                </a:lnTo>
                <a:lnTo>
                  <a:pt x="1085871" y="273252"/>
                </a:lnTo>
                <a:lnTo>
                  <a:pt x="1094279" y="279383"/>
                </a:lnTo>
                <a:cubicBezTo>
                  <a:pt x="1109924" y="292935"/>
                  <a:pt x="1124849" y="307293"/>
                  <a:pt x="1138991" y="322395"/>
                </a:cubicBezTo>
                <a:lnTo>
                  <a:pt x="1143788" y="328084"/>
                </a:lnTo>
                <a:lnTo>
                  <a:pt x="1279799" y="284150"/>
                </a:lnTo>
                <a:lnTo>
                  <a:pt x="1360084" y="423206"/>
                </a:lnTo>
                <a:lnTo>
                  <a:pt x="1258750" y="514762"/>
                </a:lnTo>
                <a:lnTo>
                  <a:pt x="1266950" y="535107"/>
                </a:lnTo>
                <a:lnTo>
                  <a:pt x="1283058" y="598851"/>
                </a:lnTo>
                <a:lnTo>
                  <a:pt x="1414708" y="627071"/>
                </a:lnTo>
                <a:lnTo>
                  <a:pt x="1414708" y="787638"/>
                </a:lnTo>
                <a:lnTo>
                  <a:pt x="1291400" y="814069"/>
                </a:lnTo>
                <a:lnTo>
                  <a:pt x="1286586" y="845607"/>
                </a:lnTo>
                <a:cubicBezTo>
                  <a:pt x="1283141" y="862446"/>
                  <a:pt x="1278979" y="879024"/>
                  <a:pt x="1274135" y="895309"/>
                </a:cubicBezTo>
                <a:lnTo>
                  <a:pt x="1269256" y="909440"/>
                </a:lnTo>
                <a:lnTo>
                  <a:pt x="1360084" y="991504"/>
                </a:lnTo>
                <a:lnTo>
                  <a:pt x="1279799" y="1130559"/>
                </a:lnTo>
                <a:lnTo>
                  <a:pt x="1168182" y="1094504"/>
                </a:lnTo>
                <a:lnTo>
                  <a:pt x="1154421" y="1113376"/>
                </a:lnTo>
                <a:cubicBezTo>
                  <a:pt x="1140871" y="1129021"/>
                  <a:pt x="1126512" y="1143946"/>
                  <a:pt x="1111411" y="1158088"/>
                </a:cubicBezTo>
                <a:lnTo>
                  <a:pt x="1095560" y="1171449"/>
                </a:lnTo>
                <a:lnTo>
                  <a:pt x="1130560" y="1279799"/>
                </a:lnTo>
                <a:lnTo>
                  <a:pt x="991504" y="1360083"/>
                </a:lnTo>
                <a:lnTo>
                  <a:pt x="917693" y="1278391"/>
                </a:lnTo>
                <a:lnTo>
                  <a:pt x="898699" y="1286047"/>
                </a:lnTo>
                <a:lnTo>
                  <a:pt x="810436" y="1308351"/>
                </a:lnTo>
                <a:lnTo>
                  <a:pt x="787639" y="1414708"/>
                </a:lnTo>
                <a:lnTo>
                  <a:pt x="627070" y="1414708"/>
                </a:lnTo>
                <a:lnTo>
                  <a:pt x="604225" y="1308129"/>
                </a:lnTo>
                <a:lnTo>
                  <a:pt x="588198" y="1305683"/>
                </a:lnTo>
                <a:lnTo>
                  <a:pt x="496866" y="1278557"/>
                </a:lnTo>
                <a:lnTo>
                  <a:pt x="423205" y="1360083"/>
                </a:lnTo>
                <a:lnTo>
                  <a:pt x="284150" y="1279799"/>
                </a:lnTo>
                <a:lnTo>
                  <a:pt x="318965" y="1172020"/>
                </a:lnTo>
                <a:lnTo>
                  <a:pt x="251122" y="1102537"/>
                </a:lnTo>
                <a:lnTo>
                  <a:pt x="245733" y="1094760"/>
                </a:lnTo>
                <a:lnTo>
                  <a:pt x="134911" y="1130559"/>
                </a:lnTo>
                <a:lnTo>
                  <a:pt x="54626" y="991504"/>
                </a:lnTo>
                <a:lnTo>
                  <a:pt x="145519" y="909381"/>
                </a:lnTo>
                <a:lnTo>
                  <a:pt x="136590" y="881279"/>
                </a:lnTo>
                <a:lnTo>
                  <a:pt x="123065" y="814017"/>
                </a:lnTo>
                <a:lnTo>
                  <a:pt x="0" y="787638"/>
                </a:lnTo>
                <a:lnTo>
                  <a:pt x="0" y="627071"/>
                </a:lnTo>
                <a:lnTo>
                  <a:pt x="130427" y="599113"/>
                </a:lnTo>
                <a:lnTo>
                  <a:pt x="136590" y="571623"/>
                </a:lnTo>
                <a:lnTo>
                  <a:pt x="156261" y="515034"/>
                </a:lnTo>
                <a:lnTo>
                  <a:pt x="54626" y="423206"/>
                </a:lnTo>
                <a:lnTo>
                  <a:pt x="134911" y="284150"/>
                </a:lnTo>
                <a:lnTo>
                  <a:pt x="271981" y="328426"/>
                </a:lnTo>
                <a:lnTo>
                  <a:pt x="302006" y="296028"/>
                </a:lnTo>
                <a:lnTo>
                  <a:pt x="329025" y="273834"/>
                </a:lnTo>
                <a:lnTo>
                  <a:pt x="284150" y="134910"/>
                </a:lnTo>
                <a:lnTo>
                  <a:pt x="423205" y="54626"/>
                </a:lnTo>
                <a:lnTo>
                  <a:pt x="523263" y="165369"/>
                </a:lnTo>
                <a:lnTo>
                  <a:pt x="588198" y="147218"/>
                </a:lnTo>
                <a:lnTo>
                  <a:pt x="595762" y="146064"/>
                </a:lnTo>
                <a:lnTo>
                  <a:pt x="627070" y="0"/>
                </a:lnTo>
                <a:close/>
                <a:moveTo>
                  <a:pt x="707354" y="250154"/>
                </a:moveTo>
                <a:cubicBezTo>
                  <a:pt x="454849" y="250154"/>
                  <a:pt x="250154" y="454849"/>
                  <a:pt x="250154" y="707354"/>
                </a:cubicBezTo>
                <a:cubicBezTo>
                  <a:pt x="250154" y="959859"/>
                  <a:pt x="454849" y="1164554"/>
                  <a:pt x="707354" y="1164554"/>
                </a:cubicBezTo>
                <a:cubicBezTo>
                  <a:pt x="959859" y="1164554"/>
                  <a:pt x="1164554" y="959859"/>
                  <a:pt x="1164554" y="707354"/>
                </a:cubicBezTo>
                <a:cubicBezTo>
                  <a:pt x="1164554" y="454849"/>
                  <a:pt x="959859" y="250154"/>
                  <a:pt x="707354" y="250154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rgbClr val="E2E2E2"/>
              </a:gs>
            </a:gsLst>
            <a:lin ang="2700000"/>
          </a:gradFill>
          <a:ln>
            <a:noFill/>
          </a:ln>
          <a:effectLst>
            <a:outerShdw blurRad="190500" dist="889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53" name="同心圆 52">
            <a:extLst>
              <a:ext uri="{FF2B5EF4-FFF2-40B4-BE49-F238E27FC236}">
                <a16:creationId xmlns:a16="http://schemas.microsoft.com/office/drawing/2014/main" id="{89CBFEE8-745E-40D2-8E22-EDB7F64689BE}"/>
              </a:ext>
            </a:extLst>
          </p:cNvPr>
          <p:cNvSpPr>
            <a:spLocks noGrp="1"/>
          </p:cNvSpPr>
          <p:nvPr/>
        </p:nvSpPr>
        <p:spPr>
          <a:xfrm>
            <a:off x="5544579" y="3128001"/>
            <a:ext cx="1542908" cy="1542909"/>
          </a:xfrm>
          <a:prstGeom prst="donut">
            <a:avLst>
              <a:gd name="adj" fmla="val 2734"/>
            </a:avLst>
          </a:prstGeom>
          <a:gradFill>
            <a:gsLst>
              <a:gs pos="0">
                <a:srgbClr val="CDCDCD"/>
              </a:gs>
              <a:gs pos="100000">
                <a:schemeClr val="bg1"/>
              </a:gs>
            </a:gsLst>
            <a:lin ang="2700000"/>
          </a:gra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任意多边形 54">
            <a:extLst>
              <a:ext uri="{FF2B5EF4-FFF2-40B4-BE49-F238E27FC236}">
                <a16:creationId xmlns:a16="http://schemas.microsoft.com/office/drawing/2014/main" id="{D6579D89-A738-47BE-8456-F8B8FF7B8DD9}"/>
              </a:ext>
            </a:extLst>
          </p:cNvPr>
          <p:cNvSpPr>
            <a:spLocks noGrp="1"/>
          </p:cNvSpPr>
          <p:nvPr/>
        </p:nvSpPr>
        <p:spPr>
          <a:xfrm>
            <a:off x="3432517" y="3748553"/>
            <a:ext cx="1124511" cy="1124512"/>
          </a:xfrm>
          <a:custGeom>
            <a:avLst/>
            <a:gdLst/>
            <a:ahLst/>
            <a:cxnLst/>
            <a:rect l="l" t="t" r="r" b="b"/>
            <a:pathLst>
              <a:path w="1656097" h="1656098">
                <a:moveTo>
                  <a:pt x="734066" y="0"/>
                </a:moveTo>
                <a:lnTo>
                  <a:pt x="922032" y="0"/>
                </a:lnTo>
                <a:lnTo>
                  <a:pt x="958682" y="170987"/>
                </a:lnTo>
                <a:lnTo>
                  <a:pt x="967537" y="172338"/>
                </a:lnTo>
                <a:lnTo>
                  <a:pt x="1042604" y="194634"/>
                </a:lnTo>
                <a:lnTo>
                  <a:pt x="1160682" y="63947"/>
                </a:lnTo>
                <a:lnTo>
                  <a:pt x="1323465" y="157929"/>
                </a:lnTo>
                <a:lnTo>
                  <a:pt x="1271151" y="319877"/>
                </a:lnTo>
                <a:lnTo>
                  <a:pt x="1280994" y="327054"/>
                </a:lnTo>
                <a:cubicBezTo>
                  <a:pt x="1299308" y="342918"/>
                  <a:pt x="1316780" y="359726"/>
                  <a:pt x="1333335" y="377405"/>
                </a:cubicBezTo>
                <a:lnTo>
                  <a:pt x="1338950" y="384065"/>
                </a:lnTo>
                <a:lnTo>
                  <a:pt x="1498169" y="332634"/>
                </a:lnTo>
                <a:lnTo>
                  <a:pt x="1592152" y="495417"/>
                </a:lnTo>
                <a:lnTo>
                  <a:pt x="1473528" y="602595"/>
                </a:lnTo>
                <a:lnTo>
                  <a:pt x="1483127" y="626411"/>
                </a:lnTo>
                <a:lnTo>
                  <a:pt x="1501984" y="701032"/>
                </a:lnTo>
                <a:lnTo>
                  <a:pt x="1656097" y="734067"/>
                </a:lnTo>
                <a:lnTo>
                  <a:pt x="1656097" y="922032"/>
                </a:lnTo>
                <a:lnTo>
                  <a:pt x="1511749" y="952973"/>
                </a:lnTo>
                <a:lnTo>
                  <a:pt x="1506114" y="989892"/>
                </a:lnTo>
                <a:cubicBezTo>
                  <a:pt x="1502081" y="1009604"/>
                  <a:pt x="1497209" y="1029011"/>
                  <a:pt x="1491538" y="1048074"/>
                </a:cubicBezTo>
                <a:lnTo>
                  <a:pt x="1485827" y="1064617"/>
                </a:lnTo>
                <a:lnTo>
                  <a:pt x="1592152" y="1160683"/>
                </a:lnTo>
                <a:lnTo>
                  <a:pt x="1498169" y="1323465"/>
                </a:lnTo>
                <a:lnTo>
                  <a:pt x="1367507" y="1281258"/>
                </a:lnTo>
                <a:lnTo>
                  <a:pt x="1351398" y="1303350"/>
                </a:lnTo>
                <a:cubicBezTo>
                  <a:pt x="1335535" y="1321664"/>
                  <a:pt x="1318727" y="1339136"/>
                  <a:pt x="1301049" y="1355691"/>
                </a:cubicBezTo>
                <a:lnTo>
                  <a:pt x="1282493" y="1371332"/>
                </a:lnTo>
                <a:lnTo>
                  <a:pt x="1323465" y="1498169"/>
                </a:lnTo>
                <a:lnTo>
                  <a:pt x="1160682" y="1592152"/>
                </a:lnTo>
                <a:lnTo>
                  <a:pt x="1074277" y="1496521"/>
                </a:lnTo>
                <a:lnTo>
                  <a:pt x="1052042" y="1505484"/>
                </a:lnTo>
                <a:lnTo>
                  <a:pt x="948719" y="1531593"/>
                </a:lnTo>
                <a:lnTo>
                  <a:pt x="922032" y="1656098"/>
                </a:lnTo>
                <a:lnTo>
                  <a:pt x="734066" y="1656098"/>
                </a:lnTo>
                <a:lnTo>
                  <a:pt x="707323" y="1531333"/>
                </a:lnTo>
                <a:lnTo>
                  <a:pt x="688561" y="1528470"/>
                </a:lnTo>
                <a:lnTo>
                  <a:pt x="581645" y="1496716"/>
                </a:lnTo>
                <a:lnTo>
                  <a:pt x="495416" y="1592152"/>
                </a:lnTo>
                <a:lnTo>
                  <a:pt x="332634" y="1498169"/>
                </a:lnTo>
                <a:lnTo>
                  <a:pt x="373389" y="1372000"/>
                </a:lnTo>
                <a:lnTo>
                  <a:pt x="293970" y="1290661"/>
                </a:lnTo>
                <a:lnTo>
                  <a:pt x="287662" y="1281558"/>
                </a:lnTo>
                <a:lnTo>
                  <a:pt x="157930" y="1323465"/>
                </a:lnTo>
                <a:lnTo>
                  <a:pt x="63947" y="1160683"/>
                </a:lnTo>
                <a:lnTo>
                  <a:pt x="170348" y="1064548"/>
                </a:lnTo>
                <a:lnTo>
                  <a:pt x="159896" y="1031651"/>
                </a:lnTo>
                <a:lnTo>
                  <a:pt x="144063" y="952912"/>
                </a:lnTo>
                <a:lnTo>
                  <a:pt x="0" y="922032"/>
                </a:lnTo>
                <a:lnTo>
                  <a:pt x="0" y="734067"/>
                </a:lnTo>
                <a:lnTo>
                  <a:pt x="152682" y="701339"/>
                </a:lnTo>
                <a:lnTo>
                  <a:pt x="159896" y="669158"/>
                </a:lnTo>
                <a:lnTo>
                  <a:pt x="182923" y="602913"/>
                </a:lnTo>
                <a:lnTo>
                  <a:pt x="63947" y="495417"/>
                </a:lnTo>
                <a:lnTo>
                  <a:pt x="157930" y="332634"/>
                </a:lnTo>
                <a:lnTo>
                  <a:pt x="318389" y="384465"/>
                </a:lnTo>
                <a:lnTo>
                  <a:pt x="353537" y="346539"/>
                </a:lnTo>
                <a:lnTo>
                  <a:pt x="385166" y="320558"/>
                </a:lnTo>
                <a:lnTo>
                  <a:pt x="332634" y="157929"/>
                </a:lnTo>
                <a:lnTo>
                  <a:pt x="495416" y="63947"/>
                </a:lnTo>
                <a:lnTo>
                  <a:pt x="612546" y="193585"/>
                </a:lnTo>
                <a:lnTo>
                  <a:pt x="688561" y="172338"/>
                </a:lnTo>
                <a:lnTo>
                  <a:pt x="697415" y="170987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rgbClr val="E2E2E2"/>
              </a:gs>
            </a:gsLst>
            <a:lin ang="2700000"/>
          </a:gradFill>
          <a:ln>
            <a:noFill/>
          </a:ln>
          <a:effectLst>
            <a:outerShdw blurRad="190500" dist="889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A4008A30-BD67-45D9-85B7-91767C25EEF9}"/>
              </a:ext>
            </a:extLst>
          </p:cNvPr>
          <p:cNvSpPr>
            <a:spLocks noGrp="1"/>
          </p:cNvSpPr>
          <p:nvPr/>
        </p:nvSpPr>
        <p:spPr>
          <a:xfrm>
            <a:off x="3611163" y="3927200"/>
            <a:ext cx="767216" cy="767216"/>
          </a:xfrm>
          <a:prstGeom prst="ellipse">
            <a:avLst/>
          </a:prstGeom>
          <a:solidFill>
            <a:srgbClr val="F1F1F3"/>
          </a:solidFill>
          <a:ln w="22225">
            <a:gradFill>
              <a:gsLst>
                <a:gs pos="0">
                  <a:srgbClr val="CDCDCD"/>
                </a:gs>
                <a:gs pos="100000">
                  <a:schemeClr val="bg1"/>
                </a:gs>
              </a:gsLst>
              <a:lin ang="2700000"/>
            </a:gradFill>
          </a:ln>
          <a:effectLst>
            <a:innerShdw blurRad="88900" dist="38100" dir="135000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任意多边形 57">
            <a:extLst>
              <a:ext uri="{FF2B5EF4-FFF2-40B4-BE49-F238E27FC236}">
                <a16:creationId xmlns:a16="http://schemas.microsoft.com/office/drawing/2014/main" id="{969EEF34-44D2-4FAB-845C-CEBA086A17A9}"/>
              </a:ext>
            </a:extLst>
          </p:cNvPr>
          <p:cNvSpPr>
            <a:spLocks noGrp="1"/>
          </p:cNvSpPr>
          <p:nvPr/>
        </p:nvSpPr>
        <p:spPr>
          <a:xfrm>
            <a:off x="5351974" y="1225475"/>
            <a:ext cx="1124511" cy="1124512"/>
          </a:xfrm>
          <a:custGeom>
            <a:avLst/>
            <a:gdLst/>
            <a:ahLst/>
            <a:cxnLst/>
            <a:rect l="l" t="t" r="r" b="b"/>
            <a:pathLst>
              <a:path w="1656097" h="1656098">
                <a:moveTo>
                  <a:pt x="734066" y="0"/>
                </a:moveTo>
                <a:lnTo>
                  <a:pt x="922032" y="0"/>
                </a:lnTo>
                <a:lnTo>
                  <a:pt x="958682" y="170987"/>
                </a:lnTo>
                <a:lnTo>
                  <a:pt x="967537" y="172338"/>
                </a:lnTo>
                <a:lnTo>
                  <a:pt x="1042604" y="194634"/>
                </a:lnTo>
                <a:lnTo>
                  <a:pt x="1160682" y="63947"/>
                </a:lnTo>
                <a:lnTo>
                  <a:pt x="1323465" y="157929"/>
                </a:lnTo>
                <a:lnTo>
                  <a:pt x="1271151" y="319877"/>
                </a:lnTo>
                <a:lnTo>
                  <a:pt x="1280994" y="327054"/>
                </a:lnTo>
                <a:cubicBezTo>
                  <a:pt x="1299308" y="342918"/>
                  <a:pt x="1316780" y="359726"/>
                  <a:pt x="1333335" y="377405"/>
                </a:cubicBezTo>
                <a:lnTo>
                  <a:pt x="1338950" y="384065"/>
                </a:lnTo>
                <a:lnTo>
                  <a:pt x="1498169" y="332634"/>
                </a:lnTo>
                <a:lnTo>
                  <a:pt x="1592152" y="495417"/>
                </a:lnTo>
                <a:lnTo>
                  <a:pt x="1473528" y="602595"/>
                </a:lnTo>
                <a:lnTo>
                  <a:pt x="1483127" y="626411"/>
                </a:lnTo>
                <a:lnTo>
                  <a:pt x="1501984" y="701032"/>
                </a:lnTo>
                <a:lnTo>
                  <a:pt x="1656097" y="734067"/>
                </a:lnTo>
                <a:lnTo>
                  <a:pt x="1656097" y="922032"/>
                </a:lnTo>
                <a:lnTo>
                  <a:pt x="1511749" y="952973"/>
                </a:lnTo>
                <a:lnTo>
                  <a:pt x="1506114" y="989892"/>
                </a:lnTo>
                <a:cubicBezTo>
                  <a:pt x="1502081" y="1009604"/>
                  <a:pt x="1497209" y="1029011"/>
                  <a:pt x="1491538" y="1048074"/>
                </a:cubicBezTo>
                <a:lnTo>
                  <a:pt x="1485827" y="1064617"/>
                </a:lnTo>
                <a:lnTo>
                  <a:pt x="1592152" y="1160683"/>
                </a:lnTo>
                <a:lnTo>
                  <a:pt x="1498169" y="1323465"/>
                </a:lnTo>
                <a:lnTo>
                  <a:pt x="1367507" y="1281258"/>
                </a:lnTo>
                <a:lnTo>
                  <a:pt x="1351398" y="1303350"/>
                </a:lnTo>
                <a:cubicBezTo>
                  <a:pt x="1335535" y="1321664"/>
                  <a:pt x="1318727" y="1339136"/>
                  <a:pt x="1301049" y="1355691"/>
                </a:cubicBezTo>
                <a:lnTo>
                  <a:pt x="1282493" y="1371332"/>
                </a:lnTo>
                <a:lnTo>
                  <a:pt x="1323465" y="1498169"/>
                </a:lnTo>
                <a:lnTo>
                  <a:pt x="1160682" y="1592152"/>
                </a:lnTo>
                <a:lnTo>
                  <a:pt x="1074277" y="1496521"/>
                </a:lnTo>
                <a:lnTo>
                  <a:pt x="1052042" y="1505484"/>
                </a:lnTo>
                <a:lnTo>
                  <a:pt x="948719" y="1531593"/>
                </a:lnTo>
                <a:lnTo>
                  <a:pt x="922032" y="1656098"/>
                </a:lnTo>
                <a:lnTo>
                  <a:pt x="734066" y="1656098"/>
                </a:lnTo>
                <a:lnTo>
                  <a:pt x="707323" y="1531333"/>
                </a:lnTo>
                <a:lnTo>
                  <a:pt x="688561" y="1528470"/>
                </a:lnTo>
                <a:lnTo>
                  <a:pt x="581645" y="1496716"/>
                </a:lnTo>
                <a:lnTo>
                  <a:pt x="495416" y="1592152"/>
                </a:lnTo>
                <a:lnTo>
                  <a:pt x="332634" y="1498169"/>
                </a:lnTo>
                <a:lnTo>
                  <a:pt x="373389" y="1372000"/>
                </a:lnTo>
                <a:lnTo>
                  <a:pt x="293970" y="1290661"/>
                </a:lnTo>
                <a:lnTo>
                  <a:pt x="287662" y="1281558"/>
                </a:lnTo>
                <a:lnTo>
                  <a:pt x="157930" y="1323465"/>
                </a:lnTo>
                <a:lnTo>
                  <a:pt x="63947" y="1160683"/>
                </a:lnTo>
                <a:lnTo>
                  <a:pt x="170348" y="1064548"/>
                </a:lnTo>
                <a:lnTo>
                  <a:pt x="159896" y="1031651"/>
                </a:lnTo>
                <a:lnTo>
                  <a:pt x="144063" y="952912"/>
                </a:lnTo>
                <a:lnTo>
                  <a:pt x="0" y="922032"/>
                </a:lnTo>
                <a:lnTo>
                  <a:pt x="0" y="734067"/>
                </a:lnTo>
                <a:lnTo>
                  <a:pt x="152682" y="701339"/>
                </a:lnTo>
                <a:lnTo>
                  <a:pt x="159896" y="669158"/>
                </a:lnTo>
                <a:lnTo>
                  <a:pt x="182923" y="602913"/>
                </a:lnTo>
                <a:lnTo>
                  <a:pt x="63947" y="495417"/>
                </a:lnTo>
                <a:lnTo>
                  <a:pt x="157930" y="332634"/>
                </a:lnTo>
                <a:lnTo>
                  <a:pt x="318389" y="384465"/>
                </a:lnTo>
                <a:lnTo>
                  <a:pt x="353537" y="346539"/>
                </a:lnTo>
                <a:lnTo>
                  <a:pt x="385166" y="320558"/>
                </a:lnTo>
                <a:lnTo>
                  <a:pt x="332634" y="157929"/>
                </a:lnTo>
                <a:lnTo>
                  <a:pt x="495416" y="63947"/>
                </a:lnTo>
                <a:lnTo>
                  <a:pt x="612546" y="193585"/>
                </a:lnTo>
                <a:lnTo>
                  <a:pt x="688561" y="172338"/>
                </a:lnTo>
                <a:lnTo>
                  <a:pt x="697415" y="170987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rgbClr val="E2E2E2"/>
              </a:gs>
            </a:gsLst>
            <a:lin ang="2700000"/>
          </a:gradFill>
          <a:ln>
            <a:noFill/>
          </a:ln>
          <a:effectLst>
            <a:outerShdw blurRad="190500" dist="889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73BEE6DC-5EA1-4500-BB2D-93325DC09535}"/>
              </a:ext>
            </a:extLst>
          </p:cNvPr>
          <p:cNvSpPr>
            <a:spLocks noGrp="1"/>
          </p:cNvSpPr>
          <p:nvPr/>
        </p:nvSpPr>
        <p:spPr>
          <a:xfrm>
            <a:off x="5530620" y="1404122"/>
            <a:ext cx="767216" cy="767216"/>
          </a:xfrm>
          <a:prstGeom prst="ellipse">
            <a:avLst/>
          </a:prstGeom>
          <a:solidFill>
            <a:srgbClr val="F1F1F3"/>
          </a:solidFill>
          <a:ln w="22225">
            <a:gradFill>
              <a:gsLst>
                <a:gs pos="0">
                  <a:srgbClr val="CDCDCD"/>
                </a:gs>
                <a:gs pos="100000">
                  <a:schemeClr val="bg1"/>
                </a:gs>
              </a:gsLst>
              <a:lin ang="2700000"/>
            </a:gradFill>
          </a:ln>
          <a:effectLst>
            <a:innerShdw blurRad="88900" dist="38100" dir="135000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任意多边形 60">
            <a:extLst>
              <a:ext uri="{FF2B5EF4-FFF2-40B4-BE49-F238E27FC236}">
                <a16:creationId xmlns:a16="http://schemas.microsoft.com/office/drawing/2014/main" id="{92E6C295-75CC-49F3-B1C8-A6F643168CFF}"/>
              </a:ext>
            </a:extLst>
          </p:cNvPr>
          <p:cNvSpPr>
            <a:spLocks noGrp="1"/>
          </p:cNvSpPr>
          <p:nvPr/>
        </p:nvSpPr>
        <p:spPr>
          <a:xfrm>
            <a:off x="7897903" y="3857273"/>
            <a:ext cx="1124511" cy="1124512"/>
          </a:xfrm>
          <a:custGeom>
            <a:avLst/>
            <a:gdLst/>
            <a:ahLst/>
            <a:cxnLst/>
            <a:rect l="l" t="t" r="r" b="b"/>
            <a:pathLst>
              <a:path w="1656097" h="1656098">
                <a:moveTo>
                  <a:pt x="734066" y="0"/>
                </a:moveTo>
                <a:lnTo>
                  <a:pt x="922032" y="0"/>
                </a:lnTo>
                <a:lnTo>
                  <a:pt x="958682" y="170987"/>
                </a:lnTo>
                <a:lnTo>
                  <a:pt x="967537" y="172338"/>
                </a:lnTo>
                <a:lnTo>
                  <a:pt x="1042604" y="194634"/>
                </a:lnTo>
                <a:lnTo>
                  <a:pt x="1160682" y="63947"/>
                </a:lnTo>
                <a:lnTo>
                  <a:pt x="1323465" y="157929"/>
                </a:lnTo>
                <a:lnTo>
                  <a:pt x="1271151" y="319877"/>
                </a:lnTo>
                <a:lnTo>
                  <a:pt x="1280994" y="327054"/>
                </a:lnTo>
                <a:cubicBezTo>
                  <a:pt x="1299308" y="342918"/>
                  <a:pt x="1316780" y="359726"/>
                  <a:pt x="1333335" y="377405"/>
                </a:cubicBezTo>
                <a:lnTo>
                  <a:pt x="1338950" y="384065"/>
                </a:lnTo>
                <a:lnTo>
                  <a:pt x="1498169" y="332634"/>
                </a:lnTo>
                <a:lnTo>
                  <a:pt x="1592152" y="495417"/>
                </a:lnTo>
                <a:lnTo>
                  <a:pt x="1473528" y="602595"/>
                </a:lnTo>
                <a:lnTo>
                  <a:pt x="1483127" y="626411"/>
                </a:lnTo>
                <a:lnTo>
                  <a:pt x="1501984" y="701032"/>
                </a:lnTo>
                <a:lnTo>
                  <a:pt x="1656097" y="734067"/>
                </a:lnTo>
                <a:lnTo>
                  <a:pt x="1656097" y="922032"/>
                </a:lnTo>
                <a:lnTo>
                  <a:pt x="1511749" y="952973"/>
                </a:lnTo>
                <a:lnTo>
                  <a:pt x="1506114" y="989892"/>
                </a:lnTo>
                <a:cubicBezTo>
                  <a:pt x="1502081" y="1009604"/>
                  <a:pt x="1497209" y="1029011"/>
                  <a:pt x="1491538" y="1048074"/>
                </a:cubicBezTo>
                <a:lnTo>
                  <a:pt x="1485827" y="1064617"/>
                </a:lnTo>
                <a:lnTo>
                  <a:pt x="1592152" y="1160683"/>
                </a:lnTo>
                <a:lnTo>
                  <a:pt x="1498169" y="1323465"/>
                </a:lnTo>
                <a:lnTo>
                  <a:pt x="1367507" y="1281258"/>
                </a:lnTo>
                <a:lnTo>
                  <a:pt x="1351398" y="1303350"/>
                </a:lnTo>
                <a:cubicBezTo>
                  <a:pt x="1335535" y="1321664"/>
                  <a:pt x="1318727" y="1339136"/>
                  <a:pt x="1301049" y="1355691"/>
                </a:cubicBezTo>
                <a:lnTo>
                  <a:pt x="1282493" y="1371332"/>
                </a:lnTo>
                <a:lnTo>
                  <a:pt x="1323465" y="1498169"/>
                </a:lnTo>
                <a:lnTo>
                  <a:pt x="1160682" y="1592152"/>
                </a:lnTo>
                <a:lnTo>
                  <a:pt x="1074277" y="1496521"/>
                </a:lnTo>
                <a:lnTo>
                  <a:pt x="1052042" y="1505484"/>
                </a:lnTo>
                <a:lnTo>
                  <a:pt x="948719" y="1531593"/>
                </a:lnTo>
                <a:lnTo>
                  <a:pt x="922032" y="1656098"/>
                </a:lnTo>
                <a:lnTo>
                  <a:pt x="734066" y="1656098"/>
                </a:lnTo>
                <a:lnTo>
                  <a:pt x="707323" y="1531333"/>
                </a:lnTo>
                <a:lnTo>
                  <a:pt x="688561" y="1528470"/>
                </a:lnTo>
                <a:lnTo>
                  <a:pt x="581645" y="1496716"/>
                </a:lnTo>
                <a:lnTo>
                  <a:pt x="495416" y="1592152"/>
                </a:lnTo>
                <a:lnTo>
                  <a:pt x="332634" y="1498169"/>
                </a:lnTo>
                <a:lnTo>
                  <a:pt x="373389" y="1372000"/>
                </a:lnTo>
                <a:lnTo>
                  <a:pt x="293970" y="1290661"/>
                </a:lnTo>
                <a:lnTo>
                  <a:pt x="287662" y="1281558"/>
                </a:lnTo>
                <a:lnTo>
                  <a:pt x="157930" y="1323465"/>
                </a:lnTo>
                <a:lnTo>
                  <a:pt x="63947" y="1160683"/>
                </a:lnTo>
                <a:lnTo>
                  <a:pt x="170348" y="1064548"/>
                </a:lnTo>
                <a:lnTo>
                  <a:pt x="159896" y="1031651"/>
                </a:lnTo>
                <a:lnTo>
                  <a:pt x="144063" y="952912"/>
                </a:lnTo>
                <a:lnTo>
                  <a:pt x="0" y="922032"/>
                </a:lnTo>
                <a:lnTo>
                  <a:pt x="0" y="734067"/>
                </a:lnTo>
                <a:lnTo>
                  <a:pt x="152682" y="701339"/>
                </a:lnTo>
                <a:lnTo>
                  <a:pt x="159896" y="669158"/>
                </a:lnTo>
                <a:lnTo>
                  <a:pt x="182923" y="602913"/>
                </a:lnTo>
                <a:lnTo>
                  <a:pt x="63947" y="495417"/>
                </a:lnTo>
                <a:lnTo>
                  <a:pt x="157930" y="332634"/>
                </a:lnTo>
                <a:lnTo>
                  <a:pt x="318389" y="384465"/>
                </a:lnTo>
                <a:lnTo>
                  <a:pt x="353537" y="346539"/>
                </a:lnTo>
                <a:lnTo>
                  <a:pt x="385166" y="320558"/>
                </a:lnTo>
                <a:lnTo>
                  <a:pt x="332634" y="157929"/>
                </a:lnTo>
                <a:lnTo>
                  <a:pt x="495416" y="63947"/>
                </a:lnTo>
                <a:lnTo>
                  <a:pt x="612546" y="193585"/>
                </a:lnTo>
                <a:lnTo>
                  <a:pt x="688561" y="172338"/>
                </a:lnTo>
                <a:lnTo>
                  <a:pt x="697415" y="170987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rgbClr val="E2E2E2"/>
              </a:gs>
            </a:gsLst>
            <a:lin ang="2700000"/>
          </a:gradFill>
          <a:ln>
            <a:noFill/>
          </a:ln>
          <a:effectLst>
            <a:outerShdw blurRad="190500" dist="889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8692265E-FA91-4B77-A09E-802DD8967288}"/>
              </a:ext>
            </a:extLst>
          </p:cNvPr>
          <p:cNvSpPr>
            <a:spLocks noGrp="1"/>
          </p:cNvSpPr>
          <p:nvPr/>
        </p:nvSpPr>
        <p:spPr>
          <a:xfrm>
            <a:off x="8076549" y="4035920"/>
            <a:ext cx="767216" cy="767216"/>
          </a:xfrm>
          <a:prstGeom prst="ellipse">
            <a:avLst/>
          </a:prstGeom>
          <a:solidFill>
            <a:srgbClr val="F1F1F3"/>
          </a:solidFill>
          <a:ln w="22225">
            <a:gradFill>
              <a:gsLst>
                <a:gs pos="0">
                  <a:srgbClr val="CDCDCD"/>
                </a:gs>
                <a:gs pos="100000">
                  <a:schemeClr val="bg1"/>
                </a:gs>
              </a:gsLst>
              <a:lin ang="2700000"/>
            </a:gradFill>
          </a:ln>
          <a:effectLst>
            <a:innerShdw blurRad="88900" dist="38100" dir="135000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" name="任意多边形 63">
            <a:extLst>
              <a:ext uri="{FF2B5EF4-FFF2-40B4-BE49-F238E27FC236}">
                <a16:creationId xmlns:a16="http://schemas.microsoft.com/office/drawing/2014/main" id="{F5909EAE-7E81-474C-868E-40AC741DB6DC}"/>
              </a:ext>
            </a:extLst>
          </p:cNvPr>
          <p:cNvSpPr>
            <a:spLocks noGrp="1"/>
          </p:cNvSpPr>
          <p:nvPr/>
        </p:nvSpPr>
        <p:spPr>
          <a:xfrm>
            <a:off x="6161031" y="5479469"/>
            <a:ext cx="1124511" cy="1124512"/>
          </a:xfrm>
          <a:custGeom>
            <a:avLst/>
            <a:gdLst/>
            <a:ahLst/>
            <a:cxnLst/>
            <a:rect l="l" t="t" r="r" b="b"/>
            <a:pathLst>
              <a:path w="1656097" h="1656098">
                <a:moveTo>
                  <a:pt x="734066" y="0"/>
                </a:moveTo>
                <a:lnTo>
                  <a:pt x="922032" y="0"/>
                </a:lnTo>
                <a:lnTo>
                  <a:pt x="958682" y="170987"/>
                </a:lnTo>
                <a:lnTo>
                  <a:pt x="967537" y="172338"/>
                </a:lnTo>
                <a:lnTo>
                  <a:pt x="1042604" y="194634"/>
                </a:lnTo>
                <a:lnTo>
                  <a:pt x="1160682" y="63947"/>
                </a:lnTo>
                <a:lnTo>
                  <a:pt x="1323465" y="157929"/>
                </a:lnTo>
                <a:lnTo>
                  <a:pt x="1271151" y="319877"/>
                </a:lnTo>
                <a:lnTo>
                  <a:pt x="1280994" y="327054"/>
                </a:lnTo>
                <a:cubicBezTo>
                  <a:pt x="1299308" y="342918"/>
                  <a:pt x="1316780" y="359726"/>
                  <a:pt x="1333335" y="377405"/>
                </a:cubicBezTo>
                <a:lnTo>
                  <a:pt x="1338950" y="384065"/>
                </a:lnTo>
                <a:lnTo>
                  <a:pt x="1498169" y="332634"/>
                </a:lnTo>
                <a:lnTo>
                  <a:pt x="1592152" y="495417"/>
                </a:lnTo>
                <a:lnTo>
                  <a:pt x="1473528" y="602595"/>
                </a:lnTo>
                <a:lnTo>
                  <a:pt x="1483127" y="626411"/>
                </a:lnTo>
                <a:lnTo>
                  <a:pt x="1501984" y="701032"/>
                </a:lnTo>
                <a:lnTo>
                  <a:pt x="1656097" y="734067"/>
                </a:lnTo>
                <a:lnTo>
                  <a:pt x="1656097" y="922032"/>
                </a:lnTo>
                <a:lnTo>
                  <a:pt x="1511749" y="952973"/>
                </a:lnTo>
                <a:lnTo>
                  <a:pt x="1506114" y="989892"/>
                </a:lnTo>
                <a:cubicBezTo>
                  <a:pt x="1502081" y="1009604"/>
                  <a:pt x="1497209" y="1029011"/>
                  <a:pt x="1491538" y="1048074"/>
                </a:cubicBezTo>
                <a:lnTo>
                  <a:pt x="1485827" y="1064617"/>
                </a:lnTo>
                <a:lnTo>
                  <a:pt x="1592152" y="1160683"/>
                </a:lnTo>
                <a:lnTo>
                  <a:pt x="1498169" y="1323465"/>
                </a:lnTo>
                <a:lnTo>
                  <a:pt x="1367507" y="1281258"/>
                </a:lnTo>
                <a:lnTo>
                  <a:pt x="1351398" y="1303350"/>
                </a:lnTo>
                <a:cubicBezTo>
                  <a:pt x="1335535" y="1321664"/>
                  <a:pt x="1318727" y="1339136"/>
                  <a:pt x="1301049" y="1355691"/>
                </a:cubicBezTo>
                <a:lnTo>
                  <a:pt x="1282493" y="1371332"/>
                </a:lnTo>
                <a:lnTo>
                  <a:pt x="1323465" y="1498169"/>
                </a:lnTo>
                <a:lnTo>
                  <a:pt x="1160682" y="1592152"/>
                </a:lnTo>
                <a:lnTo>
                  <a:pt x="1074277" y="1496521"/>
                </a:lnTo>
                <a:lnTo>
                  <a:pt x="1052042" y="1505484"/>
                </a:lnTo>
                <a:lnTo>
                  <a:pt x="948719" y="1531593"/>
                </a:lnTo>
                <a:lnTo>
                  <a:pt x="922032" y="1656098"/>
                </a:lnTo>
                <a:lnTo>
                  <a:pt x="734066" y="1656098"/>
                </a:lnTo>
                <a:lnTo>
                  <a:pt x="707323" y="1531333"/>
                </a:lnTo>
                <a:lnTo>
                  <a:pt x="688561" y="1528470"/>
                </a:lnTo>
                <a:lnTo>
                  <a:pt x="581645" y="1496716"/>
                </a:lnTo>
                <a:lnTo>
                  <a:pt x="495416" y="1592152"/>
                </a:lnTo>
                <a:lnTo>
                  <a:pt x="332634" y="1498169"/>
                </a:lnTo>
                <a:lnTo>
                  <a:pt x="373389" y="1372000"/>
                </a:lnTo>
                <a:lnTo>
                  <a:pt x="293970" y="1290661"/>
                </a:lnTo>
                <a:lnTo>
                  <a:pt x="287662" y="1281558"/>
                </a:lnTo>
                <a:lnTo>
                  <a:pt x="157930" y="1323465"/>
                </a:lnTo>
                <a:lnTo>
                  <a:pt x="63947" y="1160683"/>
                </a:lnTo>
                <a:lnTo>
                  <a:pt x="170348" y="1064548"/>
                </a:lnTo>
                <a:lnTo>
                  <a:pt x="159896" y="1031651"/>
                </a:lnTo>
                <a:lnTo>
                  <a:pt x="144063" y="952912"/>
                </a:lnTo>
                <a:lnTo>
                  <a:pt x="0" y="922032"/>
                </a:lnTo>
                <a:lnTo>
                  <a:pt x="0" y="734067"/>
                </a:lnTo>
                <a:lnTo>
                  <a:pt x="152682" y="701339"/>
                </a:lnTo>
                <a:lnTo>
                  <a:pt x="159896" y="669158"/>
                </a:lnTo>
                <a:lnTo>
                  <a:pt x="182923" y="602913"/>
                </a:lnTo>
                <a:lnTo>
                  <a:pt x="63947" y="495417"/>
                </a:lnTo>
                <a:lnTo>
                  <a:pt x="157930" y="332634"/>
                </a:lnTo>
                <a:lnTo>
                  <a:pt x="318389" y="384465"/>
                </a:lnTo>
                <a:lnTo>
                  <a:pt x="353537" y="346539"/>
                </a:lnTo>
                <a:lnTo>
                  <a:pt x="385166" y="320558"/>
                </a:lnTo>
                <a:lnTo>
                  <a:pt x="332634" y="157929"/>
                </a:lnTo>
                <a:lnTo>
                  <a:pt x="495416" y="63947"/>
                </a:lnTo>
                <a:lnTo>
                  <a:pt x="612546" y="193585"/>
                </a:lnTo>
                <a:lnTo>
                  <a:pt x="688561" y="172338"/>
                </a:lnTo>
                <a:lnTo>
                  <a:pt x="697415" y="170987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rgbClr val="E2E2E2"/>
              </a:gs>
            </a:gsLst>
            <a:lin ang="2700000"/>
          </a:gradFill>
          <a:ln>
            <a:noFill/>
          </a:ln>
          <a:effectLst>
            <a:outerShdw blurRad="190500" dist="889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AA48358A-B2D3-46D5-A92B-8DDB5C833146}"/>
              </a:ext>
            </a:extLst>
          </p:cNvPr>
          <p:cNvSpPr>
            <a:spLocks noGrp="1"/>
          </p:cNvSpPr>
          <p:nvPr/>
        </p:nvSpPr>
        <p:spPr>
          <a:xfrm>
            <a:off x="6339677" y="5658116"/>
            <a:ext cx="767216" cy="767216"/>
          </a:xfrm>
          <a:prstGeom prst="ellipse">
            <a:avLst/>
          </a:prstGeom>
          <a:solidFill>
            <a:srgbClr val="F1F1F3"/>
          </a:solidFill>
          <a:ln w="22225">
            <a:gradFill>
              <a:gsLst>
                <a:gs pos="0">
                  <a:srgbClr val="CDCDCD"/>
                </a:gs>
                <a:gs pos="100000">
                  <a:schemeClr val="bg1"/>
                </a:gs>
              </a:gsLst>
              <a:lin ang="2700000"/>
            </a:gradFill>
          </a:ln>
          <a:effectLst>
            <a:innerShdw blurRad="88900" dist="38100" dir="135000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Freeform 32">
            <a:extLst>
              <a:ext uri="{FF2B5EF4-FFF2-40B4-BE49-F238E27FC236}">
                <a16:creationId xmlns:a16="http://schemas.microsoft.com/office/drawing/2014/main" id="{C1450BA3-5A88-493C-8DC9-CA79715AFB0F}"/>
              </a:ext>
            </a:extLst>
          </p:cNvPr>
          <p:cNvSpPr>
            <a:spLocks noGrp="1"/>
          </p:cNvSpPr>
          <p:nvPr/>
        </p:nvSpPr>
        <p:spPr>
          <a:xfrm>
            <a:off x="8417169" y="4205061"/>
            <a:ext cx="85031" cy="428933"/>
          </a:xfrm>
          <a:custGeom>
            <a:avLst/>
            <a:gdLst/>
            <a:ahLst/>
            <a:cxnLst/>
            <a:rect l="0" t="0" r="r" b="b"/>
            <a:pathLst>
              <a:path w="64" h="321">
                <a:moveTo>
                  <a:pt x="64" y="289"/>
                </a:moveTo>
                <a:cubicBezTo>
                  <a:pt x="64" y="307"/>
                  <a:pt x="49" y="321"/>
                  <a:pt x="32" y="321"/>
                </a:cubicBezTo>
                <a:cubicBezTo>
                  <a:pt x="14" y="321"/>
                  <a:pt x="0" y="307"/>
                  <a:pt x="0" y="289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14"/>
                  <a:pt x="14" y="0"/>
                  <a:pt x="32" y="0"/>
                </a:cubicBezTo>
                <a:cubicBezTo>
                  <a:pt x="49" y="0"/>
                  <a:pt x="64" y="14"/>
                  <a:pt x="64" y="32"/>
                </a:cubicBezTo>
                <a:lnTo>
                  <a:pt x="64" y="289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68" name="Freeform 33">
            <a:extLst>
              <a:ext uri="{FF2B5EF4-FFF2-40B4-BE49-F238E27FC236}">
                <a16:creationId xmlns:a16="http://schemas.microsoft.com/office/drawing/2014/main" id="{77FB688C-C7BE-4BB2-8FE5-4976C49700BA}"/>
              </a:ext>
            </a:extLst>
          </p:cNvPr>
          <p:cNvSpPr>
            <a:spLocks noGrp="1"/>
          </p:cNvSpPr>
          <p:nvPr/>
        </p:nvSpPr>
        <p:spPr>
          <a:xfrm>
            <a:off x="8292457" y="4466767"/>
            <a:ext cx="84086" cy="167227"/>
          </a:xfrm>
          <a:custGeom>
            <a:avLst/>
            <a:gdLst/>
            <a:ahLst/>
            <a:cxnLst/>
            <a:rect l="0" t="0" r="r" b="b"/>
            <a:pathLst>
              <a:path w="63" h="125">
                <a:moveTo>
                  <a:pt x="63" y="93"/>
                </a:moveTo>
                <a:cubicBezTo>
                  <a:pt x="63" y="111"/>
                  <a:pt x="49" y="125"/>
                  <a:pt x="32" y="125"/>
                </a:cubicBezTo>
                <a:cubicBezTo>
                  <a:pt x="14" y="125"/>
                  <a:pt x="0" y="111"/>
                  <a:pt x="0" y="93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14"/>
                  <a:pt x="14" y="0"/>
                  <a:pt x="32" y="0"/>
                </a:cubicBezTo>
                <a:cubicBezTo>
                  <a:pt x="49" y="0"/>
                  <a:pt x="63" y="14"/>
                  <a:pt x="63" y="32"/>
                </a:cubicBezTo>
                <a:lnTo>
                  <a:pt x="63" y="93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69" name="Freeform 34">
            <a:extLst>
              <a:ext uri="{FF2B5EF4-FFF2-40B4-BE49-F238E27FC236}">
                <a16:creationId xmlns:a16="http://schemas.microsoft.com/office/drawing/2014/main" id="{0B2A3839-793D-4B8F-AFC2-5993F186148E}"/>
              </a:ext>
            </a:extLst>
          </p:cNvPr>
          <p:cNvSpPr>
            <a:spLocks noGrp="1"/>
          </p:cNvSpPr>
          <p:nvPr/>
        </p:nvSpPr>
        <p:spPr>
          <a:xfrm>
            <a:off x="8542826" y="4343000"/>
            <a:ext cx="85031" cy="290994"/>
          </a:xfrm>
          <a:custGeom>
            <a:avLst/>
            <a:gdLst/>
            <a:ahLst/>
            <a:cxnLst/>
            <a:rect l="0" t="0" r="r" b="b"/>
            <a:pathLst>
              <a:path w="64" h="218">
                <a:moveTo>
                  <a:pt x="64" y="186"/>
                </a:moveTo>
                <a:cubicBezTo>
                  <a:pt x="64" y="204"/>
                  <a:pt x="49" y="218"/>
                  <a:pt x="32" y="218"/>
                </a:cubicBezTo>
                <a:cubicBezTo>
                  <a:pt x="14" y="218"/>
                  <a:pt x="0" y="204"/>
                  <a:pt x="0" y="186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14"/>
                  <a:pt x="14" y="0"/>
                  <a:pt x="32" y="0"/>
                </a:cubicBezTo>
                <a:cubicBezTo>
                  <a:pt x="49" y="0"/>
                  <a:pt x="64" y="14"/>
                  <a:pt x="64" y="32"/>
                </a:cubicBezTo>
                <a:lnTo>
                  <a:pt x="64" y="186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72" name="Freeform 36">
            <a:extLst>
              <a:ext uri="{FF2B5EF4-FFF2-40B4-BE49-F238E27FC236}">
                <a16:creationId xmlns:a16="http://schemas.microsoft.com/office/drawing/2014/main" id="{3D57A290-8FD7-49B6-92E1-0BE06DBE1DFC}"/>
              </a:ext>
            </a:extLst>
          </p:cNvPr>
          <p:cNvSpPr>
            <a:spLocks noGrp="1"/>
          </p:cNvSpPr>
          <p:nvPr/>
        </p:nvSpPr>
        <p:spPr>
          <a:xfrm>
            <a:off x="4007053" y="4115237"/>
            <a:ext cx="184232" cy="184232"/>
          </a:xfrm>
          <a:custGeom>
            <a:avLst/>
            <a:gdLst/>
            <a:ahLst/>
            <a:cxnLst/>
            <a:rect l="0" t="0" r="r" b="b"/>
            <a:pathLst>
              <a:path w="138" h="138">
                <a:moveTo>
                  <a:pt x="0" y="0"/>
                </a:moveTo>
                <a:cubicBezTo>
                  <a:pt x="0" y="138"/>
                  <a:pt x="0" y="138"/>
                  <a:pt x="0" y="138"/>
                </a:cubicBezTo>
                <a:cubicBezTo>
                  <a:pt x="138" y="138"/>
                  <a:pt x="138" y="138"/>
                  <a:pt x="138" y="138"/>
                </a:cubicBezTo>
                <a:cubicBezTo>
                  <a:pt x="134" y="63"/>
                  <a:pt x="74" y="4"/>
                  <a:pt x="0" y="0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73" name="Freeform 37">
            <a:extLst>
              <a:ext uri="{FF2B5EF4-FFF2-40B4-BE49-F238E27FC236}">
                <a16:creationId xmlns:a16="http://schemas.microsoft.com/office/drawing/2014/main" id="{8E7BEEC4-C726-48D1-BD40-A6636CCE11B2}"/>
              </a:ext>
            </a:extLst>
          </p:cNvPr>
          <p:cNvSpPr>
            <a:spLocks noGrp="1"/>
          </p:cNvSpPr>
          <p:nvPr/>
        </p:nvSpPr>
        <p:spPr>
          <a:xfrm>
            <a:off x="3798257" y="4115237"/>
            <a:ext cx="393028" cy="391140"/>
          </a:xfrm>
          <a:custGeom>
            <a:avLst/>
            <a:gdLst/>
            <a:ahLst/>
            <a:cxnLst/>
            <a:rect l="0" t="0" r="r" b="b"/>
            <a:pathLst>
              <a:path w="294" h="293">
                <a:moveTo>
                  <a:pt x="139" y="154"/>
                </a:moveTo>
                <a:cubicBezTo>
                  <a:pt x="139" y="0"/>
                  <a:pt x="139" y="0"/>
                  <a:pt x="139" y="0"/>
                </a:cubicBezTo>
                <a:cubicBezTo>
                  <a:pt x="61" y="4"/>
                  <a:pt x="0" y="68"/>
                  <a:pt x="0" y="146"/>
                </a:cubicBezTo>
                <a:cubicBezTo>
                  <a:pt x="0" y="227"/>
                  <a:pt x="66" y="293"/>
                  <a:pt x="147" y="293"/>
                </a:cubicBezTo>
                <a:cubicBezTo>
                  <a:pt x="226" y="293"/>
                  <a:pt x="289" y="232"/>
                  <a:pt x="294" y="154"/>
                </a:cubicBezTo>
                <a:lnTo>
                  <a:pt x="139" y="154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75" name="Oval 131">
            <a:extLst>
              <a:ext uri="{FF2B5EF4-FFF2-40B4-BE49-F238E27FC236}">
                <a16:creationId xmlns:a16="http://schemas.microsoft.com/office/drawing/2014/main" id="{D7E6349A-BD87-4D84-B548-19A9EFEBC03E}"/>
              </a:ext>
            </a:extLst>
          </p:cNvPr>
          <p:cNvSpPr>
            <a:spLocks noGrp="1"/>
          </p:cNvSpPr>
          <p:nvPr/>
        </p:nvSpPr>
        <p:spPr>
          <a:xfrm>
            <a:off x="5825910" y="1578435"/>
            <a:ext cx="176635" cy="178896"/>
          </a:xfrm>
          <a:prstGeom prst="ellipse">
            <a:avLst/>
          </a:pr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76" name="Freeform 134">
            <a:extLst>
              <a:ext uri="{FF2B5EF4-FFF2-40B4-BE49-F238E27FC236}">
                <a16:creationId xmlns:a16="http://schemas.microsoft.com/office/drawing/2014/main" id="{A46709A1-EDDC-44B7-8046-1E108CA67E42}"/>
              </a:ext>
            </a:extLst>
          </p:cNvPr>
          <p:cNvSpPr>
            <a:spLocks noGrp="1"/>
          </p:cNvSpPr>
          <p:nvPr/>
        </p:nvSpPr>
        <p:spPr>
          <a:xfrm>
            <a:off x="5717966" y="1785232"/>
            <a:ext cx="392524" cy="170689"/>
          </a:xfrm>
          <a:custGeom>
            <a:avLst/>
            <a:gdLst/>
            <a:ahLst/>
            <a:cxnLst/>
            <a:rect l="0" t="0" r="r" b="b"/>
            <a:pathLst>
              <a:path w="200" h="87">
                <a:moveTo>
                  <a:pt x="35" y="87"/>
                </a:moveTo>
                <a:cubicBezTo>
                  <a:pt x="35" y="72"/>
                  <a:pt x="35" y="72"/>
                  <a:pt x="35" y="72"/>
                </a:cubicBezTo>
                <a:cubicBezTo>
                  <a:pt x="46" y="72"/>
                  <a:pt x="46" y="72"/>
                  <a:pt x="46" y="72"/>
                </a:cubicBezTo>
                <a:cubicBezTo>
                  <a:pt x="46" y="87"/>
                  <a:pt x="46" y="87"/>
                  <a:pt x="46" y="87"/>
                </a:cubicBezTo>
                <a:cubicBezTo>
                  <a:pt x="155" y="87"/>
                  <a:pt x="155" y="87"/>
                  <a:pt x="155" y="87"/>
                </a:cubicBezTo>
                <a:cubicBezTo>
                  <a:pt x="155" y="72"/>
                  <a:pt x="155" y="72"/>
                  <a:pt x="155" y="72"/>
                </a:cubicBezTo>
                <a:cubicBezTo>
                  <a:pt x="166" y="72"/>
                  <a:pt x="166" y="72"/>
                  <a:pt x="166" y="72"/>
                </a:cubicBezTo>
                <a:cubicBezTo>
                  <a:pt x="166" y="87"/>
                  <a:pt x="166" y="87"/>
                  <a:pt x="166" y="87"/>
                </a:cubicBezTo>
                <a:cubicBezTo>
                  <a:pt x="199" y="87"/>
                  <a:pt x="199" y="87"/>
                  <a:pt x="199" y="87"/>
                </a:cubicBezTo>
                <a:cubicBezTo>
                  <a:pt x="199" y="47"/>
                  <a:pt x="200" y="43"/>
                  <a:pt x="200" y="43"/>
                </a:cubicBezTo>
                <a:cubicBezTo>
                  <a:pt x="200" y="19"/>
                  <a:pt x="180" y="0"/>
                  <a:pt x="15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00" y="80"/>
                  <a:pt x="100" y="80"/>
                  <a:pt x="100" y="80"/>
                </a:cubicBezTo>
                <a:cubicBezTo>
                  <a:pt x="60" y="0"/>
                  <a:pt x="60" y="0"/>
                  <a:pt x="60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4" y="0"/>
                  <a:pt x="44" y="0"/>
                </a:cubicBezTo>
                <a:cubicBezTo>
                  <a:pt x="20" y="0"/>
                  <a:pt x="1" y="19"/>
                  <a:pt x="1" y="43"/>
                </a:cubicBezTo>
                <a:cubicBezTo>
                  <a:pt x="1" y="43"/>
                  <a:pt x="0" y="47"/>
                  <a:pt x="0" y="87"/>
                </a:cubicBezTo>
                <a:lnTo>
                  <a:pt x="35" y="87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62F9AE49-90BD-4507-BD56-4964A2734A9B}"/>
              </a:ext>
            </a:extLst>
          </p:cNvPr>
          <p:cNvSpPr>
            <a:spLocks noGrp="1"/>
          </p:cNvSpPr>
          <p:nvPr/>
        </p:nvSpPr>
        <p:spPr>
          <a:xfrm>
            <a:off x="5638687" y="3431717"/>
            <a:ext cx="695851" cy="373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8402DDFE-662B-497C-B9AC-328B7CA7EC87}"/>
              </a:ext>
            </a:extLst>
          </p:cNvPr>
          <p:cNvSpPr>
            <a:spLocks noGrp="1"/>
          </p:cNvSpPr>
          <p:nvPr/>
        </p:nvSpPr>
        <p:spPr>
          <a:xfrm>
            <a:off x="6116001" y="3401668"/>
            <a:ext cx="971486" cy="373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E89D530-1FD5-4EFF-BFA5-AF455BA060C9}"/>
              </a:ext>
            </a:extLst>
          </p:cNvPr>
          <p:cNvSpPr>
            <a:spLocks noGrp="1"/>
          </p:cNvSpPr>
          <p:nvPr/>
        </p:nvSpPr>
        <p:spPr>
          <a:xfrm>
            <a:off x="6110058" y="3971631"/>
            <a:ext cx="971486" cy="373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AB5E5A8-2128-49DA-8851-5FCB1E705FD9}"/>
              </a:ext>
            </a:extLst>
          </p:cNvPr>
          <p:cNvSpPr>
            <a:spLocks noGrp="1"/>
          </p:cNvSpPr>
          <p:nvPr/>
        </p:nvSpPr>
        <p:spPr>
          <a:xfrm>
            <a:off x="5504999" y="3997423"/>
            <a:ext cx="971486" cy="373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81" name="Rectangle 89">
            <a:extLst>
              <a:ext uri="{FF2B5EF4-FFF2-40B4-BE49-F238E27FC236}">
                <a16:creationId xmlns:a16="http://schemas.microsoft.com/office/drawing/2014/main" id="{E26532AA-E7DC-404D-BB52-3BA06A50E9D0}"/>
              </a:ext>
            </a:extLst>
          </p:cNvPr>
          <p:cNvSpPr>
            <a:spLocks noGrp="1"/>
          </p:cNvSpPr>
          <p:nvPr/>
        </p:nvSpPr>
        <p:spPr>
          <a:xfrm>
            <a:off x="7234941" y="2695421"/>
            <a:ext cx="335007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82" name="Rectangle 89">
            <a:extLst>
              <a:ext uri="{FF2B5EF4-FFF2-40B4-BE49-F238E27FC236}">
                <a16:creationId xmlns:a16="http://schemas.microsoft.com/office/drawing/2014/main" id="{6D2A7D3B-3060-4FD3-93C8-3B88C38E159C}"/>
              </a:ext>
            </a:extLst>
          </p:cNvPr>
          <p:cNvSpPr>
            <a:spLocks noGrp="1"/>
          </p:cNvSpPr>
          <p:nvPr/>
        </p:nvSpPr>
        <p:spPr>
          <a:xfrm>
            <a:off x="1209314" y="1767774"/>
            <a:ext cx="3459514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83" name="Rectangle 89">
            <a:extLst>
              <a:ext uri="{FF2B5EF4-FFF2-40B4-BE49-F238E27FC236}">
                <a16:creationId xmlns:a16="http://schemas.microsoft.com/office/drawing/2014/main" id="{9C93B69A-DD7E-4BCA-BC48-5098B774F1ED}"/>
              </a:ext>
            </a:extLst>
          </p:cNvPr>
          <p:cNvSpPr>
            <a:spLocks noGrp="1"/>
          </p:cNvSpPr>
          <p:nvPr/>
        </p:nvSpPr>
        <p:spPr>
          <a:xfrm>
            <a:off x="7151343" y="4944420"/>
            <a:ext cx="335007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84" name="Rectangle 89">
            <a:extLst>
              <a:ext uri="{FF2B5EF4-FFF2-40B4-BE49-F238E27FC236}">
                <a16:creationId xmlns:a16="http://schemas.microsoft.com/office/drawing/2014/main" id="{21C9974F-8737-4752-937B-58DD14C08482}"/>
              </a:ext>
            </a:extLst>
          </p:cNvPr>
          <p:cNvSpPr>
            <a:spLocks noGrp="1"/>
          </p:cNvSpPr>
          <p:nvPr/>
        </p:nvSpPr>
        <p:spPr>
          <a:xfrm>
            <a:off x="1209314" y="4952306"/>
            <a:ext cx="3459514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07E2D05-4ACA-429A-ABAC-0E5D48A7774D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61B02B95-E5F7-4367-80C1-4CFECDA7F2ED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8" name="TextBox 62">
            <a:extLst>
              <a:ext uri="{FF2B5EF4-FFF2-40B4-BE49-F238E27FC236}">
                <a16:creationId xmlns:a16="http://schemas.microsoft.com/office/drawing/2014/main" id="{4324C7FC-3923-4E64-88AF-FDA5CF5357F4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E4BC34E-04B1-4E70-99A1-6F91834D806E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90" name="圆角矩形 89">
            <a:extLst>
              <a:ext uri="{FF2B5EF4-FFF2-40B4-BE49-F238E27FC236}">
                <a16:creationId xmlns:a16="http://schemas.microsoft.com/office/drawing/2014/main" id="{DF32FFAC-5F4B-4C3B-9E66-5064C434D29C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B38719A-86A6-462F-9FEB-818DD0B5DA3F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2" name="kicker-marker">
            <a:extLst>
              <a:ext uri="{FF2B5EF4-FFF2-40B4-BE49-F238E27FC236}">
                <a16:creationId xmlns:a16="http://schemas.microsoft.com/office/drawing/2014/main" id="{BC277E95-B7E9-4087-819B-279BD81F6ACC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kicker-label">
            <a:extLst>
              <a:ext uri="{FF2B5EF4-FFF2-40B4-BE49-F238E27FC236}">
                <a16:creationId xmlns:a16="http://schemas.microsoft.com/office/drawing/2014/main" id="{8DAFB80E-E224-475B-8A73-9F94C487719C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10 · 需求获取</a:t>
            </a:r>
          </a:p>
        </p:txBody>
      </p:sp>
      <p:sp>
        <p:nvSpPr>
          <p:cNvPr id="94" name="page-marker">
            <a:extLst>
              <a:ext uri="{FF2B5EF4-FFF2-40B4-BE49-F238E27FC236}">
                <a16:creationId xmlns:a16="http://schemas.microsoft.com/office/drawing/2014/main" id="{31516A64-4A4D-4940-B576-A94F4B97A675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 / 31</a:t>
            </a:r>
          </a:p>
        </p:txBody>
      </p:sp>
      <p:sp>
        <p:nvSpPr>
          <p:cNvPr id="95" name="content-panel">
            <a:extLst>
              <a:ext uri="{FF2B5EF4-FFF2-40B4-BE49-F238E27FC236}">
                <a16:creationId xmlns:a16="http://schemas.microsoft.com/office/drawing/2014/main" id="{C3F2CF62-B38D-4D13-BB04-7D87CB9ABC8E}"/>
              </a:ext>
            </a:extLst>
          </p:cNvPr>
          <p:cNvSpPr>
            <a:spLocks noGrp="1"/>
          </p:cNvSpPr>
          <p:nvPr/>
        </p:nvSpPr>
        <p:spPr>
          <a:xfrm>
            <a:off x="6398858" y="963664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claim-title">
            <a:extLst>
              <a:ext uri="{FF2B5EF4-FFF2-40B4-BE49-F238E27FC236}">
                <a16:creationId xmlns:a16="http://schemas.microsoft.com/office/drawing/2014/main" id="{7E565277-099D-421E-BF1F-90458FBC3C04}"/>
              </a:ext>
            </a:extLst>
          </p:cNvPr>
          <p:cNvSpPr>
            <a:spLocks noGrp="1"/>
          </p:cNvSpPr>
          <p:nvPr/>
        </p:nvSpPr>
        <p:spPr>
          <a:xfrm>
            <a:off x="6711056" y="2084063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非功能性需求记录</a:t>
            </a:r>
            <a:endParaRPr sz="2400" b="1" dirty="0">
              <a:solidFill>
                <a:srgbClr val="0E356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support-claim">
            <a:extLst>
              <a:ext uri="{FF2B5EF4-FFF2-40B4-BE49-F238E27FC236}">
                <a16:creationId xmlns:a16="http://schemas.microsoft.com/office/drawing/2014/main" id="{8FA36BDA-7E5F-486B-9CB2-130D9445A5BA}"/>
              </a:ext>
            </a:extLst>
          </p:cNvPr>
          <p:cNvSpPr>
            <a:spLocks noGrp="1"/>
          </p:cNvSpPr>
          <p:nvPr/>
        </p:nvSpPr>
        <p:spPr>
          <a:xfrm>
            <a:off x="6711056" y="2731763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需求数据记录表作为非功能性需求的集中记录入口。</a:t>
            </a:r>
          </a:p>
        </p:txBody>
      </p:sp>
      <p:sp>
        <p:nvSpPr>
          <p:cNvPr id="98" name="question-label">
            <a:extLst>
              <a:ext uri="{FF2B5EF4-FFF2-40B4-BE49-F238E27FC236}">
                <a16:creationId xmlns:a16="http://schemas.microsoft.com/office/drawing/2014/main" id="{2C036C9F-619A-4856-BD5F-9E80527D0348}"/>
              </a:ext>
            </a:extLst>
          </p:cNvPr>
          <p:cNvSpPr>
            <a:spLocks noGrp="1"/>
          </p:cNvSpPr>
          <p:nvPr/>
        </p:nvSpPr>
        <p:spPr>
          <a:xfrm>
            <a:off x="6711056" y="3646163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99" name="question-text">
            <a:extLst>
              <a:ext uri="{FF2B5EF4-FFF2-40B4-BE49-F238E27FC236}">
                <a16:creationId xmlns:a16="http://schemas.microsoft.com/office/drawing/2014/main" id="{E997CE4E-18B4-4BB4-BF3A-410DC3EBFB9A}"/>
              </a:ext>
            </a:extLst>
          </p:cNvPr>
          <p:cNvSpPr>
            <a:spLocks noGrp="1"/>
          </p:cNvSpPr>
          <p:nvPr/>
        </p:nvSpPr>
        <p:spPr>
          <a:xfrm>
            <a:off x="6711056" y="4027163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是否记录了每个用户的非功能性需求？描述是否正确？</a:t>
            </a:r>
          </a:p>
        </p:txBody>
      </p:sp>
      <p:sp>
        <p:nvSpPr>
          <p:cNvPr id="102" name="proof-frame">
            <a:extLst>
              <a:ext uri="{FF2B5EF4-FFF2-40B4-BE49-F238E27FC236}">
                <a16:creationId xmlns:a16="http://schemas.microsoft.com/office/drawing/2014/main" id="{AE8CACB7-893C-4A85-A329-1EB7281C22FD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proof-caption">
            <a:extLst>
              <a:ext uri="{FF2B5EF4-FFF2-40B4-BE49-F238E27FC236}">
                <a16:creationId xmlns:a16="http://schemas.microsoft.com/office/drawing/2014/main" id="{32B8AB1B-BD75-48C3-A838-185CDFA1884E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476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证据预览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3C78108-3EF9-A8D9-F0A4-877735E1AC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777" y="2730928"/>
            <a:ext cx="4934912" cy="103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792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1F92244C-A2E0-4B02-B567-EAE06357CB0D}"/>
              </a:ext>
            </a:extLst>
          </p:cNvPr>
          <p:cNvSpPr>
            <a:spLocks noGrp="1"/>
          </p:cNvSpPr>
          <p:nvPr/>
        </p:nvSpPr>
        <p:spPr>
          <a:xfrm>
            <a:off x="8433477" y="2939946"/>
            <a:ext cx="2363194" cy="1496765"/>
          </a:xfrm>
          <a:custGeom>
            <a:avLst/>
            <a:gdLst/>
            <a:ahLst/>
            <a:cxnLst/>
            <a:rect l="l" t="t" r="r" b="b"/>
            <a:pathLst>
              <a:path w="1525272" h="966054">
                <a:moveTo>
                  <a:pt x="1525272" y="483027"/>
                </a:moveTo>
                <a:lnTo>
                  <a:pt x="1258806" y="966054"/>
                </a:lnTo>
                <a:lnTo>
                  <a:pt x="0" y="966054"/>
                </a:lnTo>
                <a:lnTo>
                  <a:pt x="324547" y="482479"/>
                </a:lnTo>
                <a:lnTo>
                  <a:pt x="736" y="0"/>
                </a:lnTo>
                <a:lnTo>
                  <a:pt x="1258806" y="0"/>
                </a:lnTo>
                <a:lnTo>
                  <a:pt x="1525272" y="483027"/>
                </a:lnTo>
                <a:close/>
              </a:path>
            </a:pathLst>
          </a:custGeom>
          <a:solidFill>
            <a:srgbClr val="18478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3" name="任意多边形 12">
            <a:extLst>
              <a:ext uri="{FF2B5EF4-FFF2-40B4-BE49-F238E27FC236}">
                <a16:creationId xmlns:a16="http://schemas.microsoft.com/office/drawing/2014/main" id="{DECFE4B0-6CE6-4335-B661-DFAC61B3A6B4}"/>
              </a:ext>
            </a:extLst>
          </p:cNvPr>
          <p:cNvSpPr>
            <a:spLocks noGrp="1"/>
          </p:cNvSpPr>
          <p:nvPr/>
        </p:nvSpPr>
        <p:spPr>
          <a:xfrm rot="2700000">
            <a:off x="8757867" y="2893651"/>
            <a:ext cx="1624140" cy="1624312"/>
          </a:xfrm>
          <a:custGeom>
            <a:avLst/>
            <a:gdLst/>
            <a:ahLst/>
            <a:cxnLst/>
            <a:rect l="l" t="t" r="r" b="b"/>
            <a:pathLst>
              <a:path w="1444932" h="1445086">
                <a:moveTo>
                  <a:pt x="39400" y="39554"/>
                </a:moveTo>
                <a:cubicBezTo>
                  <a:pt x="63743" y="15211"/>
                  <a:pt x="97373" y="155"/>
                  <a:pt x="134519" y="155"/>
                </a:cubicBezTo>
                <a:lnTo>
                  <a:pt x="894281" y="155"/>
                </a:lnTo>
                <a:lnTo>
                  <a:pt x="905823" y="2485"/>
                </a:lnTo>
                <a:lnTo>
                  <a:pt x="905881" y="154"/>
                </a:lnTo>
                <a:cubicBezTo>
                  <a:pt x="1206440" y="-5740"/>
                  <a:pt x="1389685" y="157248"/>
                  <a:pt x="1431928" y="427073"/>
                </a:cubicBezTo>
                <a:lnTo>
                  <a:pt x="1439322" y="523015"/>
                </a:lnTo>
                <a:lnTo>
                  <a:pt x="1444932" y="550805"/>
                </a:lnTo>
                <a:lnTo>
                  <a:pt x="1444932" y="1310567"/>
                </a:lnTo>
                <a:cubicBezTo>
                  <a:pt x="1444933" y="1384860"/>
                  <a:pt x="1384707" y="1445086"/>
                  <a:pt x="1310414" y="1445086"/>
                </a:cubicBezTo>
                <a:cubicBezTo>
                  <a:pt x="1236120" y="1445086"/>
                  <a:pt x="1175894" y="1384860"/>
                  <a:pt x="1175895" y="1310567"/>
                </a:cubicBezTo>
                <a:lnTo>
                  <a:pt x="1175894" y="550805"/>
                </a:lnTo>
                <a:lnTo>
                  <a:pt x="1176924" y="545705"/>
                </a:lnTo>
                <a:lnTo>
                  <a:pt x="1175290" y="545705"/>
                </a:lnTo>
                <a:cubicBezTo>
                  <a:pt x="1169114" y="387989"/>
                  <a:pt x="1176413" y="263949"/>
                  <a:pt x="899147" y="269562"/>
                </a:cubicBezTo>
                <a:lnTo>
                  <a:pt x="899181" y="268204"/>
                </a:lnTo>
                <a:lnTo>
                  <a:pt x="894281" y="269193"/>
                </a:lnTo>
                <a:lnTo>
                  <a:pt x="134519" y="269193"/>
                </a:lnTo>
                <a:cubicBezTo>
                  <a:pt x="60226" y="269193"/>
                  <a:pt x="0" y="208967"/>
                  <a:pt x="0" y="134674"/>
                </a:cubicBezTo>
                <a:cubicBezTo>
                  <a:pt x="0" y="97527"/>
                  <a:pt x="15057" y="63898"/>
                  <a:pt x="39400" y="39554"/>
                </a:cubicBezTo>
                <a:close/>
              </a:path>
            </a:pathLst>
          </a:custGeom>
          <a:gradFill>
            <a:gsLst>
              <a:gs pos="100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2700000"/>
          </a:gradFill>
          <a:ln w="19050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/>
            </a:gradFill>
          </a:ln>
          <a:effectLst>
            <a:outerShdw blurRad="254000" dist="101600" dir="2700000" algn="tl" rotWithShape="0">
              <a:prstClr val="black">
                <a:alpha val="30000"/>
              </a:prstClr>
            </a:outerShdw>
            <a:softEdge rad="0"/>
          </a:effectLst>
        </p:spPr>
        <p:txBody>
          <a:bodyPr vert="horz" wrap="square" lIns="91440" tIns="45720" rIns="91440" bIns="45720" anchor="t">
            <a:noAutofit/>
          </a:bodyPr>
          <a:lstStyle/>
          <a:p>
            <a:endParaRPr/>
          </a:p>
        </p:txBody>
      </p:sp>
      <p:sp>
        <p:nvSpPr>
          <p:cNvPr id="14" name="任意多边形 13">
            <a:extLst>
              <a:ext uri="{FF2B5EF4-FFF2-40B4-BE49-F238E27FC236}">
                <a16:creationId xmlns:a16="http://schemas.microsoft.com/office/drawing/2014/main" id="{3166D637-9A0E-4813-8664-982EEE5A7E62}"/>
              </a:ext>
            </a:extLst>
          </p:cNvPr>
          <p:cNvSpPr>
            <a:spLocks noGrp="1"/>
          </p:cNvSpPr>
          <p:nvPr/>
        </p:nvSpPr>
        <p:spPr>
          <a:xfrm>
            <a:off x="6018468" y="2940259"/>
            <a:ext cx="2363194" cy="1496765"/>
          </a:xfrm>
          <a:custGeom>
            <a:avLst/>
            <a:gdLst/>
            <a:ahLst/>
            <a:cxnLst/>
            <a:rect l="l" t="t" r="r" b="b"/>
            <a:pathLst>
              <a:path w="1525272" h="966054">
                <a:moveTo>
                  <a:pt x="1525272" y="483027"/>
                </a:moveTo>
                <a:lnTo>
                  <a:pt x="1258806" y="966054"/>
                </a:lnTo>
                <a:lnTo>
                  <a:pt x="0" y="966054"/>
                </a:lnTo>
                <a:lnTo>
                  <a:pt x="324547" y="482479"/>
                </a:lnTo>
                <a:lnTo>
                  <a:pt x="736" y="0"/>
                </a:lnTo>
                <a:lnTo>
                  <a:pt x="1258806" y="0"/>
                </a:lnTo>
                <a:lnTo>
                  <a:pt x="1525272" y="483027"/>
                </a:lnTo>
                <a:close/>
              </a:path>
            </a:pathLst>
          </a:custGeom>
          <a:solidFill>
            <a:srgbClr val="18478F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任意多边形 19">
            <a:extLst>
              <a:ext uri="{FF2B5EF4-FFF2-40B4-BE49-F238E27FC236}">
                <a16:creationId xmlns:a16="http://schemas.microsoft.com/office/drawing/2014/main" id="{B996BDA4-1C9D-4CCD-8D3A-8B518D0E2726}"/>
              </a:ext>
            </a:extLst>
          </p:cNvPr>
          <p:cNvSpPr>
            <a:spLocks noGrp="1"/>
          </p:cNvSpPr>
          <p:nvPr/>
        </p:nvSpPr>
        <p:spPr>
          <a:xfrm rot="2700000">
            <a:off x="6342858" y="2893964"/>
            <a:ext cx="1624140" cy="1624312"/>
          </a:xfrm>
          <a:custGeom>
            <a:avLst/>
            <a:gdLst/>
            <a:ahLst/>
            <a:cxnLst/>
            <a:rect l="l" t="t" r="r" b="b"/>
            <a:pathLst>
              <a:path w="1444932" h="1445086">
                <a:moveTo>
                  <a:pt x="39400" y="39554"/>
                </a:moveTo>
                <a:cubicBezTo>
                  <a:pt x="63743" y="15211"/>
                  <a:pt x="97373" y="155"/>
                  <a:pt x="134519" y="155"/>
                </a:cubicBezTo>
                <a:lnTo>
                  <a:pt x="894281" y="155"/>
                </a:lnTo>
                <a:lnTo>
                  <a:pt x="905823" y="2485"/>
                </a:lnTo>
                <a:lnTo>
                  <a:pt x="905881" y="154"/>
                </a:lnTo>
                <a:cubicBezTo>
                  <a:pt x="1206440" y="-5740"/>
                  <a:pt x="1389685" y="157248"/>
                  <a:pt x="1431928" y="427073"/>
                </a:cubicBezTo>
                <a:lnTo>
                  <a:pt x="1439322" y="523015"/>
                </a:lnTo>
                <a:lnTo>
                  <a:pt x="1444932" y="550805"/>
                </a:lnTo>
                <a:lnTo>
                  <a:pt x="1444932" y="1310567"/>
                </a:lnTo>
                <a:cubicBezTo>
                  <a:pt x="1444933" y="1384860"/>
                  <a:pt x="1384707" y="1445086"/>
                  <a:pt x="1310414" y="1445086"/>
                </a:cubicBezTo>
                <a:cubicBezTo>
                  <a:pt x="1236120" y="1445086"/>
                  <a:pt x="1175894" y="1384860"/>
                  <a:pt x="1175895" y="1310567"/>
                </a:cubicBezTo>
                <a:lnTo>
                  <a:pt x="1175894" y="550805"/>
                </a:lnTo>
                <a:lnTo>
                  <a:pt x="1176924" y="545705"/>
                </a:lnTo>
                <a:lnTo>
                  <a:pt x="1175290" y="545705"/>
                </a:lnTo>
                <a:cubicBezTo>
                  <a:pt x="1169114" y="387989"/>
                  <a:pt x="1176413" y="263949"/>
                  <a:pt x="899147" y="269562"/>
                </a:cubicBezTo>
                <a:lnTo>
                  <a:pt x="899181" y="268204"/>
                </a:lnTo>
                <a:lnTo>
                  <a:pt x="894281" y="269193"/>
                </a:lnTo>
                <a:lnTo>
                  <a:pt x="134519" y="269193"/>
                </a:lnTo>
                <a:cubicBezTo>
                  <a:pt x="60226" y="269193"/>
                  <a:pt x="0" y="208967"/>
                  <a:pt x="0" y="134674"/>
                </a:cubicBezTo>
                <a:cubicBezTo>
                  <a:pt x="0" y="97527"/>
                  <a:pt x="15057" y="63898"/>
                  <a:pt x="39400" y="39554"/>
                </a:cubicBezTo>
                <a:close/>
              </a:path>
            </a:pathLst>
          </a:custGeom>
          <a:gradFill>
            <a:gsLst>
              <a:gs pos="100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2700000"/>
          </a:gradFill>
          <a:ln w="19050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/>
            </a:gradFill>
          </a:ln>
          <a:effectLst>
            <a:outerShdw blurRad="254000" dist="101600" dir="2700000" algn="tl" rotWithShape="0">
              <a:prstClr val="black">
                <a:alpha val="30000"/>
              </a:prstClr>
            </a:outerShdw>
            <a:softEdge rad="0"/>
          </a:effectLst>
        </p:spPr>
        <p:txBody>
          <a:bodyPr vert="horz" wrap="square" lIns="91440" tIns="45720" rIns="91440" bIns="45720" anchor="t">
            <a:noAutofit/>
          </a:bodyPr>
          <a:lstStyle/>
          <a:p>
            <a:endParaRPr/>
          </a:p>
        </p:txBody>
      </p:sp>
      <p:sp>
        <p:nvSpPr>
          <p:cNvPr id="21" name="任意多边形 20">
            <a:extLst>
              <a:ext uri="{FF2B5EF4-FFF2-40B4-BE49-F238E27FC236}">
                <a16:creationId xmlns:a16="http://schemas.microsoft.com/office/drawing/2014/main" id="{8F2F8D30-27EF-4502-8937-9E897993DA19}"/>
              </a:ext>
            </a:extLst>
          </p:cNvPr>
          <p:cNvSpPr>
            <a:spLocks noGrp="1"/>
          </p:cNvSpPr>
          <p:nvPr/>
        </p:nvSpPr>
        <p:spPr>
          <a:xfrm>
            <a:off x="3715094" y="3781318"/>
            <a:ext cx="2363194" cy="1496765"/>
          </a:xfrm>
          <a:custGeom>
            <a:avLst/>
            <a:gdLst/>
            <a:ahLst/>
            <a:cxnLst/>
            <a:rect l="l" t="t" r="r" b="b"/>
            <a:pathLst>
              <a:path w="1525272" h="966054">
                <a:moveTo>
                  <a:pt x="1525272" y="483027"/>
                </a:moveTo>
                <a:lnTo>
                  <a:pt x="1258806" y="966054"/>
                </a:lnTo>
                <a:lnTo>
                  <a:pt x="0" y="966054"/>
                </a:lnTo>
                <a:lnTo>
                  <a:pt x="324547" y="482479"/>
                </a:lnTo>
                <a:lnTo>
                  <a:pt x="736" y="0"/>
                </a:lnTo>
                <a:lnTo>
                  <a:pt x="1258806" y="0"/>
                </a:lnTo>
                <a:lnTo>
                  <a:pt x="1525272" y="483027"/>
                </a:lnTo>
                <a:close/>
              </a:path>
            </a:pathLst>
          </a:custGeom>
          <a:solidFill>
            <a:srgbClr val="18478F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任意多边形 22">
            <a:extLst>
              <a:ext uri="{FF2B5EF4-FFF2-40B4-BE49-F238E27FC236}">
                <a16:creationId xmlns:a16="http://schemas.microsoft.com/office/drawing/2014/main" id="{40BB66A4-2040-4814-A8F8-BD1AE3C7504D}"/>
              </a:ext>
            </a:extLst>
          </p:cNvPr>
          <p:cNvSpPr>
            <a:spLocks noGrp="1"/>
          </p:cNvSpPr>
          <p:nvPr/>
        </p:nvSpPr>
        <p:spPr>
          <a:xfrm rot="2700000">
            <a:off x="3961356" y="2903535"/>
            <a:ext cx="1624140" cy="1624312"/>
          </a:xfrm>
          <a:custGeom>
            <a:avLst/>
            <a:gdLst/>
            <a:ahLst/>
            <a:cxnLst/>
            <a:rect l="l" t="t" r="r" b="b"/>
            <a:pathLst>
              <a:path w="1444932" h="1445086">
                <a:moveTo>
                  <a:pt x="39400" y="39554"/>
                </a:moveTo>
                <a:cubicBezTo>
                  <a:pt x="63743" y="15211"/>
                  <a:pt x="97373" y="155"/>
                  <a:pt x="134519" y="155"/>
                </a:cubicBezTo>
                <a:lnTo>
                  <a:pt x="894281" y="155"/>
                </a:lnTo>
                <a:lnTo>
                  <a:pt x="905823" y="2485"/>
                </a:lnTo>
                <a:lnTo>
                  <a:pt x="905881" y="154"/>
                </a:lnTo>
                <a:cubicBezTo>
                  <a:pt x="1206440" y="-5740"/>
                  <a:pt x="1389685" y="157248"/>
                  <a:pt x="1431928" y="427073"/>
                </a:cubicBezTo>
                <a:lnTo>
                  <a:pt x="1439322" y="523015"/>
                </a:lnTo>
                <a:lnTo>
                  <a:pt x="1444932" y="550805"/>
                </a:lnTo>
                <a:lnTo>
                  <a:pt x="1444932" y="1310567"/>
                </a:lnTo>
                <a:cubicBezTo>
                  <a:pt x="1444933" y="1384860"/>
                  <a:pt x="1384707" y="1445086"/>
                  <a:pt x="1310414" y="1445086"/>
                </a:cubicBezTo>
                <a:cubicBezTo>
                  <a:pt x="1236120" y="1445086"/>
                  <a:pt x="1175894" y="1384860"/>
                  <a:pt x="1175895" y="1310567"/>
                </a:cubicBezTo>
                <a:lnTo>
                  <a:pt x="1175894" y="550805"/>
                </a:lnTo>
                <a:lnTo>
                  <a:pt x="1176924" y="545705"/>
                </a:lnTo>
                <a:lnTo>
                  <a:pt x="1175290" y="545705"/>
                </a:lnTo>
                <a:cubicBezTo>
                  <a:pt x="1169114" y="387989"/>
                  <a:pt x="1176413" y="263949"/>
                  <a:pt x="899147" y="269562"/>
                </a:cubicBezTo>
                <a:lnTo>
                  <a:pt x="899181" y="268204"/>
                </a:lnTo>
                <a:lnTo>
                  <a:pt x="894281" y="269193"/>
                </a:lnTo>
                <a:lnTo>
                  <a:pt x="134519" y="269193"/>
                </a:lnTo>
                <a:cubicBezTo>
                  <a:pt x="60226" y="269193"/>
                  <a:pt x="0" y="208967"/>
                  <a:pt x="0" y="134674"/>
                </a:cubicBezTo>
                <a:cubicBezTo>
                  <a:pt x="0" y="97527"/>
                  <a:pt x="15057" y="63898"/>
                  <a:pt x="39400" y="39554"/>
                </a:cubicBezTo>
                <a:close/>
              </a:path>
            </a:pathLst>
          </a:custGeom>
          <a:gradFill>
            <a:gsLst>
              <a:gs pos="100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2700000"/>
          </a:gradFill>
          <a:ln w="19050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/>
            </a:gradFill>
          </a:ln>
          <a:effectLst>
            <a:outerShdw blurRad="254000" dist="101600" dir="2700000" algn="tl" rotWithShape="0">
              <a:prstClr val="black">
                <a:alpha val="30000"/>
              </a:prstClr>
            </a:outerShdw>
            <a:softEdge rad="0"/>
          </a:effectLst>
        </p:spPr>
        <p:txBody>
          <a:bodyPr vert="horz" wrap="square" lIns="91440" tIns="45720" rIns="91440" bIns="45720" anchor="t">
            <a:noAutofit/>
          </a:bodyPr>
          <a:lstStyle/>
          <a:p>
            <a:endParaRPr/>
          </a:p>
        </p:txBody>
      </p:sp>
      <p:sp>
        <p:nvSpPr>
          <p:cNvPr id="28" name="任意多边形 27">
            <a:extLst>
              <a:ext uri="{FF2B5EF4-FFF2-40B4-BE49-F238E27FC236}">
                <a16:creationId xmlns:a16="http://schemas.microsoft.com/office/drawing/2014/main" id="{97FD846D-5B6D-49B4-BF01-7A07261ADA20}"/>
              </a:ext>
            </a:extLst>
          </p:cNvPr>
          <p:cNvSpPr>
            <a:spLocks noGrp="1"/>
          </p:cNvSpPr>
          <p:nvPr/>
        </p:nvSpPr>
        <p:spPr>
          <a:xfrm>
            <a:off x="1300085" y="3781631"/>
            <a:ext cx="2363194" cy="1496765"/>
          </a:xfrm>
          <a:custGeom>
            <a:avLst/>
            <a:gdLst/>
            <a:ahLst/>
            <a:cxnLst/>
            <a:rect l="l" t="t" r="r" b="b"/>
            <a:pathLst>
              <a:path w="1525272" h="966054">
                <a:moveTo>
                  <a:pt x="1525272" y="483027"/>
                </a:moveTo>
                <a:lnTo>
                  <a:pt x="1258806" y="966054"/>
                </a:lnTo>
                <a:lnTo>
                  <a:pt x="0" y="966054"/>
                </a:lnTo>
                <a:lnTo>
                  <a:pt x="324547" y="482479"/>
                </a:lnTo>
                <a:lnTo>
                  <a:pt x="736" y="0"/>
                </a:lnTo>
                <a:lnTo>
                  <a:pt x="1258806" y="0"/>
                </a:lnTo>
                <a:lnTo>
                  <a:pt x="1525272" y="483027"/>
                </a:lnTo>
                <a:close/>
              </a:path>
            </a:pathLst>
          </a:custGeom>
          <a:solidFill>
            <a:srgbClr val="18478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CA676C5B-A464-4C35-BB92-7FC01D367782}"/>
              </a:ext>
            </a:extLst>
          </p:cNvPr>
          <p:cNvSpPr>
            <a:spLocks noGrp="1"/>
          </p:cNvSpPr>
          <p:nvPr/>
        </p:nvSpPr>
        <p:spPr>
          <a:xfrm rot="2700000">
            <a:off x="1546346" y="2903847"/>
            <a:ext cx="1624140" cy="1624312"/>
          </a:xfrm>
          <a:custGeom>
            <a:avLst/>
            <a:gdLst/>
            <a:ahLst/>
            <a:cxnLst/>
            <a:rect l="l" t="t" r="r" b="b"/>
            <a:pathLst>
              <a:path w="1444932" h="1445086">
                <a:moveTo>
                  <a:pt x="39400" y="39554"/>
                </a:moveTo>
                <a:cubicBezTo>
                  <a:pt x="63743" y="15211"/>
                  <a:pt x="97373" y="155"/>
                  <a:pt x="134519" y="155"/>
                </a:cubicBezTo>
                <a:lnTo>
                  <a:pt x="894281" y="155"/>
                </a:lnTo>
                <a:lnTo>
                  <a:pt x="905823" y="2485"/>
                </a:lnTo>
                <a:lnTo>
                  <a:pt x="905881" y="154"/>
                </a:lnTo>
                <a:cubicBezTo>
                  <a:pt x="1206440" y="-5740"/>
                  <a:pt x="1389685" y="157248"/>
                  <a:pt x="1431928" y="427073"/>
                </a:cubicBezTo>
                <a:lnTo>
                  <a:pt x="1439322" y="523015"/>
                </a:lnTo>
                <a:lnTo>
                  <a:pt x="1444932" y="550805"/>
                </a:lnTo>
                <a:lnTo>
                  <a:pt x="1444932" y="1310567"/>
                </a:lnTo>
                <a:cubicBezTo>
                  <a:pt x="1444933" y="1384860"/>
                  <a:pt x="1384707" y="1445086"/>
                  <a:pt x="1310414" y="1445086"/>
                </a:cubicBezTo>
                <a:cubicBezTo>
                  <a:pt x="1236120" y="1445086"/>
                  <a:pt x="1175894" y="1384860"/>
                  <a:pt x="1175895" y="1310567"/>
                </a:cubicBezTo>
                <a:lnTo>
                  <a:pt x="1175894" y="550805"/>
                </a:lnTo>
                <a:lnTo>
                  <a:pt x="1176924" y="545705"/>
                </a:lnTo>
                <a:lnTo>
                  <a:pt x="1175290" y="545705"/>
                </a:lnTo>
                <a:cubicBezTo>
                  <a:pt x="1169114" y="387989"/>
                  <a:pt x="1176413" y="263949"/>
                  <a:pt x="899147" y="269562"/>
                </a:cubicBezTo>
                <a:lnTo>
                  <a:pt x="899181" y="268204"/>
                </a:lnTo>
                <a:lnTo>
                  <a:pt x="894281" y="269193"/>
                </a:lnTo>
                <a:lnTo>
                  <a:pt x="134519" y="269193"/>
                </a:lnTo>
                <a:cubicBezTo>
                  <a:pt x="60226" y="269193"/>
                  <a:pt x="0" y="208967"/>
                  <a:pt x="0" y="134674"/>
                </a:cubicBezTo>
                <a:cubicBezTo>
                  <a:pt x="0" y="97527"/>
                  <a:pt x="15057" y="63898"/>
                  <a:pt x="39400" y="39554"/>
                </a:cubicBezTo>
                <a:close/>
              </a:path>
            </a:pathLst>
          </a:custGeom>
          <a:gradFill>
            <a:gsLst>
              <a:gs pos="100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2700000"/>
          </a:gradFill>
          <a:ln w="19050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/>
            </a:gradFill>
          </a:ln>
          <a:effectLst>
            <a:outerShdw blurRad="254000" dist="101600" dir="2700000" algn="tl" rotWithShape="0">
              <a:prstClr val="black">
                <a:alpha val="30000"/>
              </a:prstClr>
            </a:outerShdw>
            <a:softEdge rad="0"/>
          </a:effectLst>
        </p:spPr>
        <p:txBody>
          <a:bodyPr vert="horz" wrap="square" lIns="91440" tIns="45720" rIns="91440" bIns="45720" anchor="t">
            <a:noAutofit/>
          </a:bodyPr>
          <a:lstStyle/>
          <a:p>
            <a:endParaRPr/>
          </a:p>
        </p:txBody>
      </p:sp>
      <p:sp>
        <p:nvSpPr>
          <p:cNvPr id="31" name="Rectangle 89">
            <a:extLst>
              <a:ext uri="{FF2B5EF4-FFF2-40B4-BE49-F238E27FC236}">
                <a16:creationId xmlns:a16="http://schemas.microsoft.com/office/drawing/2014/main" id="{C017226A-1517-4564-B28D-A10D578B517C}"/>
              </a:ext>
            </a:extLst>
          </p:cNvPr>
          <p:cNvSpPr>
            <a:spLocks noGrp="1"/>
          </p:cNvSpPr>
          <p:nvPr/>
        </p:nvSpPr>
        <p:spPr>
          <a:xfrm>
            <a:off x="3636966" y="4921544"/>
            <a:ext cx="266194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32" name="Rectangle 89">
            <a:extLst>
              <a:ext uri="{FF2B5EF4-FFF2-40B4-BE49-F238E27FC236}">
                <a16:creationId xmlns:a16="http://schemas.microsoft.com/office/drawing/2014/main" id="{16B287F5-D70A-4FE6-B717-BFE7C0C18551}"/>
              </a:ext>
            </a:extLst>
          </p:cNvPr>
          <p:cNvSpPr>
            <a:spLocks noGrp="1"/>
          </p:cNvSpPr>
          <p:nvPr/>
        </p:nvSpPr>
        <p:spPr>
          <a:xfrm>
            <a:off x="749014" y="2421708"/>
            <a:ext cx="2748909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33" name="Rectangle 89">
            <a:extLst>
              <a:ext uri="{FF2B5EF4-FFF2-40B4-BE49-F238E27FC236}">
                <a16:creationId xmlns:a16="http://schemas.microsoft.com/office/drawing/2014/main" id="{DEFDAE57-3007-4B51-B9BE-F61C3A472689}"/>
              </a:ext>
            </a:extLst>
          </p:cNvPr>
          <p:cNvSpPr>
            <a:spLocks noGrp="1"/>
          </p:cNvSpPr>
          <p:nvPr/>
        </p:nvSpPr>
        <p:spPr>
          <a:xfrm>
            <a:off x="8433477" y="4921544"/>
            <a:ext cx="2661947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34" name="Rectangle 89">
            <a:extLst>
              <a:ext uri="{FF2B5EF4-FFF2-40B4-BE49-F238E27FC236}">
                <a16:creationId xmlns:a16="http://schemas.microsoft.com/office/drawing/2014/main" id="{3B054EA8-40AE-4B50-A9B1-F8372192DD5C}"/>
              </a:ext>
            </a:extLst>
          </p:cNvPr>
          <p:cNvSpPr>
            <a:spLocks noGrp="1"/>
          </p:cNvSpPr>
          <p:nvPr/>
        </p:nvSpPr>
        <p:spPr>
          <a:xfrm>
            <a:off x="5256878" y="1572332"/>
            <a:ext cx="2748909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FEEE8CD-7A13-4CF6-94E3-EEEDC57834E1}"/>
              </a:ext>
            </a:extLst>
          </p:cNvPr>
          <p:cNvSpPr>
            <a:spLocks noGrp="1"/>
          </p:cNvSpPr>
          <p:nvPr/>
        </p:nvSpPr>
        <p:spPr>
          <a:xfrm>
            <a:off x="2074546" y="4294368"/>
            <a:ext cx="618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0744DA-F1DB-478F-870E-C47DAC37C36D}"/>
              </a:ext>
            </a:extLst>
          </p:cNvPr>
          <p:cNvSpPr>
            <a:spLocks noGrp="1"/>
          </p:cNvSpPr>
          <p:nvPr/>
        </p:nvSpPr>
        <p:spPr>
          <a:xfrm>
            <a:off x="4432261" y="4294368"/>
            <a:ext cx="618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25D1FF1-8761-4B08-9B70-C184136F24FB}"/>
              </a:ext>
            </a:extLst>
          </p:cNvPr>
          <p:cNvSpPr>
            <a:spLocks noGrp="1"/>
          </p:cNvSpPr>
          <p:nvPr/>
        </p:nvSpPr>
        <p:spPr>
          <a:xfrm>
            <a:off x="6749708" y="3474974"/>
            <a:ext cx="618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2F866B3-4D2D-4E7F-AD46-0A4CFECB68C1}"/>
              </a:ext>
            </a:extLst>
          </p:cNvPr>
          <p:cNvSpPr>
            <a:spLocks noGrp="1"/>
          </p:cNvSpPr>
          <p:nvPr/>
        </p:nvSpPr>
        <p:spPr>
          <a:xfrm>
            <a:off x="9145556" y="3484858"/>
            <a:ext cx="618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78AAFA5-240D-4949-B03D-C72BB4892522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6A8BFA7-B3D1-4E06-B5B9-E1A667B9F992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TextBox 62">
            <a:extLst>
              <a:ext uri="{FF2B5EF4-FFF2-40B4-BE49-F238E27FC236}">
                <a16:creationId xmlns:a16="http://schemas.microsoft.com/office/drawing/2014/main" id="{CE9122D0-69A9-470B-9C76-7E2244D087CB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E362BFA-E4D6-4C0E-ADC0-300633181511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C4824E96-8BA8-4F18-AF14-C2C1382ED6CB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83C6D4D-09B4-4AA4-83CA-88041BFDF83C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5" name="kicker-marker">
            <a:extLst>
              <a:ext uri="{FF2B5EF4-FFF2-40B4-BE49-F238E27FC236}">
                <a16:creationId xmlns:a16="http://schemas.microsoft.com/office/drawing/2014/main" id="{1110353C-5899-44E4-884F-E63864D31361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kicker-label">
            <a:extLst>
              <a:ext uri="{FF2B5EF4-FFF2-40B4-BE49-F238E27FC236}">
                <a16:creationId xmlns:a16="http://schemas.microsoft.com/office/drawing/2014/main" id="{B5BA1165-A3C2-4D70-ABA5-AE09FAAD6780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11 · 需求获取</a:t>
            </a:r>
          </a:p>
        </p:txBody>
      </p:sp>
      <p:sp>
        <p:nvSpPr>
          <p:cNvPr id="47" name="page-marker">
            <a:extLst>
              <a:ext uri="{FF2B5EF4-FFF2-40B4-BE49-F238E27FC236}">
                <a16:creationId xmlns:a16="http://schemas.microsoft.com/office/drawing/2014/main" id="{FE71768F-2E47-45D9-A6B1-469AAC722CBC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 / 31</a:t>
            </a:r>
          </a:p>
        </p:txBody>
      </p:sp>
      <p:sp>
        <p:nvSpPr>
          <p:cNvPr id="48" name="content-panel">
            <a:extLst>
              <a:ext uri="{FF2B5EF4-FFF2-40B4-BE49-F238E27FC236}">
                <a16:creationId xmlns:a16="http://schemas.microsoft.com/office/drawing/2014/main" id="{65DCA47F-3F11-4759-9B8B-6AF3E3A5AB87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claim-title">
            <a:extLst>
              <a:ext uri="{FF2B5EF4-FFF2-40B4-BE49-F238E27FC236}">
                <a16:creationId xmlns:a16="http://schemas.microsoft.com/office/drawing/2014/main" id="{9FDE0211-3D36-4B68-B358-340CA9B300DB}"/>
              </a:ext>
            </a:extLst>
          </p:cNvPr>
          <p:cNvSpPr>
            <a:spLocks noGrp="1"/>
          </p:cNvSpPr>
          <p:nvPr/>
        </p:nvSpPr>
        <p:spPr>
          <a:xfrm>
            <a:off x="763928" y="1993539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优先级打分与排序</a:t>
            </a:r>
          </a:p>
        </p:txBody>
      </p:sp>
      <p:sp>
        <p:nvSpPr>
          <p:cNvPr id="50" name="support-claim">
            <a:extLst>
              <a:ext uri="{FF2B5EF4-FFF2-40B4-BE49-F238E27FC236}">
                <a16:creationId xmlns:a16="http://schemas.microsoft.com/office/drawing/2014/main" id="{4537FCBA-CAD9-4DCE-9359-D27AC91DE20A}"/>
              </a:ext>
            </a:extLst>
          </p:cNvPr>
          <p:cNvSpPr>
            <a:spLocks noGrp="1"/>
          </p:cNvSpPr>
          <p:nvPr/>
        </p:nvSpPr>
        <p:spPr>
          <a:xfrm>
            <a:off x="763928" y="2641239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QFD 数据、问卷和需求记录共同说明需求优先级的量化过程。</a:t>
            </a:r>
          </a:p>
        </p:txBody>
      </p:sp>
      <p:sp>
        <p:nvSpPr>
          <p:cNvPr id="51" name="question-label">
            <a:extLst>
              <a:ext uri="{FF2B5EF4-FFF2-40B4-BE49-F238E27FC236}">
                <a16:creationId xmlns:a16="http://schemas.microsoft.com/office/drawing/2014/main" id="{616A98A5-63D8-4B0F-B249-A961D9DC1119}"/>
              </a:ext>
            </a:extLst>
          </p:cNvPr>
          <p:cNvSpPr>
            <a:spLocks noGrp="1"/>
          </p:cNvSpPr>
          <p:nvPr/>
        </p:nvSpPr>
        <p:spPr>
          <a:xfrm>
            <a:off x="763928" y="3555639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52" name="question-text">
            <a:extLst>
              <a:ext uri="{FF2B5EF4-FFF2-40B4-BE49-F238E27FC236}">
                <a16:creationId xmlns:a16="http://schemas.microsoft.com/office/drawing/2014/main" id="{D4E48704-B61F-4FAA-9C21-1D538734053B}"/>
              </a:ext>
            </a:extLst>
          </p:cNvPr>
          <p:cNvSpPr>
            <a:spLocks noGrp="1"/>
          </p:cNvSpPr>
          <p:nvPr/>
        </p:nvSpPr>
        <p:spPr>
          <a:xfrm>
            <a:off x="763928" y="3936639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是否对每个用户的需求进行了优先级打分和排序？具体的量化方法是什么？合适、有效吗？</a:t>
            </a:r>
          </a:p>
        </p:txBody>
      </p:sp>
      <p:sp>
        <p:nvSpPr>
          <p:cNvPr id="55" name="proof-frame">
            <a:extLst>
              <a:ext uri="{FF2B5EF4-FFF2-40B4-BE49-F238E27FC236}">
                <a16:creationId xmlns:a16="http://schemas.microsoft.com/office/drawing/2014/main" id="{00260582-279F-413B-BC84-11A188934A97}"/>
              </a:ext>
            </a:extLst>
          </p:cNvPr>
          <p:cNvSpPr>
            <a:spLocks noGrp="1"/>
          </p:cNvSpPr>
          <p:nvPr/>
        </p:nvSpPr>
        <p:spPr>
          <a:xfrm>
            <a:off x="664845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49B02E2-0FB8-A6DF-C645-1B14F8D666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790" y="2339871"/>
            <a:ext cx="1527036" cy="20393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FDE244A-34C4-7F79-DE83-860A755252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986" y="2339871"/>
            <a:ext cx="1527036" cy="203939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B84C59F-8E01-BC2F-2B7D-6B1851DC4D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833" y="2340184"/>
            <a:ext cx="1527036" cy="203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205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39AAB7C1-9BD5-422E-9376-95F11A287306}"/>
              </a:ext>
            </a:extLst>
          </p:cNvPr>
          <p:cNvSpPr>
            <a:spLocks noGrp="1"/>
          </p:cNvSpPr>
          <p:nvPr/>
        </p:nvSpPr>
        <p:spPr>
          <a:xfrm>
            <a:off x="5478077" y="1332367"/>
            <a:ext cx="1115632" cy="1679933"/>
          </a:xfrm>
          <a:custGeom>
            <a:avLst/>
            <a:gdLst/>
            <a:ahLst/>
            <a:cxnLst/>
            <a:rect l="l" t="t" r="r" b="b"/>
            <a:pathLst>
              <a:path w="980075" h="1475809">
                <a:moveTo>
                  <a:pt x="0" y="445215"/>
                </a:moveTo>
                <a:lnTo>
                  <a:pt x="378895" y="66320"/>
                </a:lnTo>
                <a:cubicBezTo>
                  <a:pt x="458042" y="-24615"/>
                  <a:pt x="511929" y="-19563"/>
                  <a:pt x="601180" y="66320"/>
                </a:cubicBezTo>
                <a:lnTo>
                  <a:pt x="980075" y="445215"/>
                </a:lnTo>
                <a:lnTo>
                  <a:pt x="980075" y="1475809"/>
                </a:lnTo>
                <a:lnTo>
                  <a:pt x="5051" y="1475809"/>
                </a:lnTo>
                <a:cubicBezTo>
                  <a:pt x="3367" y="1132278"/>
                  <a:pt x="1684" y="788746"/>
                  <a:pt x="0" y="445215"/>
                </a:cubicBezTo>
                <a:close/>
              </a:path>
            </a:pathLst>
          </a:cu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2A3DC6D-6AB8-4134-B60B-3DDAA634B71E}"/>
              </a:ext>
            </a:extLst>
          </p:cNvPr>
          <p:cNvSpPr>
            <a:spLocks noGrp="1"/>
          </p:cNvSpPr>
          <p:nvPr/>
        </p:nvSpPr>
        <p:spPr>
          <a:xfrm>
            <a:off x="5478077" y="2517742"/>
            <a:ext cx="1115632" cy="1109882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任意多边形 19">
            <a:extLst>
              <a:ext uri="{FF2B5EF4-FFF2-40B4-BE49-F238E27FC236}">
                <a16:creationId xmlns:a16="http://schemas.microsoft.com/office/drawing/2014/main" id="{DC43928F-68EF-4E2F-8CC9-90611C1DD955}"/>
              </a:ext>
            </a:extLst>
          </p:cNvPr>
          <p:cNvSpPr>
            <a:spLocks noGrp="1"/>
          </p:cNvSpPr>
          <p:nvPr/>
        </p:nvSpPr>
        <p:spPr>
          <a:xfrm rot="5400000">
            <a:off x="7259736" y="2911157"/>
            <a:ext cx="1115632" cy="1679933"/>
          </a:xfrm>
          <a:custGeom>
            <a:avLst/>
            <a:gdLst/>
            <a:ahLst/>
            <a:cxnLst/>
            <a:rect l="l" t="t" r="r" b="b"/>
            <a:pathLst>
              <a:path w="980075" h="1475809">
                <a:moveTo>
                  <a:pt x="0" y="445215"/>
                </a:moveTo>
                <a:lnTo>
                  <a:pt x="378895" y="66320"/>
                </a:lnTo>
                <a:cubicBezTo>
                  <a:pt x="458042" y="-24615"/>
                  <a:pt x="511929" y="-19563"/>
                  <a:pt x="601180" y="66320"/>
                </a:cubicBezTo>
                <a:lnTo>
                  <a:pt x="980075" y="445215"/>
                </a:lnTo>
                <a:lnTo>
                  <a:pt x="980075" y="1475809"/>
                </a:lnTo>
                <a:lnTo>
                  <a:pt x="5051" y="1475809"/>
                </a:lnTo>
                <a:cubicBezTo>
                  <a:pt x="3367" y="1132278"/>
                  <a:pt x="1684" y="788746"/>
                  <a:pt x="0" y="445215"/>
                </a:cubicBezTo>
                <a:close/>
              </a:path>
            </a:pathLst>
          </a:cu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E1B23C6-BDC1-41AE-8E59-980E123F4387}"/>
              </a:ext>
            </a:extLst>
          </p:cNvPr>
          <p:cNvSpPr>
            <a:spLocks noGrp="1"/>
          </p:cNvSpPr>
          <p:nvPr/>
        </p:nvSpPr>
        <p:spPr>
          <a:xfrm rot="5400000">
            <a:off x="6359386" y="3196182"/>
            <a:ext cx="1115632" cy="1109882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任意多边形 27">
            <a:extLst>
              <a:ext uri="{FF2B5EF4-FFF2-40B4-BE49-F238E27FC236}">
                <a16:creationId xmlns:a16="http://schemas.microsoft.com/office/drawing/2014/main" id="{B05730D2-AB2A-43BA-9287-95751448BCD7}"/>
              </a:ext>
            </a:extLst>
          </p:cNvPr>
          <p:cNvSpPr>
            <a:spLocks noGrp="1"/>
          </p:cNvSpPr>
          <p:nvPr/>
        </p:nvSpPr>
        <p:spPr>
          <a:xfrm rot="10800000">
            <a:off x="5437354" y="4450647"/>
            <a:ext cx="1115632" cy="1679933"/>
          </a:xfrm>
          <a:custGeom>
            <a:avLst/>
            <a:gdLst/>
            <a:ahLst/>
            <a:cxnLst/>
            <a:rect l="l" t="t" r="r" b="b"/>
            <a:pathLst>
              <a:path w="980075" h="1475809">
                <a:moveTo>
                  <a:pt x="0" y="445215"/>
                </a:moveTo>
                <a:lnTo>
                  <a:pt x="378895" y="66320"/>
                </a:lnTo>
                <a:cubicBezTo>
                  <a:pt x="458042" y="-24615"/>
                  <a:pt x="511929" y="-19563"/>
                  <a:pt x="601180" y="66320"/>
                </a:cubicBezTo>
                <a:lnTo>
                  <a:pt x="980075" y="445215"/>
                </a:lnTo>
                <a:lnTo>
                  <a:pt x="980075" y="1475809"/>
                </a:lnTo>
                <a:lnTo>
                  <a:pt x="5051" y="1475809"/>
                </a:lnTo>
                <a:cubicBezTo>
                  <a:pt x="3367" y="1132278"/>
                  <a:pt x="1684" y="788746"/>
                  <a:pt x="0" y="445215"/>
                </a:cubicBezTo>
                <a:close/>
              </a:path>
            </a:pathLst>
          </a:cu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EF2D6553-2864-42AC-B594-E4E285639AE4}"/>
              </a:ext>
            </a:extLst>
          </p:cNvPr>
          <p:cNvSpPr>
            <a:spLocks noGrp="1"/>
          </p:cNvSpPr>
          <p:nvPr/>
        </p:nvSpPr>
        <p:spPr>
          <a:xfrm rot="10800000">
            <a:off x="5437354" y="3835321"/>
            <a:ext cx="1115632" cy="1109882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任意多边形 31">
            <a:extLst>
              <a:ext uri="{FF2B5EF4-FFF2-40B4-BE49-F238E27FC236}">
                <a16:creationId xmlns:a16="http://schemas.microsoft.com/office/drawing/2014/main" id="{82957C0A-3121-4500-A436-E9A7911E6B51}"/>
              </a:ext>
            </a:extLst>
          </p:cNvPr>
          <p:cNvSpPr>
            <a:spLocks noGrp="1"/>
          </p:cNvSpPr>
          <p:nvPr/>
        </p:nvSpPr>
        <p:spPr>
          <a:xfrm rot="16200000">
            <a:off x="3775909" y="3742150"/>
            <a:ext cx="1115632" cy="1679933"/>
          </a:xfrm>
          <a:custGeom>
            <a:avLst/>
            <a:gdLst/>
            <a:ahLst/>
            <a:cxnLst/>
            <a:rect l="l" t="t" r="r" b="b"/>
            <a:pathLst>
              <a:path w="980075" h="1475809">
                <a:moveTo>
                  <a:pt x="0" y="445215"/>
                </a:moveTo>
                <a:lnTo>
                  <a:pt x="378895" y="66320"/>
                </a:lnTo>
                <a:cubicBezTo>
                  <a:pt x="458042" y="-24615"/>
                  <a:pt x="511929" y="-19563"/>
                  <a:pt x="601180" y="66320"/>
                </a:cubicBezTo>
                <a:lnTo>
                  <a:pt x="980075" y="445215"/>
                </a:lnTo>
                <a:lnTo>
                  <a:pt x="980075" y="1475809"/>
                </a:lnTo>
                <a:lnTo>
                  <a:pt x="5051" y="1475809"/>
                </a:lnTo>
                <a:cubicBezTo>
                  <a:pt x="3367" y="1132278"/>
                  <a:pt x="1684" y="788746"/>
                  <a:pt x="0" y="445215"/>
                </a:cubicBezTo>
                <a:close/>
              </a:path>
            </a:pathLst>
          </a:cu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C65E4DF5-F591-499F-BC74-25D4CD1DCB45}"/>
              </a:ext>
            </a:extLst>
          </p:cNvPr>
          <p:cNvSpPr>
            <a:spLocks noGrp="1"/>
          </p:cNvSpPr>
          <p:nvPr/>
        </p:nvSpPr>
        <p:spPr>
          <a:xfrm rot="16200000">
            <a:off x="4676260" y="4027174"/>
            <a:ext cx="1115632" cy="1109882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6BEA7BB-6A7B-421B-B546-60F03F44E3D9}"/>
              </a:ext>
            </a:extLst>
          </p:cNvPr>
          <p:cNvSpPr>
            <a:spLocks noGrp="1"/>
          </p:cNvSpPr>
          <p:nvPr/>
        </p:nvSpPr>
        <p:spPr>
          <a:xfrm>
            <a:off x="4923468" y="4303987"/>
            <a:ext cx="6188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502520E-B87B-4448-BFEE-CD27FC4CFD4C}"/>
              </a:ext>
            </a:extLst>
          </p:cNvPr>
          <p:cNvSpPr>
            <a:spLocks noGrp="1"/>
          </p:cNvSpPr>
          <p:nvPr/>
        </p:nvSpPr>
        <p:spPr>
          <a:xfrm>
            <a:off x="5732136" y="2825456"/>
            <a:ext cx="6188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9A061B5-EDC6-4CAD-B48A-AC2FCD6BDA2B}"/>
              </a:ext>
            </a:extLst>
          </p:cNvPr>
          <p:cNvSpPr>
            <a:spLocks noGrp="1"/>
          </p:cNvSpPr>
          <p:nvPr/>
        </p:nvSpPr>
        <p:spPr>
          <a:xfrm>
            <a:off x="6591100" y="3492238"/>
            <a:ext cx="6188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47CE26-D975-4F95-B751-1234D83289F9}"/>
              </a:ext>
            </a:extLst>
          </p:cNvPr>
          <p:cNvSpPr>
            <a:spLocks noGrp="1"/>
          </p:cNvSpPr>
          <p:nvPr/>
        </p:nvSpPr>
        <p:spPr>
          <a:xfrm>
            <a:off x="5658629" y="4141746"/>
            <a:ext cx="6188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0" name="Freeform 9">
            <a:extLst>
              <a:ext uri="{FF2B5EF4-FFF2-40B4-BE49-F238E27FC236}">
                <a16:creationId xmlns:a16="http://schemas.microsoft.com/office/drawing/2014/main" id="{68E219CF-6FF0-4B66-9480-EA9CD65C5455}"/>
              </a:ext>
            </a:extLst>
          </p:cNvPr>
          <p:cNvSpPr>
            <a:spLocks noGrp="1"/>
          </p:cNvSpPr>
          <p:nvPr/>
        </p:nvSpPr>
        <p:spPr>
          <a:xfrm>
            <a:off x="3949816" y="4213853"/>
            <a:ext cx="497052" cy="545349"/>
          </a:xfrm>
          <a:custGeom>
            <a:avLst/>
            <a:gdLst/>
            <a:ahLst/>
            <a:cxnLst/>
            <a:rect l="0" t="0" r="r" b="b"/>
            <a:pathLst>
              <a:path w="149" h="163">
                <a:moveTo>
                  <a:pt x="108" y="163"/>
                </a:moveTo>
                <a:cubicBezTo>
                  <a:pt x="35" y="163"/>
                  <a:pt x="35" y="163"/>
                  <a:pt x="35" y="163"/>
                </a:cubicBezTo>
                <a:cubicBezTo>
                  <a:pt x="35" y="158"/>
                  <a:pt x="35" y="158"/>
                  <a:pt x="35" y="158"/>
                </a:cubicBezTo>
                <a:cubicBezTo>
                  <a:pt x="34" y="153"/>
                  <a:pt x="32" y="144"/>
                  <a:pt x="30" y="142"/>
                </a:cubicBezTo>
                <a:cubicBezTo>
                  <a:pt x="28" y="137"/>
                  <a:pt x="24" y="132"/>
                  <a:pt x="21" y="127"/>
                </a:cubicBezTo>
                <a:cubicBezTo>
                  <a:pt x="11" y="112"/>
                  <a:pt x="0" y="95"/>
                  <a:pt x="0" y="74"/>
                </a:cubicBezTo>
                <a:cubicBezTo>
                  <a:pt x="0" y="33"/>
                  <a:pt x="33" y="0"/>
                  <a:pt x="74" y="0"/>
                </a:cubicBezTo>
                <a:cubicBezTo>
                  <a:pt x="115" y="0"/>
                  <a:pt x="149" y="33"/>
                  <a:pt x="149" y="74"/>
                </a:cubicBezTo>
                <a:cubicBezTo>
                  <a:pt x="149" y="95"/>
                  <a:pt x="138" y="112"/>
                  <a:pt x="127" y="127"/>
                </a:cubicBezTo>
                <a:cubicBezTo>
                  <a:pt x="124" y="132"/>
                  <a:pt x="121" y="137"/>
                  <a:pt x="118" y="142"/>
                </a:cubicBezTo>
                <a:cubicBezTo>
                  <a:pt x="117" y="144"/>
                  <a:pt x="115" y="153"/>
                  <a:pt x="114" y="158"/>
                </a:cubicBezTo>
                <a:cubicBezTo>
                  <a:pt x="113" y="163"/>
                  <a:pt x="113" y="163"/>
                  <a:pt x="113" y="163"/>
                </a:cubicBezTo>
                <a:lnTo>
                  <a:pt x="108" y="163"/>
                </a:lnTo>
                <a:close/>
                <a:moveTo>
                  <a:pt x="46" y="151"/>
                </a:moveTo>
                <a:cubicBezTo>
                  <a:pt x="103" y="151"/>
                  <a:pt x="103" y="151"/>
                  <a:pt x="103" y="151"/>
                </a:cubicBezTo>
                <a:cubicBezTo>
                  <a:pt x="104" y="146"/>
                  <a:pt x="105" y="139"/>
                  <a:pt x="108" y="136"/>
                </a:cubicBezTo>
                <a:cubicBezTo>
                  <a:pt x="111" y="130"/>
                  <a:pt x="114" y="125"/>
                  <a:pt x="117" y="120"/>
                </a:cubicBezTo>
                <a:cubicBezTo>
                  <a:pt x="127" y="106"/>
                  <a:pt x="136" y="92"/>
                  <a:pt x="136" y="74"/>
                </a:cubicBezTo>
                <a:cubicBezTo>
                  <a:pt x="136" y="40"/>
                  <a:pt x="109" y="12"/>
                  <a:pt x="74" y="12"/>
                </a:cubicBezTo>
                <a:cubicBezTo>
                  <a:pt x="40" y="12"/>
                  <a:pt x="12" y="40"/>
                  <a:pt x="12" y="74"/>
                </a:cubicBezTo>
                <a:cubicBezTo>
                  <a:pt x="12" y="92"/>
                  <a:pt x="21" y="106"/>
                  <a:pt x="31" y="120"/>
                </a:cubicBezTo>
                <a:cubicBezTo>
                  <a:pt x="35" y="125"/>
                  <a:pt x="38" y="130"/>
                  <a:pt x="41" y="136"/>
                </a:cubicBezTo>
                <a:cubicBezTo>
                  <a:pt x="43" y="139"/>
                  <a:pt x="45" y="146"/>
                  <a:pt x="46" y="15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Freeform 10">
            <a:extLst>
              <a:ext uri="{FF2B5EF4-FFF2-40B4-BE49-F238E27FC236}">
                <a16:creationId xmlns:a16="http://schemas.microsoft.com/office/drawing/2014/main" id="{7724A9C9-710D-4209-8FF1-FA0FC0E54EB9}"/>
              </a:ext>
            </a:extLst>
          </p:cNvPr>
          <p:cNvSpPr>
            <a:spLocks noGrp="1"/>
          </p:cNvSpPr>
          <p:nvPr/>
        </p:nvSpPr>
        <p:spPr>
          <a:xfrm>
            <a:off x="4070557" y="4787375"/>
            <a:ext cx="247520" cy="163001"/>
          </a:xfrm>
          <a:custGeom>
            <a:avLst/>
            <a:gdLst/>
            <a:ahLst/>
            <a:cxnLst/>
            <a:rect l="0" t="0" r="r" b="b"/>
            <a:pathLst>
              <a:path w="74" h="49">
                <a:moveTo>
                  <a:pt x="0" y="0"/>
                </a:moveTo>
                <a:cubicBezTo>
                  <a:pt x="0" y="20"/>
                  <a:pt x="0" y="20"/>
                  <a:pt x="0" y="20"/>
                </a:cubicBezTo>
                <a:cubicBezTo>
                  <a:pt x="0" y="36"/>
                  <a:pt x="17" y="49"/>
                  <a:pt x="37" y="49"/>
                </a:cubicBezTo>
                <a:cubicBezTo>
                  <a:pt x="41" y="49"/>
                  <a:pt x="41" y="49"/>
                  <a:pt x="41" y="49"/>
                </a:cubicBezTo>
                <a:cubicBezTo>
                  <a:pt x="61" y="49"/>
                  <a:pt x="74" y="36"/>
                  <a:pt x="74" y="20"/>
                </a:cubicBezTo>
                <a:cubicBezTo>
                  <a:pt x="74" y="0"/>
                  <a:pt x="74" y="0"/>
                  <a:pt x="74" y="0"/>
                </a:cubicBez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50CA84CD-F8CF-4AA1-A233-114722723FF0}"/>
              </a:ext>
            </a:extLst>
          </p:cNvPr>
          <p:cNvSpPr>
            <a:spLocks noGrp="1"/>
          </p:cNvSpPr>
          <p:nvPr/>
        </p:nvSpPr>
        <p:spPr>
          <a:xfrm>
            <a:off x="4056470" y="4445274"/>
            <a:ext cx="283742" cy="227396"/>
          </a:xfrm>
          <a:custGeom>
            <a:avLst/>
            <a:gdLst/>
            <a:ahLst/>
            <a:cxnLst/>
            <a:rect l="0" t="0" r="r" b="b"/>
            <a:pathLst>
              <a:path w="85" h="68">
                <a:moveTo>
                  <a:pt x="83" y="9"/>
                </a:moveTo>
                <a:cubicBezTo>
                  <a:pt x="71" y="25"/>
                  <a:pt x="64" y="44"/>
                  <a:pt x="62" y="66"/>
                </a:cubicBezTo>
                <a:cubicBezTo>
                  <a:pt x="62" y="68"/>
                  <a:pt x="62" y="68"/>
                  <a:pt x="62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48"/>
                  <a:pt x="59" y="32"/>
                  <a:pt x="67" y="17"/>
                </a:cubicBezTo>
                <a:cubicBezTo>
                  <a:pt x="67" y="17"/>
                  <a:pt x="67" y="17"/>
                  <a:pt x="67" y="17"/>
                </a:cubicBezTo>
                <a:cubicBezTo>
                  <a:pt x="66" y="17"/>
                  <a:pt x="66" y="17"/>
                  <a:pt x="66" y="17"/>
                </a:cubicBezTo>
                <a:cubicBezTo>
                  <a:pt x="63" y="17"/>
                  <a:pt x="59" y="16"/>
                  <a:pt x="55" y="13"/>
                </a:cubicBezTo>
                <a:cubicBezTo>
                  <a:pt x="52" y="16"/>
                  <a:pt x="48" y="17"/>
                  <a:pt x="44" y="17"/>
                </a:cubicBezTo>
                <a:cubicBezTo>
                  <a:pt x="39" y="17"/>
                  <a:pt x="34" y="16"/>
                  <a:pt x="30" y="12"/>
                </a:cubicBezTo>
                <a:cubicBezTo>
                  <a:pt x="26" y="15"/>
                  <a:pt x="21" y="17"/>
                  <a:pt x="17" y="16"/>
                </a:cubicBezTo>
                <a:cubicBezTo>
                  <a:pt x="28" y="38"/>
                  <a:pt x="30" y="59"/>
                  <a:pt x="30" y="66"/>
                </a:cubicBezTo>
                <a:cubicBezTo>
                  <a:pt x="31" y="68"/>
                  <a:pt x="31" y="68"/>
                  <a:pt x="31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1" y="66"/>
                  <a:pt x="21" y="66"/>
                  <a:pt x="21" y="66"/>
                </a:cubicBezTo>
                <a:cubicBezTo>
                  <a:pt x="21" y="58"/>
                  <a:pt x="17" y="31"/>
                  <a:pt x="2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8"/>
                  <a:pt x="1" y="8"/>
                  <a:pt x="1" y="8"/>
                </a:cubicBezTo>
                <a:cubicBezTo>
                  <a:pt x="1" y="8"/>
                  <a:pt x="1" y="8"/>
                  <a:pt x="1" y="8"/>
                </a:cubicBezTo>
                <a:cubicBezTo>
                  <a:pt x="1" y="7"/>
                  <a:pt x="1" y="7"/>
                  <a:pt x="1" y="7"/>
                </a:cubicBezTo>
                <a:cubicBezTo>
                  <a:pt x="0" y="5"/>
                  <a:pt x="0" y="3"/>
                  <a:pt x="2" y="1"/>
                </a:cubicBezTo>
                <a:cubicBezTo>
                  <a:pt x="5" y="0"/>
                  <a:pt x="7" y="1"/>
                  <a:pt x="9" y="3"/>
                </a:cubicBezTo>
                <a:cubicBezTo>
                  <a:pt x="9" y="3"/>
                  <a:pt x="9" y="3"/>
                  <a:pt x="9" y="3"/>
                </a:cubicBezTo>
                <a:cubicBezTo>
                  <a:pt x="11" y="5"/>
                  <a:pt x="14" y="7"/>
                  <a:pt x="16" y="7"/>
                </a:cubicBezTo>
                <a:cubicBezTo>
                  <a:pt x="20" y="7"/>
                  <a:pt x="23" y="6"/>
                  <a:pt x="27" y="2"/>
                </a:cubicBezTo>
                <a:cubicBezTo>
                  <a:pt x="28" y="1"/>
                  <a:pt x="29" y="1"/>
                  <a:pt x="31" y="1"/>
                </a:cubicBezTo>
                <a:cubicBezTo>
                  <a:pt x="32" y="1"/>
                  <a:pt x="33" y="2"/>
                  <a:pt x="34" y="3"/>
                </a:cubicBezTo>
                <a:cubicBezTo>
                  <a:pt x="37" y="6"/>
                  <a:pt x="40" y="8"/>
                  <a:pt x="43" y="8"/>
                </a:cubicBezTo>
                <a:cubicBezTo>
                  <a:pt x="47" y="8"/>
                  <a:pt x="50" y="5"/>
                  <a:pt x="52" y="3"/>
                </a:cubicBezTo>
                <a:cubicBezTo>
                  <a:pt x="53" y="2"/>
                  <a:pt x="54" y="1"/>
                  <a:pt x="55" y="1"/>
                </a:cubicBezTo>
                <a:cubicBezTo>
                  <a:pt x="57" y="1"/>
                  <a:pt x="58" y="2"/>
                  <a:pt x="59" y="3"/>
                </a:cubicBezTo>
                <a:cubicBezTo>
                  <a:pt x="61" y="6"/>
                  <a:pt x="63" y="8"/>
                  <a:pt x="66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70" y="8"/>
                  <a:pt x="73" y="6"/>
                  <a:pt x="76" y="3"/>
                </a:cubicBezTo>
                <a:cubicBezTo>
                  <a:pt x="78" y="1"/>
                  <a:pt x="81" y="1"/>
                  <a:pt x="82" y="2"/>
                </a:cubicBezTo>
                <a:cubicBezTo>
                  <a:pt x="84" y="4"/>
                  <a:pt x="85" y="7"/>
                  <a:pt x="83" y="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Freeform 13">
            <a:extLst>
              <a:ext uri="{FF2B5EF4-FFF2-40B4-BE49-F238E27FC236}">
                <a16:creationId xmlns:a16="http://schemas.microsoft.com/office/drawing/2014/main" id="{64A3C9D6-3560-4E72-882B-458A2E11F9F5}"/>
              </a:ext>
            </a:extLst>
          </p:cNvPr>
          <p:cNvSpPr>
            <a:spLocks noGrp="1"/>
          </p:cNvSpPr>
          <p:nvPr/>
        </p:nvSpPr>
        <p:spPr>
          <a:xfrm>
            <a:off x="7718390" y="3387767"/>
            <a:ext cx="434666" cy="744569"/>
          </a:xfrm>
          <a:custGeom>
            <a:avLst/>
            <a:gdLst/>
            <a:ahLst/>
            <a:cxnLst/>
            <a:rect l="0" t="0" r="r" b="b"/>
            <a:pathLst>
              <a:path w="130" h="222">
                <a:moveTo>
                  <a:pt x="73" y="98"/>
                </a:moveTo>
                <a:cubicBezTo>
                  <a:pt x="95" y="103"/>
                  <a:pt x="110" y="109"/>
                  <a:pt x="118" y="116"/>
                </a:cubicBezTo>
                <a:cubicBezTo>
                  <a:pt x="126" y="124"/>
                  <a:pt x="130" y="135"/>
                  <a:pt x="130" y="149"/>
                </a:cubicBezTo>
                <a:cubicBezTo>
                  <a:pt x="130" y="163"/>
                  <a:pt x="125" y="175"/>
                  <a:pt x="115" y="186"/>
                </a:cubicBezTo>
                <a:cubicBezTo>
                  <a:pt x="105" y="196"/>
                  <a:pt x="91" y="202"/>
                  <a:pt x="73" y="203"/>
                </a:cubicBezTo>
                <a:cubicBezTo>
                  <a:pt x="73" y="222"/>
                  <a:pt x="73" y="222"/>
                  <a:pt x="73" y="222"/>
                </a:cubicBezTo>
                <a:cubicBezTo>
                  <a:pt x="58" y="222"/>
                  <a:pt x="58" y="222"/>
                  <a:pt x="58" y="222"/>
                </a:cubicBezTo>
                <a:cubicBezTo>
                  <a:pt x="58" y="203"/>
                  <a:pt x="58" y="203"/>
                  <a:pt x="58" y="203"/>
                </a:cubicBezTo>
                <a:cubicBezTo>
                  <a:pt x="22" y="200"/>
                  <a:pt x="2" y="182"/>
                  <a:pt x="0" y="150"/>
                </a:cubicBezTo>
                <a:cubicBezTo>
                  <a:pt x="26" y="150"/>
                  <a:pt x="26" y="150"/>
                  <a:pt x="26" y="150"/>
                </a:cubicBezTo>
                <a:cubicBezTo>
                  <a:pt x="28" y="170"/>
                  <a:pt x="39" y="182"/>
                  <a:pt x="58" y="185"/>
                </a:cubicBezTo>
                <a:cubicBezTo>
                  <a:pt x="58" y="117"/>
                  <a:pt x="58" y="117"/>
                  <a:pt x="58" y="117"/>
                </a:cubicBezTo>
                <a:cubicBezTo>
                  <a:pt x="22" y="110"/>
                  <a:pt x="4" y="94"/>
                  <a:pt x="4" y="69"/>
                </a:cubicBezTo>
                <a:cubicBezTo>
                  <a:pt x="4" y="54"/>
                  <a:pt x="9" y="43"/>
                  <a:pt x="19" y="34"/>
                </a:cubicBezTo>
                <a:cubicBezTo>
                  <a:pt x="28" y="25"/>
                  <a:pt x="42" y="20"/>
                  <a:pt x="58" y="19"/>
                </a:cubicBezTo>
                <a:cubicBezTo>
                  <a:pt x="58" y="0"/>
                  <a:pt x="58" y="0"/>
                  <a:pt x="58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73" y="19"/>
                  <a:pt x="73" y="19"/>
                  <a:pt x="73" y="19"/>
                </a:cubicBezTo>
                <a:cubicBezTo>
                  <a:pt x="105" y="21"/>
                  <a:pt x="122" y="35"/>
                  <a:pt x="125" y="63"/>
                </a:cubicBezTo>
                <a:cubicBezTo>
                  <a:pt x="99" y="63"/>
                  <a:pt x="99" y="63"/>
                  <a:pt x="99" y="63"/>
                </a:cubicBezTo>
                <a:cubicBezTo>
                  <a:pt x="98" y="48"/>
                  <a:pt x="89" y="39"/>
                  <a:pt x="73" y="37"/>
                </a:cubicBezTo>
                <a:lnTo>
                  <a:pt x="73" y="98"/>
                </a:lnTo>
                <a:close/>
                <a:moveTo>
                  <a:pt x="58" y="96"/>
                </a:moveTo>
                <a:cubicBezTo>
                  <a:pt x="58" y="37"/>
                  <a:pt x="58" y="37"/>
                  <a:pt x="58" y="37"/>
                </a:cubicBezTo>
                <a:cubicBezTo>
                  <a:pt x="39" y="40"/>
                  <a:pt x="30" y="50"/>
                  <a:pt x="30" y="67"/>
                </a:cubicBezTo>
                <a:cubicBezTo>
                  <a:pt x="30" y="76"/>
                  <a:pt x="33" y="82"/>
                  <a:pt x="38" y="86"/>
                </a:cubicBezTo>
                <a:cubicBezTo>
                  <a:pt x="43" y="91"/>
                  <a:pt x="50" y="94"/>
                  <a:pt x="58" y="96"/>
                </a:cubicBezTo>
                <a:close/>
                <a:moveTo>
                  <a:pt x="73" y="185"/>
                </a:moveTo>
                <a:cubicBezTo>
                  <a:pt x="93" y="182"/>
                  <a:pt x="104" y="171"/>
                  <a:pt x="104" y="150"/>
                </a:cubicBezTo>
                <a:cubicBezTo>
                  <a:pt x="104" y="142"/>
                  <a:pt x="102" y="135"/>
                  <a:pt x="97" y="131"/>
                </a:cubicBezTo>
                <a:cubicBezTo>
                  <a:pt x="93" y="126"/>
                  <a:pt x="85" y="122"/>
                  <a:pt x="73" y="120"/>
                </a:cubicBezTo>
                <a:lnTo>
                  <a:pt x="73" y="18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Freeform 19">
            <a:extLst>
              <a:ext uri="{FF2B5EF4-FFF2-40B4-BE49-F238E27FC236}">
                <a16:creationId xmlns:a16="http://schemas.microsoft.com/office/drawing/2014/main" id="{5B533035-9B33-4DE0-9179-5A7BED1CA8FD}"/>
              </a:ext>
            </a:extLst>
          </p:cNvPr>
          <p:cNvSpPr>
            <a:spLocks noGrp="1"/>
          </p:cNvSpPr>
          <p:nvPr/>
        </p:nvSpPr>
        <p:spPr>
          <a:xfrm>
            <a:off x="5679826" y="5153845"/>
            <a:ext cx="612826" cy="613652"/>
          </a:xfrm>
          <a:custGeom>
            <a:avLst/>
            <a:gdLst/>
            <a:ahLst/>
            <a:cxnLst/>
            <a:rect l="0" t="0" r="r" b="b"/>
            <a:pathLst>
              <a:path w="311" h="312">
                <a:moveTo>
                  <a:pt x="281" y="130"/>
                </a:moveTo>
                <a:cubicBezTo>
                  <a:pt x="311" y="116"/>
                  <a:pt x="311" y="116"/>
                  <a:pt x="311" y="116"/>
                </a:cubicBezTo>
                <a:cubicBezTo>
                  <a:pt x="294" y="75"/>
                  <a:pt x="294" y="75"/>
                  <a:pt x="294" y="75"/>
                </a:cubicBezTo>
                <a:cubicBezTo>
                  <a:pt x="263" y="86"/>
                  <a:pt x="263" y="86"/>
                  <a:pt x="263" y="86"/>
                </a:cubicBezTo>
                <a:cubicBezTo>
                  <a:pt x="253" y="71"/>
                  <a:pt x="240" y="58"/>
                  <a:pt x="226" y="48"/>
                </a:cubicBezTo>
                <a:cubicBezTo>
                  <a:pt x="237" y="17"/>
                  <a:pt x="237" y="17"/>
                  <a:pt x="237" y="17"/>
                </a:cubicBezTo>
                <a:cubicBezTo>
                  <a:pt x="197" y="0"/>
                  <a:pt x="197" y="0"/>
                  <a:pt x="197" y="0"/>
                </a:cubicBezTo>
                <a:cubicBezTo>
                  <a:pt x="183" y="30"/>
                  <a:pt x="183" y="30"/>
                  <a:pt x="183" y="30"/>
                </a:cubicBezTo>
                <a:cubicBezTo>
                  <a:pt x="165" y="27"/>
                  <a:pt x="147" y="26"/>
                  <a:pt x="129" y="30"/>
                </a:cubicBezTo>
                <a:cubicBezTo>
                  <a:pt x="115" y="0"/>
                  <a:pt x="115" y="0"/>
                  <a:pt x="115" y="0"/>
                </a:cubicBezTo>
                <a:cubicBezTo>
                  <a:pt x="75" y="17"/>
                  <a:pt x="75" y="17"/>
                  <a:pt x="75" y="17"/>
                </a:cubicBezTo>
                <a:cubicBezTo>
                  <a:pt x="86" y="48"/>
                  <a:pt x="86" y="48"/>
                  <a:pt x="86" y="48"/>
                </a:cubicBezTo>
                <a:cubicBezTo>
                  <a:pt x="70" y="58"/>
                  <a:pt x="58" y="71"/>
                  <a:pt x="48" y="85"/>
                </a:cubicBezTo>
                <a:cubicBezTo>
                  <a:pt x="17" y="74"/>
                  <a:pt x="17" y="74"/>
                  <a:pt x="17" y="74"/>
                </a:cubicBezTo>
                <a:cubicBezTo>
                  <a:pt x="0" y="114"/>
                  <a:pt x="0" y="114"/>
                  <a:pt x="0" y="114"/>
                </a:cubicBezTo>
                <a:cubicBezTo>
                  <a:pt x="30" y="129"/>
                  <a:pt x="30" y="129"/>
                  <a:pt x="30" y="129"/>
                </a:cubicBezTo>
                <a:cubicBezTo>
                  <a:pt x="26" y="146"/>
                  <a:pt x="26" y="164"/>
                  <a:pt x="30" y="182"/>
                </a:cubicBezTo>
                <a:cubicBezTo>
                  <a:pt x="0" y="196"/>
                  <a:pt x="0" y="196"/>
                  <a:pt x="0" y="196"/>
                </a:cubicBezTo>
                <a:cubicBezTo>
                  <a:pt x="16" y="236"/>
                  <a:pt x="16" y="236"/>
                  <a:pt x="16" y="236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57" y="241"/>
                  <a:pt x="70" y="253"/>
                  <a:pt x="85" y="263"/>
                </a:cubicBezTo>
                <a:cubicBezTo>
                  <a:pt x="73" y="294"/>
                  <a:pt x="73" y="294"/>
                  <a:pt x="73" y="294"/>
                </a:cubicBezTo>
                <a:cubicBezTo>
                  <a:pt x="114" y="311"/>
                  <a:pt x="114" y="311"/>
                  <a:pt x="114" y="311"/>
                </a:cubicBezTo>
                <a:cubicBezTo>
                  <a:pt x="128" y="281"/>
                  <a:pt x="128" y="281"/>
                  <a:pt x="128" y="281"/>
                </a:cubicBezTo>
                <a:cubicBezTo>
                  <a:pt x="145" y="285"/>
                  <a:pt x="163" y="285"/>
                  <a:pt x="181" y="282"/>
                </a:cubicBezTo>
                <a:cubicBezTo>
                  <a:pt x="195" y="312"/>
                  <a:pt x="195" y="312"/>
                  <a:pt x="195" y="312"/>
                </a:cubicBezTo>
                <a:cubicBezTo>
                  <a:pt x="236" y="295"/>
                  <a:pt x="236" y="295"/>
                  <a:pt x="236" y="295"/>
                </a:cubicBezTo>
                <a:cubicBezTo>
                  <a:pt x="225" y="264"/>
                  <a:pt x="225" y="264"/>
                  <a:pt x="225" y="264"/>
                </a:cubicBezTo>
                <a:cubicBezTo>
                  <a:pt x="240" y="254"/>
                  <a:pt x="253" y="241"/>
                  <a:pt x="263" y="226"/>
                </a:cubicBezTo>
                <a:cubicBezTo>
                  <a:pt x="294" y="238"/>
                  <a:pt x="294" y="238"/>
                  <a:pt x="294" y="238"/>
                </a:cubicBezTo>
                <a:cubicBezTo>
                  <a:pt x="311" y="197"/>
                  <a:pt x="311" y="197"/>
                  <a:pt x="311" y="197"/>
                </a:cubicBezTo>
                <a:cubicBezTo>
                  <a:pt x="281" y="183"/>
                  <a:pt x="281" y="183"/>
                  <a:pt x="281" y="183"/>
                </a:cubicBezTo>
                <a:cubicBezTo>
                  <a:pt x="285" y="166"/>
                  <a:pt x="285" y="148"/>
                  <a:pt x="281" y="130"/>
                </a:cubicBezTo>
                <a:close/>
                <a:moveTo>
                  <a:pt x="155" y="254"/>
                </a:moveTo>
                <a:cubicBezTo>
                  <a:pt x="101" y="254"/>
                  <a:pt x="57" y="210"/>
                  <a:pt x="57" y="156"/>
                </a:cubicBezTo>
                <a:cubicBezTo>
                  <a:pt x="57" y="101"/>
                  <a:pt x="101" y="57"/>
                  <a:pt x="155" y="57"/>
                </a:cubicBezTo>
                <a:cubicBezTo>
                  <a:pt x="210" y="57"/>
                  <a:pt x="254" y="101"/>
                  <a:pt x="254" y="156"/>
                </a:cubicBezTo>
                <a:cubicBezTo>
                  <a:pt x="254" y="210"/>
                  <a:pt x="210" y="254"/>
                  <a:pt x="155" y="25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Oval 131">
            <a:extLst>
              <a:ext uri="{FF2B5EF4-FFF2-40B4-BE49-F238E27FC236}">
                <a16:creationId xmlns:a16="http://schemas.microsoft.com/office/drawing/2014/main" id="{759A3CEA-B925-432F-86E9-93E790870A42}"/>
              </a:ext>
            </a:extLst>
          </p:cNvPr>
          <p:cNvSpPr>
            <a:spLocks noGrp="1"/>
          </p:cNvSpPr>
          <p:nvPr/>
        </p:nvSpPr>
        <p:spPr>
          <a:xfrm>
            <a:off x="6002263" y="2597580"/>
            <a:ext cx="262562" cy="2659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7" name="Freeform 134">
            <a:extLst>
              <a:ext uri="{FF2B5EF4-FFF2-40B4-BE49-F238E27FC236}">
                <a16:creationId xmlns:a16="http://schemas.microsoft.com/office/drawing/2014/main" id="{67A57683-636C-43FE-8317-8A8F10E024D9}"/>
              </a:ext>
            </a:extLst>
          </p:cNvPr>
          <p:cNvSpPr>
            <a:spLocks noGrp="1"/>
          </p:cNvSpPr>
          <p:nvPr/>
        </p:nvSpPr>
        <p:spPr>
          <a:xfrm>
            <a:off x="5736181" y="2014230"/>
            <a:ext cx="583473" cy="253723"/>
          </a:xfrm>
          <a:custGeom>
            <a:avLst/>
            <a:gdLst/>
            <a:ahLst/>
            <a:cxnLst/>
            <a:rect l="0" t="0" r="r" b="b"/>
            <a:pathLst>
              <a:path w="200" h="87">
                <a:moveTo>
                  <a:pt x="35" y="87"/>
                </a:moveTo>
                <a:cubicBezTo>
                  <a:pt x="35" y="72"/>
                  <a:pt x="35" y="72"/>
                  <a:pt x="35" y="72"/>
                </a:cubicBezTo>
                <a:cubicBezTo>
                  <a:pt x="46" y="72"/>
                  <a:pt x="46" y="72"/>
                  <a:pt x="46" y="72"/>
                </a:cubicBezTo>
                <a:cubicBezTo>
                  <a:pt x="46" y="87"/>
                  <a:pt x="46" y="87"/>
                  <a:pt x="46" y="87"/>
                </a:cubicBezTo>
                <a:cubicBezTo>
                  <a:pt x="155" y="87"/>
                  <a:pt x="155" y="87"/>
                  <a:pt x="155" y="87"/>
                </a:cubicBezTo>
                <a:cubicBezTo>
                  <a:pt x="155" y="72"/>
                  <a:pt x="155" y="72"/>
                  <a:pt x="155" y="72"/>
                </a:cubicBezTo>
                <a:cubicBezTo>
                  <a:pt x="166" y="72"/>
                  <a:pt x="166" y="72"/>
                  <a:pt x="166" y="72"/>
                </a:cubicBezTo>
                <a:cubicBezTo>
                  <a:pt x="166" y="87"/>
                  <a:pt x="166" y="87"/>
                  <a:pt x="166" y="87"/>
                </a:cubicBezTo>
                <a:cubicBezTo>
                  <a:pt x="199" y="87"/>
                  <a:pt x="199" y="87"/>
                  <a:pt x="199" y="87"/>
                </a:cubicBezTo>
                <a:cubicBezTo>
                  <a:pt x="199" y="47"/>
                  <a:pt x="200" y="43"/>
                  <a:pt x="200" y="43"/>
                </a:cubicBezTo>
                <a:cubicBezTo>
                  <a:pt x="200" y="19"/>
                  <a:pt x="180" y="0"/>
                  <a:pt x="15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00" y="80"/>
                  <a:pt x="100" y="80"/>
                  <a:pt x="100" y="80"/>
                </a:cubicBezTo>
                <a:cubicBezTo>
                  <a:pt x="60" y="0"/>
                  <a:pt x="60" y="0"/>
                  <a:pt x="60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4" y="0"/>
                  <a:pt x="44" y="0"/>
                </a:cubicBezTo>
                <a:cubicBezTo>
                  <a:pt x="20" y="0"/>
                  <a:pt x="1" y="19"/>
                  <a:pt x="1" y="43"/>
                </a:cubicBezTo>
                <a:cubicBezTo>
                  <a:pt x="1" y="43"/>
                  <a:pt x="0" y="47"/>
                  <a:pt x="0" y="87"/>
                </a:cubicBezTo>
                <a:lnTo>
                  <a:pt x="35" y="8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8" name="Rectangle 89">
            <a:extLst>
              <a:ext uri="{FF2B5EF4-FFF2-40B4-BE49-F238E27FC236}">
                <a16:creationId xmlns:a16="http://schemas.microsoft.com/office/drawing/2014/main" id="{D5ACAF82-F0FB-4048-8961-F061F4ECB01B}"/>
              </a:ext>
            </a:extLst>
          </p:cNvPr>
          <p:cNvSpPr>
            <a:spLocks noGrp="1"/>
          </p:cNvSpPr>
          <p:nvPr/>
        </p:nvSpPr>
        <p:spPr>
          <a:xfrm>
            <a:off x="7477135" y="1773408"/>
            <a:ext cx="335007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49" name="Rectangle 89">
            <a:extLst>
              <a:ext uri="{FF2B5EF4-FFF2-40B4-BE49-F238E27FC236}">
                <a16:creationId xmlns:a16="http://schemas.microsoft.com/office/drawing/2014/main" id="{875302CE-04B9-4058-9021-86F978AA0F3C}"/>
              </a:ext>
            </a:extLst>
          </p:cNvPr>
          <p:cNvSpPr>
            <a:spLocks noGrp="1"/>
          </p:cNvSpPr>
          <p:nvPr/>
        </p:nvSpPr>
        <p:spPr>
          <a:xfrm>
            <a:off x="1314941" y="2658519"/>
            <a:ext cx="3459514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50" name="Rectangle 89">
            <a:extLst>
              <a:ext uri="{FF2B5EF4-FFF2-40B4-BE49-F238E27FC236}">
                <a16:creationId xmlns:a16="http://schemas.microsoft.com/office/drawing/2014/main" id="{D3B5030F-A64D-47CC-A70E-0D77C49E27BB}"/>
              </a:ext>
            </a:extLst>
          </p:cNvPr>
          <p:cNvSpPr>
            <a:spLocks noGrp="1"/>
          </p:cNvSpPr>
          <p:nvPr/>
        </p:nvSpPr>
        <p:spPr>
          <a:xfrm>
            <a:off x="7477135" y="4952306"/>
            <a:ext cx="335007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51" name="Rectangle 89">
            <a:extLst>
              <a:ext uri="{FF2B5EF4-FFF2-40B4-BE49-F238E27FC236}">
                <a16:creationId xmlns:a16="http://schemas.microsoft.com/office/drawing/2014/main" id="{70C5A389-1E80-4DF8-969A-185E74F00B69}"/>
              </a:ext>
            </a:extLst>
          </p:cNvPr>
          <p:cNvSpPr>
            <a:spLocks noGrp="1"/>
          </p:cNvSpPr>
          <p:nvPr/>
        </p:nvSpPr>
        <p:spPr>
          <a:xfrm>
            <a:off x="1209314" y="4952306"/>
            <a:ext cx="3459514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4687766-160F-483D-B183-28C292B11E98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65F7545-EB3A-4897-959B-18C32F07E827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TextBox 62">
            <a:extLst>
              <a:ext uri="{FF2B5EF4-FFF2-40B4-BE49-F238E27FC236}">
                <a16:creationId xmlns:a16="http://schemas.microsoft.com/office/drawing/2014/main" id="{98A9F2E3-7B64-4AF8-9D53-85A8114347EB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379E26F-505E-41A8-887B-9F14219AC012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20A09722-B657-46FA-BC16-A2D2A8C53003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E29BBF6-4C32-4AC8-9B27-1B7989C29A0E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9" name="kicker-marker">
            <a:extLst>
              <a:ext uri="{FF2B5EF4-FFF2-40B4-BE49-F238E27FC236}">
                <a16:creationId xmlns:a16="http://schemas.microsoft.com/office/drawing/2014/main" id="{937C188F-F532-4B11-A895-10E37ACE9BA7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kicker-label">
            <a:extLst>
              <a:ext uri="{FF2B5EF4-FFF2-40B4-BE49-F238E27FC236}">
                <a16:creationId xmlns:a16="http://schemas.microsoft.com/office/drawing/2014/main" id="{C9C48E66-E64D-460C-82E7-E1C4FADFADC2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12 · 可行性</a:t>
            </a:r>
          </a:p>
        </p:txBody>
      </p:sp>
      <p:sp>
        <p:nvSpPr>
          <p:cNvPr id="61" name="page-marker">
            <a:extLst>
              <a:ext uri="{FF2B5EF4-FFF2-40B4-BE49-F238E27FC236}">
                <a16:creationId xmlns:a16="http://schemas.microsoft.com/office/drawing/2014/main" id="{4EF6830E-B73C-4799-9649-B7905491B90D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 / 31</a:t>
            </a:r>
          </a:p>
        </p:txBody>
      </p:sp>
      <p:sp>
        <p:nvSpPr>
          <p:cNvPr id="62" name="content-panel">
            <a:extLst>
              <a:ext uri="{FF2B5EF4-FFF2-40B4-BE49-F238E27FC236}">
                <a16:creationId xmlns:a16="http://schemas.microsoft.com/office/drawing/2014/main" id="{13FA4E7D-2D5C-4D18-B212-32731F9216F3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claim-title">
            <a:extLst>
              <a:ext uri="{FF2B5EF4-FFF2-40B4-BE49-F238E27FC236}">
                <a16:creationId xmlns:a16="http://schemas.microsoft.com/office/drawing/2014/main" id="{58A605B7-352F-42E0-88E1-7384C18CF9A8}"/>
              </a:ext>
            </a:extLst>
          </p:cNvPr>
          <p:cNvSpPr>
            <a:spLocks noGrp="1"/>
          </p:cNvSpPr>
          <p:nvPr/>
        </p:nvSpPr>
        <p:spPr>
          <a:xfrm>
            <a:off x="791427" y="2052795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可行性分析</a:t>
            </a:r>
          </a:p>
        </p:txBody>
      </p:sp>
      <p:sp>
        <p:nvSpPr>
          <p:cNvPr id="64" name="support-claim">
            <a:extLst>
              <a:ext uri="{FF2B5EF4-FFF2-40B4-BE49-F238E27FC236}">
                <a16:creationId xmlns:a16="http://schemas.microsoft.com/office/drawing/2014/main" id="{96C84142-0EFB-4083-8704-8FA470234BF5}"/>
              </a:ext>
            </a:extLst>
          </p:cNvPr>
          <p:cNvSpPr>
            <a:spLocks noGrp="1"/>
          </p:cNvSpPr>
          <p:nvPr/>
        </p:nvSpPr>
        <p:spPr>
          <a:xfrm>
            <a:off x="791427" y="2700495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可行性研究报告作为需求可行性讨论与结论记录。</a:t>
            </a:r>
          </a:p>
        </p:txBody>
      </p:sp>
      <p:sp>
        <p:nvSpPr>
          <p:cNvPr id="65" name="question-label">
            <a:extLst>
              <a:ext uri="{FF2B5EF4-FFF2-40B4-BE49-F238E27FC236}">
                <a16:creationId xmlns:a16="http://schemas.microsoft.com/office/drawing/2014/main" id="{A839108B-1EA5-40AC-AD54-05871D6D3E11}"/>
              </a:ext>
            </a:extLst>
          </p:cNvPr>
          <p:cNvSpPr>
            <a:spLocks noGrp="1"/>
          </p:cNvSpPr>
          <p:nvPr/>
        </p:nvSpPr>
        <p:spPr>
          <a:xfrm>
            <a:off x="791427" y="3614895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66" name="question-text">
            <a:extLst>
              <a:ext uri="{FF2B5EF4-FFF2-40B4-BE49-F238E27FC236}">
                <a16:creationId xmlns:a16="http://schemas.microsoft.com/office/drawing/2014/main" id="{F50D6FA4-1413-45EA-94AF-8B44A21A003C}"/>
              </a:ext>
            </a:extLst>
          </p:cNvPr>
          <p:cNvSpPr>
            <a:spLocks noGrp="1"/>
          </p:cNvSpPr>
          <p:nvPr/>
        </p:nvSpPr>
        <p:spPr>
          <a:xfrm>
            <a:off x="791427" y="3995895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是否讨论、分析、论证了每个需求的可行性？是否存在不可行的需求？有记录吗？</a:t>
            </a:r>
          </a:p>
        </p:txBody>
      </p:sp>
      <p:sp>
        <p:nvSpPr>
          <p:cNvPr id="69" name="proof-frame">
            <a:extLst>
              <a:ext uri="{FF2B5EF4-FFF2-40B4-BE49-F238E27FC236}">
                <a16:creationId xmlns:a16="http://schemas.microsoft.com/office/drawing/2014/main" id="{CDB55CB5-2373-47EF-97F9-B66698208668}"/>
              </a:ext>
            </a:extLst>
          </p:cNvPr>
          <p:cNvSpPr>
            <a:spLocks noGrp="1"/>
          </p:cNvSpPr>
          <p:nvPr/>
        </p:nvSpPr>
        <p:spPr>
          <a:xfrm>
            <a:off x="664845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F4CADC-8AFB-BC5C-DDC1-2E4FBF315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338" y="1265129"/>
            <a:ext cx="2465231" cy="416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96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9">
            <a:extLst>
              <a:ext uri="{FF2B5EF4-FFF2-40B4-BE49-F238E27FC236}">
                <a16:creationId xmlns:a16="http://schemas.microsoft.com/office/drawing/2014/main" id="{8381DA26-4757-48DD-8C05-476B2F4D1FB7}"/>
              </a:ext>
            </a:extLst>
          </p:cNvPr>
          <p:cNvSpPr>
            <a:spLocks noGrp="1"/>
          </p:cNvSpPr>
          <p:nvPr/>
        </p:nvSpPr>
        <p:spPr>
          <a:xfrm>
            <a:off x="1390538" y="4978262"/>
            <a:ext cx="205678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14" name="Rectangle 89">
            <a:extLst>
              <a:ext uri="{FF2B5EF4-FFF2-40B4-BE49-F238E27FC236}">
                <a16:creationId xmlns:a16="http://schemas.microsoft.com/office/drawing/2014/main" id="{60636826-AFA1-4982-8817-66491F9675F9}"/>
              </a:ext>
            </a:extLst>
          </p:cNvPr>
          <p:cNvSpPr>
            <a:spLocks noGrp="1"/>
          </p:cNvSpPr>
          <p:nvPr/>
        </p:nvSpPr>
        <p:spPr>
          <a:xfrm>
            <a:off x="4862852" y="4978262"/>
            <a:ext cx="205678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19" name="Rectangle 89">
            <a:extLst>
              <a:ext uri="{FF2B5EF4-FFF2-40B4-BE49-F238E27FC236}">
                <a16:creationId xmlns:a16="http://schemas.microsoft.com/office/drawing/2014/main" id="{189F315C-D04B-4BDF-B60A-CB0ACD418AD7}"/>
              </a:ext>
            </a:extLst>
          </p:cNvPr>
          <p:cNvSpPr>
            <a:spLocks noGrp="1"/>
          </p:cNvSpPr>
          <p:nvPr/>
        </p:nvSpPr>
        <p:spPr>
          <a:xfrm>
            <a:off x="8680077" y="5042057"/>
            <a:ext cx="205678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AC75F31-7180-4AE6-ACBC-B2FBC1345F99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624EAD-EF87-47D9-838E-BFB4DE83B8F4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62">
            <a:extLst>
              <a:ext uri="{FF2B5EF4-FFF2-40B4-BE49-F238E27FC236}">
                <a16:creationId xmlns:a16="http://schemas.microsoft.com/office/drawing/2014/main" id="{0FCC76DF-DB70-42AB-A437-17DE0ED1EFB3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CE605B3-20A8-4EF9-A64E-7792799023C8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420C20DC-B905-4530-B4F6-7A0F4C918ADC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7F0600-CB28-4315-B6BF-597B32EEE42F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1" name="kicker-marker">
            <a:extLst>
              <a:ext uri="{FF2B5EF4-FFF2-40B4-BE49-F238E27FC236}">
                <a16:creationId xmlns:a16="http://schemas.microsoft.com/office/drawing/2014/main" id="{E1A7B192-D50D-4C5D-BC8C-B59E95F74E33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kicker-label">
            <a:extLst>
              <a:ext uri="{FF2B5EF4-FFF2-40B4-BE49-F238E27FC236}">
                <a16:creationId xmlns:a16="http://schemas.microsoft.com/office/drawing/2014/main" id="{D6DF97D0-A1B6-4985-A756-4169CC0453AF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13 · 协作会议</a:t>
            </a:r>
          </a:p>
        </p:txBody>
      </p:sp>
      <p:sp>
        <p:nvSpPr>
          <p:cNvPr id="33" name="page-marker">
            <a:extLst>
              <a:ext uri="{FF2B5EF4-FFF2-40B4-BE49-F238E27FC236}">
                <a16:creationId xmlns:a16="http://schemas.microsoft.com/office/drawing/2014/main" id="{938827DF-8857-4102-A0CE-47FD5EB67181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 / 31</a:t>
            </a:r>
          </a:p>
        </p:txBody>
      </p:sp>
      <p:sp>
        <p:nvSpPr>
          <p:cNvPr id="34" name="content-panel">
            <a:extLst>
              <a:ext uri="{FF2B5EF4-FFF2-40B4-BE49-F238E27FC236}">
                <a16:creationId xmlns:a16="http://schemas.microsoft.com/office/drawing/2014/main" id="{6E2FA2C2-76BD-4FDA-90CF-62A35A229433}"/>
              </a:ext>
            </a:extLst>
          </p:cNvPr>
          <p:cNvSpPr>
            <a:spLocks noGrp="1"/>
          </p:cNvSpPr>
          <p:nvPr/>
        </p:nvSpPr>
        <p:spPr>
          <a:xfrm>
            <a:off x="6410325" y="1035345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claim-title">
            <a:extLst>
              <a:ext uri="{FF2B5EF4-FFF2-40B4-BE49-F238E27FC236}">
                <a16:creationId xmlns:a16="http://schemas.microsoft.com/office/drawing/2014/main" id="{9AE4A390-69B2-4857-A07B-7C8957AA83CE}"/>
              </a:ext>
            </a:extLst>
          </p:cNvPr>
          <p:cNvSpPr>
            <a:spLocks noGrp="1"/>
          </p:cNvSpPr>
          <p:nvPr/>
        </p:nvSpPr>
        <p:spPr>
          <a:xfrm>
            <a:off x="6781800" y="2151794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JAD 会议</a:t>
            </a:r>
          </a:p>
        </p:txBody>
      </p:sp>
      <p:sp>
        <p:nvSpPr>
          <p:cNvPr id="36" name="support-claim">
            <a:extLst>
              <a:ext uri="{FF2B5EF4-FFF2-40B4-BE49-F238E27FC236}">
                <a16:creationId xmlns:a16="http://schemas.microsoft.com/office/drawing/2014/main" id="{2B8917AA-5BE1-4D59-AE2C-46594E84BA2C}"/>
              </a:ext>
            </a:extLst>
          </p:cNvPr>
          <p:cNvSpPr>
            <a:spLocks noGrp="1"/>
          </p:cNvSpPr>
          <p:nvPr/>
        </p:nvSpPr>
        <p:spPr>
          <a:xfrm>
            <a:off x="6781800" y="2799494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JAD 会议纪要记录协作讨论过程与会议结论。</a:t>
            </a:r>
          </a:p>
        </p:txBody>
      </p:sp>
      <p:sp>
        <p:nvSpPr>
          <p:cNvPr id="37" name="question-label">
            <a:extLst>
              <a:ext uri="{FF2B5EF4-FFF2-40B4-BE49-F238E27FC236}">
                <a16:creationId xmlns:a16="http://schemas.microsoft.com/office/drawing/2014/main" id="{67BFD4E2-584C-4CCD-8858-9916FBF1BA0E}"/>
              </a:ext>
            </a:extLst>
          </p:cNvPr>
          <p:cNvSpPr>
            <a:spLocks noGrp="1"/>
          </p:cNvSpPr>
          <p:nvPr/>
        </p:nvSpPr>
        <p:spPr>
          <a:xfrm>
            <a:off x="6781800" y="3713894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38" name="question-text">
            <a:extLst>
              <a:ext uri="{FF2B5EF4-FFF2-40B4-BE49-F238E27FC236}">
                <a16:creationId xmlns:a16="http://schemas.microsoft.com/office/drawing/2014/main" id="{49FFCBF1-0940-47B0-968F-7E73BC6BB99A}"/>
              </a:ext>
            </a:extLst>
          </p:cNvPr>
          <p:cNvSpPr>
            <a:spLocks noGrp="1"/>
          </p:cNvSpPr>
          <p:nvPr/>
        </p:nvSpPr>
        <p:spPr>
          <a:xfrm>
            <a:off x="6781800" y="4094894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是否召开了 JAD 会议？有没有会议记录？内容是否完整、有效？</a:t>
            </a:r>
          </a:p>
        </p:txBody>
      </p:sp>
      <p:sp>
        <p:nvSpPr>
          <p:cNvPr id="41" name="proof-frame">
            <a:extLst>
              <a:ext uri="{FF2B5EF4-FFF2-40B4-BE49-F238E27FC236}">
                <a16:creationId xmlns:a16="http://schemas.microsoft.com/office/drawing/2014/main" id="{FAE02ADF-7233-4452-A714-A42D8AAB61BE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B6E92B-BE45-A424-F898-B9C253D69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6214" y="1219200"/>
            <a:ext cx="2238871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40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>
            <a:extLst>
              <a:ext uri="{FF2B5EF4-FFF2-40B4-BE49-F238E27FC236}">
                <a16:creationId xmlns:a16="http://schemas.microsoft.com/office/drawing/2014/main" id="{45737A02-FAE8-4D44-AF17-2913C5B5EE18}"/>
              </a:ext>
            </a:extLst>
          </p:cNvPr>
          <p:cNvSpPr>
            <a:spLocks noGrp="1"/>
          </p:cNvSpPr>
          <p:nvPr/>
        </p:nvSpPr>
        <p:spPr>
          <a:xfrm>
            <a:off x="3202548" y="2516316"/>
            <a:ext cx="2811446" cy="2234905"/>
          </a:xfrm>
          <a:custGeom>
            <a:avLst/>
            <a:gdLst/>
            <a:ahLst/>
            <a:cxnLst/>
            <a:rect l="0" t="0" r="r" b="b"/>
            <a:pathLst>
              <a:path w="550" h="436">
                <a:moveTo>
                  <a:pt x="132" y="289"/>
                </a:moveTo>
                <a:cubicBezTo>
                  <a:pt x="132" y="436"/>
                  <a:pt x="132" y="436"/>
                  <a:pt x="132" y="436"/>
                </a:cubicBezTo>
                <a:cubicBezTo>
                  <a:pt x="276" y="436"/>
                  <a:pt x="276" y="436"/>
                  <a:pt x="276" y="436"/>
                </a:cubicBezTo>
                <a:cubicBezTo>
                  <a:pt x="276" y="436"/>
                  <a:pt x="408" y="436"/>
                  <a:pt x="408" y="436"/>
                </a:cubicBezTo>
                <a:cubicBezTo>
                  <a:pt x="410" y="436"/>
                  <a:pt x="416" y="436"/>
                  <a:pt x="447" y="436"/>
                </a:cubicBezTo>
                <a:cubicBezTo>
                  <a:pt x="550" y="436"/>
                  <a:pt x="550" y="436"/>
                  <a:pt x="550" y="436"/>
                </a:cubicBezTo>
                <a:cubicBezTo>
                  <a:pt x="550" y="291"/>
                  <a:pt x="550" y="291"/>
                  <a:pt x="550" y="291"/>
                </a:cubicBezTo>
                <a:cubicBezTo>
                  <a:pt x="537" y="296"/>
                  <a:pt x="514" y="306"/>
                  <a:pt x="497" y="306"/>
                </a:cubicBezTo>
                <a:cubicBezTo>
                  <a:pt x="453" y="306"/>
                  <a:pt x="418" y="267"/>
                  <a:pt x="418" y="220"/>
                </a:cubicBezTo>
                <a:cubicBezTo>
                  <a:pt x="418" y="173"/>
                  <a:pt x="453" y="134"/>
                  <a:pt x="497" y="134"/>
                </a:cubicBezTo>
                <a:cubicBezTo>
                  <a:pt x="514" y="134"/>
                  <a:pt x="537" y="144"/>
                  <a:pt x="550" y="150"/>
                </a:cubicBezTo>
                <a:cubicBezTo>
                  <a:pt x="550" y="0"/>
                  <a:pt x="550" y="0"/>
                  <a:pt x="550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32" y="156"/>
                  <a:pt x="132" y="156"/>
                  <a:pt x="132" y="156"/>
                </a:cubicBezTo>
                <a:cubicBezTo>
                  <a:pt x="131" y="174"/>
                  <a:pt x="123" y="189"/>
                  <a:pt x="109" y="197"/>
                </a:cubicBezTo>
                <a:cubicBezTo>
                  <a:pt x="95" y="205"/>
                  <a:pt x="79" y="205"/>
                  <a:pt x="64" y="197"/>
                </a:cubicBezTo>
                <a:cubicBezTo>
                  <a:pt x="51" y="191"/>
                  <a:pt x="34" y="185"/>
                  <a:pt x="29" y="185"/>
                </a:cubicBezTo>
                <a:cubicBezTo>
                  <a:pt x="13" y="185"/>
                  <a:pt x="0" y="201"/>
                  <a:pt x="0" y="220"/>
                </a:cubicBezTo>
                <a:cubicBezTo>
                  <a:pt x="0" y="239"/>
                  <a:pt x="13" y="255"/>
                  <a:pt x="29" y="255"/>
                </a:cubicBezTo>
                <a:cubicBezTo>
                  <a:pt x="34" y="255"/>
                  <a:pt x="51" y="249"/>
                  <a:pt x="64" y="243"/>
                </a:cubicBezTo>
                <a:cubicBezTo>
                  <a:pt x="79" y="235"/>
                  <a:pt x="95" y="235"/>
                  <a:pt x="109" y="243"/>
                </a:cubicBezTo>
                <a:cubicBezTo>
                  <a:pt x="118" y="248"/>
                  <a:pt x="125" y="257"/>
                  <a:pt x="129" y="268"/>
                </a:cubicBezTo>
                <a:cubicBezTo>
                  <a:pt x="133" y="268"/>
                  <a:pt x="133" y="268"/>
                  <a:pt x="133" y="268"/>
                </a:cubicBezTo>
                <a:cubicBezTo>
                  <a:pt x="132" y="285"/>
                  <a:pt x="132" y="285"/>
                  <a:pt x="132" y="285"/>
                </a:cubicBezTo>
                <a:cubicBezTo>
                  <a:pt x="132" y="286"/>
                  <a:pt x="132" y="287"/>
                  <a:pt x="132" y="289"/>
                </a:cubicBezTo>
              </a:path>
            </a:pathLst>
          </a:custGeom>
          <a:solidFill>
            <a:srgbClr val="18478F"/>
          </a:solidFill>
          <a:ln w="2857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D4CA6357-536E-41BC-A29C-3DD42104A921}"/>
              </a:ext>
            </a:extLst>
          </p:cNvPr>
          <p:cNvSpPr>
            <a:spLocks noGrp="1"/>
          </p:cNvSpPr>
          <p:nvPr/>
        </p:nvSpPr>
        <p:spPr>
          <a:xfrm>
            <a:off x="5418236" y="1630491"/>
            <a:ext cx="2809286" cy="2234905"/>
          </a:xfrm>
          <a:custGeom>
            <a:avLst/>
            <a:gdLst/>
            <a:ahLst/>
            <a:cxnLst/>
            <a:rect l="0" t="0" r="r" b="b"/>
            <a:pathLst>
              <a:path w="550" h="436">
                <a:moveTo>
                  <a:pt x="550" y="150"/>
                </a:moveTo>
                <a:cubicBezTo>
                  <a:pt x="550" y="0"/>
                  <a:pt x="550" y="0"/>
                  <a:pt x="550" y="0"/>
                </a:cubicBezTo>
                <a:cubicBezTo>
                  <a:pt x="479" y="0"/>
                  <a:pt x="479" y="0"/>
                  <a:pt x="479" y="0"/>
                </a:cubicBezTo>
                <a:cubicBezTo>
                  <a:pt x="479" y="0"/>
                  <a:pt x="398" y="0"/>
                  <a:pt x="339" y="0"/>
                </a:cubicBezTo>
                <a:cubicBezTo>
                  <a:pt x="286" y="0"/>
                  <a:pt x="279" y="0"/>
                  <a:pt x="277" y="0"/>
                </a:cubicBezTo>
                <a:cubicBezTo>
                  <a:pt x="275" y="0"/>
                  <a:pt x="275" y="0"/>
                  <a:pt x="275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32" y="156"/>
                  <a:pt x="132" y="156"/>
                  <a:pt x="132" y="156"/>
                </a:cubicBezTo>
                <a:cubicBezTo>
                  <a:pt x="131" y="174"/>
                  <a:pt x="123" y="189"/>
                  <a:pt x="109" y="197"/>
                </a:cubicBezTo>
                <a:cubicBezTo>
                  <a:pt x="96" y="205"/>
                  <a:pt x="79" y="205"/>
                  <a:pt x="64" y="197"/>
                </a:cubicBezTo>
                <a:cubicBezTo>
                  <a:pt x="51" y="191"/>
                  <a:pt x="34" y="185"/>
                  <a:pt x="29" y="185"/>
                </a:cubicBezTo>
                <a:cubicBezTo>
                  <a:pt x="13" y="185"/>
                  <a:pt x="0" y="201"/>
                  <a:pt x="0" y="220"/>
                </a:cubicBezTo>
                <a:cubicBezTo>
                  <a:pt x="0" y="239"/>
                  <a:pt x="13" y="255"/>
                  <a:pt x="29" y="255"/>
                </a:cubicBezTo>
                <a:cubicBezTo>
                  <a:pt x="34" y="255"/>
                  <a:pt x="51" y="249"/>
                  <a:pt x="64" y="243"/>
                </a:cubicBezTo>
                <a:cubicBezTo>
                  <a:pt x="79" y="235"/>
                  <a:pt x="96" y="235"/>
                  <a:pt x="109" y="243"/>
                </a:cubicBezTo>
                <a:cubicBezTo>
                  <a:pt x="118" y="248"/>
                  <a:pt x="125" y="257"/>
                  <a:pt x="129" y="268"/>
                </a:cubicBezTo>
                <a:cubicBezTo>
                  <a:pt x="133" y="268"/>
                  <a:pt x="133" y="268"/>
                  <a:pt x="133" y="268"/>
                </a:cubicBezTo>
                <a:cubicBezTo>
                  <a:pt x="132" y="285"/>
                  <a:pt x="132" y="285"/>
                  <a:pt x="132" y="285"/>
                </a:cubicBezTo>
                <a:cubicBezTo>
                  <a:pt x="132" y="286"/>
                  <a:pt x="132" y="287"/>
                  <a:pt x="132" y="289"/>
                </a:cubicBezTo>
                <a:cubicBezTo>
                  <a:pt x="132" y="436"/>
                  <a:pt x="132" y="436"/>
                  <a:pt x="132" y="436"/>
                </a:cubicBezTo>
                <a:cubicBezTo>
                  <a:pt x="550" y="436"/>
                  <a:pt x="550" y="436"/>
                  <a:pt x="550" y="436"/>
                </a:cubicBezTo>
                <a:cubicBezTo>
                  <a:pt x="550" y="291"/>
                  <a:pt x="550" y="291"/>
                  <a:pt x="550" y="291"/>
                </a:cubicBezTo>
                <a:cubicBezTo>
                  <a:pt x="537" y="296"/>
                  <a:pt x="514" y="306"/>
                  <a:pt x="497" y="306"/>
                </a:cubicBezTo>
                <a:cubicBezTo>
                  <a:pt x="453" y="306"/>
                  <a:pt x="418" y="267"/>
                  <a:pt x="418" y="220"/>
                </a:cubicBezTo>
                <a:cubicBezTo>
                  <a:pt x="418" y="173"/>
                  <a:pt x="453" y="134"/>
                  <a:pt x="497" y="134"/>
                </a:cubicBezTo>
                <a:cubicBezTo>
                  <a:pt x="514" y="134"/>
                  <a:pt x="537" y="144"/>
                  <a:pt x="550" y="150"/>
                </a:cubicBezTo>
              </a:path>
            </a:pathLst>
          </a:custGeom>
          <a:solidFill>
            <a:srgbClr val="18478F"/>
          </a:solidFill>
          <a:ln w="2857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E6A495E7-4485-407F-836B-024B86E454FD}"/>
              </a:ext>
            </a:extLst>
          </p:cNvPr>
          <p:cNvSpPr>
            <a:spLocks noGrp="1"/>
          </p:cNvSpPr>
          <p:nvPr/>
        </p:nvSpPr>
        <p:spPr>
          <a:xfrm>
            <a:off x="7823728" y="1624013"/>
            <a:ext cx="2906456" cy="2241383"/>
          </a:xfrm>
          <a:custGeom>
            <a:avLst/>
            <a:gdLst/>
            <a:ahLst/>
            <a:cxnLst/>
            <a:rect l="0" t="0" r="r" b="b"/>
            <a:pathLst>
              <a:path w="569" h="437">
                <a:moveTo>
                  <a:pt x="108" y="194"/>
                </a:moveTo>
                <a:cubicBezTo>
                  <a:pt x="95" y="202"/>
                  <a:pt x="79" y="203"/>
                  <a:pt x="63" y="195"/>
                </a:cubicBezTo>
                <a:cubicBezTo>
                  <a:pt x="50" y="188"/>
                  <a:pt x="33" y="182"/>
                  <a:pt x="28" y="182"/>
                </a:cubicBezTo>
                <a:cubicBezTo>
                  <a:pt x="13" y="182"/>
                  <a:pt x="0" y="199"/>
                  <a:pt x="0" y="219"/>
                </a:cubicBezTo>
                <a:cubicBezTo>
                  <a:pt x="0" y="239"/>
                  <a:pt x="13" y="255"/>
                  <a:pt x="28" y="255"/>
                </a:cubicBezTo>
                <a:cubicBezTo>
                  <a:pt x="33" y="255"/>
                  <a:pt x="50" y="249"/>
                  <a:pt x="63" y="243"/>
                </a:cubicBezTo>
                <a:cubicBezTo>
                  <a:pt x="79" y="235"/>
                  <a:pt x="95" y="235"/>
                  <a:pt x="108" y="243"/>
                </a:cubicBezTo>
                <a:cubicBezTo>
                  <a:pt x="121" y="250"/>
                  <a:pt x="129" y="263"/>
                  <a:pt x="131" y="279"/>
                </a:cubicBezTo>
                <a:cubicBezTo>
                  <a:pt x="131" y="282"/>
                  <a:pt x="131" y="282"/>
                  <a:pt x="131" y="282"/>
                </a:cubicBezTo>
                <a:cubicBezTo>
                  <a:pt x="131" y="286"/>
                  <a:pt x="131" y="286"/>
                  <a:pt x="131" y="286"/>
                </a:cubicBezTo>
                <a:cubicBezTo>
                  <a:pt x="131" y="291"/>
                  <a:pt x="131" y="291"/>
                  <a:pt x="131" y="291"/>
                </a:cubicBezTo>
                <a:cubicBezTo>
                  <a:pt x="131" y="437"/>
                  <a:pt x="131" y="437"/>
                  <a:pt x="131" y="437"/>
                </a:cubicBezTo>
                <a:cubicBezTo>
                  <a:pt x="283" y="437"/>
                  <a:pt x="283" y="437"/>
                  <a:pt x="283" y="437"/>
                </a:cubicBezTo>
                <a:cubicBezTo>
                  <a:pt x="277" y="424"/>
                  <a:pt x="267" y="400"/>
                  <a:pt x="267" y="382"/>
                </a:cubicBezTo>
                <a:cubicBezTo>
                  <a:pt x="267" y="337"/>
                  <a:pt x="306" y="300"/>
                  <a:pt x="353" y="300"/>
                </a:cubicBezTo>
                <a:cubicBezTo>
                  <a:pt x="400" y="300"/>
                  <a:pt x="438" y="337"/>
                  <a:pt x="438" y="382"/>
                </a:cubicBezTo>
                <a:cubicBezTo>
                  <a:pt x="438" y="400"/>
                  <a:pt x="429" y="424"/>
                  <a:pt x="423" y="437"/>
                </a:cubicBezTo>
                <a:cubicBezTo>
                  <a:pt x="567" y="437"/>
                  <a:pt x="567" y="437"/>
                  <a:pt x="567" y="437"/>
                </a:cubicBezTo>
                <a:cubicBezTo>
                  <a:pt x="567" y="295"/>
                  <a:pt x="567" y="295"/>
                  <a:pt x="567" y="295"/>
                </a:cubicBezTo>
                <a:cubicBezTo>
                  <a:pt x="567" y="294"/>
                  <a:pt x="569" y="184"/>
                  <a:pt x="567" y="162"/>
                </a:cubicBezTo>
                <a:cubicBezTo>
                  <a:pt x="567" y="160"/>
                  <a:pt x="567" y="159"/>
                  <a:pt x="567" y="158"/>
                </a:cubicBezTo>
                <a:cubicBezTo>
                  <a:pt x="567" y="1"/>
                  <a:pt x="567" y="1"/>
                  <a:pt x="567" y="1"/>
                </a:cubicBezTo>
                <a:cubicBezTo>
                  <a:pt x="397" y="1"/>
                  <a:pt x="397" y="1"/>
                  <a:pt x="397" y="1"/>
                </a:cubicBezTo>
                <a:cubicBezTo>
                  <a:pt x="397" y="1"/>
                  <a:pt x="397" y="1"/>
                  <a:pt x="397" y="1"/>
                </a:cubicBezTo>
                <a:cubicBezTo>
                  <a:pt x="215" y="1"/>
                  <a:pt x="215" y="1"/>
                  <a:pt x="215" y="1"/>
                </a:cubicBezTo>
                <a:cubicBezTo>
                  <a:pt x="210" y="1"/>
                  <a:pt x="206" y="1"/>
                  <a:pt x="202" y="0"/>
                </a:cubicBezTo>
                <a:cubicBezTo>
                  <a:pt x="202" y="1"/>
                  <a:pt x="202" y="1"/>
                  <a:pt x="202" y="1"/>
                </a:cubicBezTo>
                <a:cubicBezTo>
                  <a:pt x="142" y="1"/>
                  <a:pt x="142" y="1"/>
                  <a:pt x="142" y="1"/>
                </a:cubicBezTo>
                <a:cubicBezTo>
                  <a:pt x="141" y="1"/>
                  <a:pt x="137" y="1"/>
                  <a:pt x="131" y="1"/>
                </a:cubicBezTo>
                <a:cubicBezTo>
                  <a:pt x="131" y="151"/>
                  <a:pt x="131" y="151"/>
                  <a:pt x="131" y="151"/>
                </a:cubicBezTo>
                <a:cubicBezTo>
                  <a:pt x="131" y="152"/>
                  <a:pt x="131" y="152"/>
                  <a:pt x="131" y="152"/>
                </a:cubicBezTo>
                <a:cubicBezTo>
                  <a:pt x="132" y="169"/>
                  <a:pt x="132" y="169"/>
                  <a:pt x="132" y="169"/>
                </a:cubicBezTo>
                <a:cubicBezTo>
                  <a:pt x="128" y="169"/>
                  <a:pt x="128" y="169"/>
                  <a:pt x="128" y="169"/>
                </a:cubicBezTo>
                <a:cubicBezTo>
                  <a:pt x="125" y="180"/>
                  <a:pt x="118" y="189"/>
                  <a:pt x="108" y="194"/>
                </a:cubicBezTo>
              </a:path>
            </a:pathLst>
          </a:custGeom>
          <a:solidFill>
            <a:srgbClr val="18478F"/>
          </a:solidFill>
          <a:ln w="2857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79AD8BE5-3E07-4BC1-8E4C-D9DC110EAFE6}"/>
              </a:ext>
            </a:extLst>
          </p:cNvPr>
          <p:cNvSpPr>
            <a:spLocks noGrp="1"/>
          </p:cNvSpPr>
          <p:nvPr/>
        </p:nvSpPr>
        <p:spPr>
          <a:xfrm>
            <a:off x="1395190" y="2516316"/>
            <a:ext cx="2226268" cy="2912934"/>
          </a:xfrm>
          <a:custGeom>
            <a:avLst/>
            <a:gdLst/>
            <a:ahLst/>
            <a:cxnLst/>
            <a:rect l="0" t="0" r="r" b="b"/>
            <a:pathLst>
              <a:path w="436" h="568">
                <a:moveTo>
                  <a:pt x="194" y="459"/>
                </a:moveTo>
                <a:cubicBezTo>
                  <a:pt x="202" y="473"/>
                  <a:pt x="202" y="489"/>
                  <a:pt x="194" y="505"/>
                </a:cubicBezTo>
                <a:cubicBezTo>
                  <a:pt x="187" y="518"/>
                  <a:pt x="181" y="534"/>
                  <a:pt x="181" y="539"/>
                </a:cubicBezTo>
                <a:cubicBezTo>
                  <a:pt x="181" y="555"/>
                  <a:pt x="198" y="568"/>
                  <a:pt x="218" y="568"/>
                </a:cubicBezTo>
                <a:cubicBezTo>
                  <a:pt x="238" y="568"/>
                  <a:pt x="255" y="555"/>
                  <a:pt x="255" y="539"/>
                </a:cubicBezTo>
                <a:cubicBezTo>
                  <a:pt x="255" y="534"/>
                  <a:pt x="249" y="518"/>
                  <a:pt x="242" y="505"/>
                </a:cubicBezTo>
                <a:cubicBezTo>
                  <a:pt x="234" y="489"/>
                  <a:pt x="234" y="473"/>
                  <a:pt x="242" y="459"/>
                </a:cubicBezTo>
                <a:cubicBezTo>
                  <a:pt x="249" y="447"/>
                  <a:pt x="262" y="439"/>
                  <a:pt x="279" y="437"/>
                </a:cubicBezTo>
                <a:cubicBezTo>
                  <a:pt x="281" y="437"/>
                  <a:pt x="281" y="437"/>
                  <a:pt x="281" y="437"/>
                </a:cubicBezTo>
                <a:cubicBezTo>
                  <a:pt x="285" y="437"/>
                  <a:pt x="285" y="437"/>
                  <a:pt x="285" y="437"/>
                </a:cubicBezTo>
                <a:cubicBezTo>
                  <a:pt x="290" y="436"/>
                  <a:pt x="290" y="436"/>
                  <a:pt x="290" y="436"/>
                </a:cubicBezTo>
                <a:cubicBezTo>
                  <a:pt x="436" y="436"/>
                  <a:pt x="436" y="436"/>
                  <a:pt x="436" y="436"/>
                </a:cubicBezTo>
                <a:cubicBezTo>
                  <a:pt x="436" y="285"/>
                  <a:pt x="436" y="285"/>
                  <a:pt x="436" y="285"/>
                </a:cubicBezTo>
                <a:cubicBezTo>
                  <a:pt x="423" y="291"/>
                  <a:pt x="399" y="301"/>
                  <a:pt x="381" y="301"/>
                </a:cubicBezTo>
                <a:cubicBezTo>
                  <a:pt x="336" y="301"/>
                  <a:pt x="300" y="262"/>
                  <a:pt x="300" y="215"/>
                </a:cubicBezTo>
                <a:cubicBezTo>
                  <a:pt x="300" y="168"/>
                  <a:pt x="336" y="129"/>
                  <a:pt x="381" y="129"/>
                </a:cubicBezTo>
                <a:cubicBezTo>
                  <a:pt x="399" y="129"/>
                  <a:pt x="423" y="139"/>
                  <a:pt x="436" y="145"/>
                </a:cubicBezTo>
                <a:cubicBezTo>
                  <a:pt x="436" y="0"/>
                  <a:pt x="436" y="0"/>
                  <a:pt x="436" y="0"/>
                </a:cubicBezTo>
                <a:cubicBezTo>
                  <a:pt x="294" y="0"/>
                  <a:pt x="294" y="0"/>
                  <a:pt x="294" y="0"/>
                </a:cubicBezTo>
                <a:cubicBezTo>
                  <a:pt x="294" y="0"/>
                  <a:pt x="242" y="0"/>
                  <a:pt x="201" y="0"/>
                </a:cubicBezTo>
                <a:cubicBezTo>
                  <a:pt x="176" y="0"/>
                  <a:pt x="165" y="0"/>
                  <a:pt x="161" y="0"/>
                </a:cubicBezTo>
                <a:cubicBezTo>
                  <a:pt x="160" y="0"/>
                  <a:pt x="159" y="0"/>
                  <a:pt x="15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1"/>
                  <a:pt x="0" y="161"/>
                  <a:pt x="0" y="161"/>
                </a:cubicBezTo>
                <a:cubicBezTo>
                  <a:pt x="0" y="353"/>
                  <a:pt x="0" y="353"/>
                  <a:pt x="0" y="353"/>
                </a:cubicBezTo>
                <a:cubicBezTo>
                  <a:pt x="0" y="358"/>
                  <a:pt x="0" y="362"/>
                  <a:pt x="0" y="366"/>
                </a:cubicBezTo>
                <a:cubicBezTo>
                  <a:pt x="0" y="366"/>
                  <a:pt x="0" y="366"/>
                  <a:pt x="0" y="366"/>
                </a:cubicBezTo>
                <a:cubicBezTo>
                  <a:pt x="0" y="426"/>
                  <a:pt x="0" y="426"/>
                  <a:pt x="0" y="426"/>
                </a:cubicBezTo>
                <a:cubicBezTo>
                  <a:pt x="0" y="427"/>
                  <a:pt x="0" y="431"/>
                  <a:pt x="0" y="436"/>
                </a:cubicBezTo>
                <a:cubicBezTo>
                  <a:pt x="150" y="437"/>
                  <a:pt x="150" y="437"/>
                  <a:pt x="150" y="437"/>
                </a:cubicBezTo>
                <a:cubicBezTo>
                  <a:pt x="151" y="437"/>
                  <a:pt x="151" y="437"/>
                  <a:pt x="151" y="437"/>
                </a:cubicBezTo>
                <a:cubicBezTo>
                  <a:pt x="168" y="436"/>
                  <a:pt x="168" y="436"/>
                  <a:pt x="168" y="436"/>
                </a:cubicBezTo>
                <a:cubicBezTo>
                  <a:pt x="168" y="439"/>
                  <a:pt x="168" y="439"/>
                  <a:pt x="168" y="439"/>
                </a:cubicBezTo>
                <a:cubicBezTo>
                  <a:pt x="179" y="443"/>
                  <a:pt x="188" y="450"/>
                  <a:pt x="194" y="459"/>
                </a:cubicBezTo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7EFD930A-0837-4556-814B-84FCC0F2B93D}"/>
              </a:ext>
            </a:extLst>
          </p:cNvPr>
          <p:cNvSpPr>
            <a:spLocks noGrp="1"/>
          </p:cNvSpPr>
          <p:nvPr/>
        </p:nvSpPr>
        <p:spPr>
          <a:xfrm>
            <a:off x="9503685" y="2081791"/>
            <a:ext cx="86373" cy="51824"/>
          </a:xfrm>
          <a:custGeom>
            <a:avLst/>
            <a:gdLst/>
            <a:ahLst/>
            <a:cxnLst/>
            <a:rect l="0" t="0" r="r" b="b"/>
            <a:pathLst>
              <a:path w="17" h="10">
                <a:moveTo>
                  <a:pt x="15" y="0"/>
                </a:moveTo>
                <a:cubicBezTo>
                  <a:pt x="15" y="0"/>
                  <a:pt x="15" y="0"/>
                  <a:pt x="15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" y="6"/>
                  <a:pt x="1" y="6"/>
                  <a:pt x="1" y="6"/>
                </a:cubicBezTo>
                <a:cubicBezTo>
                  <a:pt x="1" y="6"/>
                  <a:pt x="1" y="6"/>
                  <a:pt x="1" y="6"/>
                </a:cubicBezTo>
                <a:cubicBezTo>
                  <a:pt x="1" y="7"/>
                  <a:pt x="1" y="7"/>
                  <a:pt x="1" y="7"/>
                </a:cubicBezTo>
                <a:cubicBezTo>
                  <a:pt x="0" y="7"/>
                  <a:pt x="0" y="8"/>
                  <a:pt x="0" y="8"/>
                </a:cubicBezTo>
                <a:cubicBezTo>
                  <a:pt x="1" y="9"/>
                  <a:pt x="1" y="9"/>
                  <a:pt x="1" y="9"/>
                </a:cubicBezTo>
                <a:cubicBezTo>
                  <a:pt x="1" y="10"/>
                  <a:pt x="1" y="10"/>
                  <a:pt x="2" y="10"/>
                </a:cubicBezTo>
                <a:cubicBezTo>
                  <a:pt x="2" y="10"/>
                  <a:pt x="2" y="10"/>
                  <a:pt x="2" y="10"/>
                </a:cubicBezTo>
                <a:cubicBezTo>
                  <a:pt x="3" y="10"/>
                  <a:pt x="3" y="10"/>
                  <a:pt x="3" y="10"/>
                </a:cubicBezTo>
                <a:cubicBezTo>
                  <a:pt x="3" y="10"/>
                  <a:pt x="3" y="10"/>
                  <a:pt x="3" y="10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3"/>
                  <a:pt x="16" y="3"/>
                  <a:pt x="16" y="3"/>
                </a:cubicBezTo>
                <a:cubicBezTo>
                  <a:pt x="17" y="3"/>
                  <a:pt x="17" y="2"/>
                  <a:pt x="17" y="2"/>
                </a:cubicBezTo>
                <a:cubicBezTo>
                  <a:pt x="16" y="1"/>
                  <a:pt x="16" y="1"/>
                  <a:pt x="16" y="1"/>
                </a:cubicBezTo>
                <a:cubicBezTo>
                  <a:pt x="16" y="0"/>
                  <a:pt x="16" y="0"/>
                  <a:pt x="15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4AD262E7-36D9-443D-823D-DC0865110C44}"/>
              </a:ext>
            </a:extLst>
          </p:cNvPr>
          <p:cNvSpPr>
            <a:spLocks noGrp="1"/>
          </p:cNvSpPr>
          <p:nvPr/>
        </p:nvSpPr>
        <p:spPr>
          <a:xfrm>
            <a:off x="9523119" y="2112021"/>
            <a:ext cx="77736" cy="51824"/>
          </a:xfrm>
          <a:custGeom>
            <a:avLst/>
            <a:gdLst/>
            <a:ahLst/>
            <a:cxnLst/>
            <a:rect l="0" t="0" r="r" b="b"/>
            <a:pathLst>
              <a:path w="15" h="10">
                <a:moveTo>
                  <a:pt x="13" y="0"/>
                </a:moveTo>
                <a:cubicBezTo>
                  <a:pt x="0" y="6"/>
                  <a:pt x="0" y="6"/>
                  <a:pt x="0" y="6"/>
                </a:cubicBezTo>
                <a:cubicBezTo>
                  <a:pt x="0" y="7"/>
                  <a:pt x="0" y="7"/>
                  <a:pt x="0" y="7"/>
                </a:cubicBezTo>
                <a:cubicBezTo>
                  <a:pt x="0" y="7"/>
                  <a:pt x="1" y="8"/>
                  <a:pt x="1" y="8"/>
                </a:cubicBezTo>
                <a:cubicBezTo>
                  <a:pt x="1" y="8"/>
                  <a:pt x="1" y="8"/>
                  <a:pt x="1" y="8"/>
                </a:cubicBezTo>
                <a:cubicBezTo>
                  <a:pt x="1" y="8"/>
                  <a:pt x="1" y="8"/>
                  <a:pt x="1" y="8"/>
                </a:cubicBezTo>
                <a:cubicBezTo>
                  <a:pt x="2" y="10"/>
                  <a:pt x="2" y="10"/>
                  <a:pt x="2" y="10"/>
                </a:cubicBezTo>
                <a:cubicBezTo>
                  <a:pt x="15" y="5"/>
                  <a:pt x="15" y="5"/>
                  <a:pt x="15" y="5"/>
                </a:cubicBez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3" y="2"/>
                  <a:pt x="13" y="2"/>
                </a:cubicBezTo>
                <a:cubicBezTo>
                  <a:pt x="13" y="2"/>
                  <a:pt x="13" y="1"/>
                  <a:pt x="13" y="1"/>
                </a:cubicBezTo>
                <a:cubicBezTo>
                  <a:pt x="13" y="0"/>
                  <a:pt x="13" y="0"/>
                  <a:pt x="13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949F61B0-BA97-4A6C-83E8-6BEC05ABDE48}"/>
              </a:ext>
            </a:extLst>
          </p:cNvPr>
          <p:cNvSpPr>
            <a:spLocks noGrp="1"/>
          </p:cNvSpPr>
          <p:nvPr/>
        </p:nvSpPr>
        <p:spPr>
          <a:xfrm>
            <a:off x="9518801" y="2641057"/>
            <a:ext cx="328218" cy="30231"/>
          </a:xfrm>
          <a:custGeom>
            <a:avLst/>
            <a:gdLst/>
            <a:ahLst/>
            <a:cxnLst/>
            <a:rect l="0" t="0" r="r" b="b"/>
            <a:pathLst>
              <a:path w="64" h="6">
                <a:moveTo>
                  <a:pt x="63" y="0"/>
                </a:moveTo>
                <a:cubicBezTo>
                  <a:pt x="1" y="0"/>
                  <a:pt x="1" y="0"/>
                  <a:pt x="1" y="0"/>
                </a:cubicBezTo>
                <a:cubicBezTo>
                  <a:pt x="0" y="1"/>
                  <a:pt x="0" y="1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1"/>
                  <a:pt x="64" y="1"/>
                  <a:pt x="63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2" name="Freeform 12">
            <a:extLst>
              <a:ext uri="{FF2B5EF4-FFF2-40B4-BE49-F238E27FC236}">
                <a16:creationId xmlns:a16="http://schemas.microsoft.com/office/drawing/2014/main" id="{A6060C84-D509-4B27-A723-2C8A24B879B1}"/>
              </a:ext>
            </a:extLst>
          </p:cNvPr>
          <p:cNvSpPr>
            <a:spLocks noGrp="1"/>
          </p:cNvSpPr>
          <p:nvPr/>
        </p:nvSpPr>
        <p:spPr>
          <a:xfrm>
            <a:off x="9484251" y="2025648"/>
            <a:ext cx="86373" cy="75576"/>
          </a:xfrm>
          <a:custGeom>
            <a:avLst/>
            <a:gdLst/>
            <a:ahLst/>
            <a:cxnLst/>
            <a:rect l="0" t="0" r="r" b="b"/>
            <a:pathLst>
              <a:path w="17" h="15">
                <a:moveTo>
                  <a:pt x="12" y="0"/>
                </a:moveTo>
                <a:cubicBezTo>
                  <a:pt x="12" y="0"/>
                  <a:pt x="12" y="0"/>
                  <a:pt x="12" y="0"/>
                </a:cubicBezTo>
                <a:cubicBezTo>
                  <a:pt x="0" y="5"/>
                  <a:pt x="0" y="5"/>
                  <a:pt x="0" y="5"/>
                </a:cubicBezTo>
                <a:cubicBezTo>
                  <a:pt x="0" y="5"/>
                  <a:pt x="0" y="6"/>
                  <a:pt x="0" y="6"/>
                </a:cubicBezTo>
                <a:cubicBezTo>
                  <a:pt x="4" y="15"/>
                  <a:pt x="4" y="15"/>
                  <a:pt x="4" y="15"/>
                </a:cubicBezTo>
                <a:cubicBezTo>
                  <a:pt x="17" y="9"/>
                  <a:pt x="17" y="9"/>
                  <a:pt x="17" y="9"/>
                </a:cubicBezTo>
                <a:cubicBezTo>
                  <a:pt x="13" y="0"/>
                  <a:pt x="13" y="0"/>
                  <a:pt x="13" y="0"/>
                </a:cubicBezTo>
                <a:cubicBezTo>
                  <a:pt x="13" y="0"/>
                  <a:pt x="12" y="0"/>
                  <a:pt x="12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B396B42B-4509-4704-BEA1-28ECAAC25CB2}"/>
              </a:ext>
            </a:extLst>
          </p:cNvPr>
          <p:cNvSpPr>
            <a:spLocks noGrp="1"/>
          </p:cNvSpPr>
          <p:nvPr/>
        </p:nvSpPr>
        <p:spPr>
          <a:xfrm>
            <a:off x="9477773" y="2682084"/>
            <a:ext cx="408113" cy="25912"/>
          </a:xfrm>
          <a:custGeom>
            <a:avLst/>
            <a:gdLst/>
            <a:ahLst/>
            <a:cxnLst/>
            <a:rect l="0" t="0" r="r" b="b"/>
            <a:pathLst>
              <a:path w="189" h="12">
                <a:moveTo>
                  <a:pt x="185" y="0"/>
                </a:moveTo>
                <a:lnTo>
                  <a:pt x="5" y="0"/>
                </a:lnTo>
                <a:lnTo>
                  <a:pt x="5" y="2"/>
                </a:lnTo>
                <a:lnTo>
                  <a:pt x="0" y="2"/>
                </a:lnTo>
                <a:lnTo>
                  <a:pt x="0" y="12"/>
                </a:lnTo>
                <a:lnTo>
                  <a:pt x="189" y="12"/>
                </a:lnTo>
                <a:lnTo>
                  <a:pt x="189" y="2"/>
                </a:lnTo>
                <a:lnTo>
                  <a:pt x="185" y="2"/>
                </a:lnTo>
                <a:lnTo>
                  <a:pt x="18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8" name="Freeform 14">
            <a:extLst>
              <a:ext uri="{FF2B5EF4-FFF2-40B4-BE49-F238E27FC236}">
                <a16:creationId xmlns:a16="http://schemas.microsoft.com/office/drawing/2014/main" id="{CD9ED7F6-8FCC-4D0A-9074-9A1FD5C21E37}"/>
              </a:ext>
            </a:extLst>
          </p:cNvPr>
          <p:cNvSpPr>
            <a:spLocks noGrp="1"/>
          </p:cNvSpPr>
          <p:nvPr/>
        </p:nvSpPr>
        <p:spPr>
          <a:xfrm>
            <a:off x="9477773" y="2682084"/>
            <a:ext cx="408113" cy="25912"/>
          </a:xfrm>
          <a:custGeom>
            <a:avLst/>
            <a:gdLst/>
            <a:ahLst/>
            <a:cxnLst/>
            <a:rect l="0" t="0" r="r" b="b"/>
            <a:pathLst>
              <a:path w="189" h="12">
                <a:moveTo>
                  <a:pt x="185" y="0"/>
                </a:moveTo>
                <a:lnTo>
                  <a:pt x="5" y="0"/>
                </a:lnTo>
                <a:lnTo>
                  <a:pt x="5" y="2"/>
                </a:lnTo>
                <a:lnTo>
                  <a:pt x="0" y="2"/>
                </a:lnTo>
                <a:lnTo>
                  <a:pt x="0" y="12"/>
                </a:lnTo>
                <a:lnTo>
                  <a:pt x="189" y="12"/>
                </a:lnTo>
                <a:lnTo>
                  <a:pt x="189" y="2"/>
                </a:lnTo>
                <a:lnTo>
                  <a:pt x="185" y="2"/>
                </a:lnTo>
                <a:lnTo>
                  <a:pt x="185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9" name="Freeform 15">
            <a:extLst>
              <a:ext uri="{FF2B5EF4-FFF2-40B4-BE49-F238E27FC236}">
                <a16:creationId xmlns:a16="http://schemas.microsoft.com/office/drawing/2014/main" id="{D93CEE38-FEEE-4DF2-9B0B-FD17CCA75A0C}"/>
              </a:ext>
            </a:extLst>
          </p:cNvPr>
          <p:cNvSpPr>
            <a:spLocks noGrp="1"/>
          </p:cNvSpPr>
          <p:nvPr/>
        </p:nvSpPr>
        <p:spPr>
          <a:xfrm>
            <a:off x="9615970" y="2312839"/>
            <a:ext cx="71258" cy="41027"/>
          </a:xfrm>
          <a:custGeom>
            <a:avLst/>
            <a:gdLst/>
            <a:ahLst/>
            <a:cxnLst/>
            <a:rect l="0" t="0" r="r" b="b"/>
            <a:pathLst>
              <a:path w="14" h="8">
                <a:moveTo>
                  <a:pt x="12" y="0"/>
                </a:moveTo>
                <a:cubicBezTo>
                  <a:pt x="0" y="5"/>
                  <a:pt x="0" y="5"/>
                  <a:pt x="0" y="5"/>
                </a:cubicBezTo>
                <a:cubicBezTo>
                  <a:pt x="1" y="7"/>
                  <a:pt x="1" y="7"/>
                  <a:pt x="1" y="7"/>
                </a:cubicBezTo>
                <a:cubicBezTo>
                  <a:pt x="2" y="8"/>
                  <a:pt x="2" y="8"/>
                  <a:pt x="2" y="8"/>
                </a:cubicBezTo>
                <a:cubicBezTo>
                  <a:pt x="2" y="8"/>
                  <a:pt x="3" y="8"/>
                  <a:pt x="3" y="8"/>
                </a:cubicBezTo>
                <a:cubicBezTo>
                  <a:pt x="4" y="8"/>
                  <a:pt x="4" y="8"/>
                  <a:pt x="4" y="8"/>
                </a:cubicBezTo>
                <a:cubicBezTo>
                  <a:pt x="4" y="8"/>
                  <a:pt x="4" y="8"/>
                  <a:pt x="4" y="8"/>
                </a:cubicBezTo>
                <a:cubicBezTo>
                  <a:pt x="12" y="4"/>
                  <a:pt x="12" y="4"/>
                  <a:pt x="12" y="4"/>
                </a:cubicBezTo>
                <a:cubicBezTo>
                  <a:pt x="12" y="4"/>
                  <a:pt x="12" y="4"/>
                  <a:pt x="12" y="4"/>
                </a:cubicBezTo>
                <a:cubicBezTo>
                  <a:pt x="13" y="3"/>
                  <a:pt x="13" y="3"/>
                  <a:pt x="13" y="3"/>
                </a:cubicBezTo>
                <a:cubicBezTo>
                  <a:pt x="14" y="3"/>
                  <a:pt x="14" y="2"/>
                  <a:pt x="13" y="2"/>
                </a:cubicBezTo>
                <a:cubicBezTo>
                  <a:pt x="12" y="0"/>
                  <a:pt x="12" y="0"/>
                  <a:pt x="12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0" name="Freeform 16">
            <a:extLst>
              <a:ext uri="{FF2B5EF4-FFF2-40B4-BE49-F238E27FC236}">
                <a16:creationId xmlns:a16="http://schemas.microsoft.com/office/drawing/2014/main" id="{66A78003-4189-43C5-8FAC-3B0C08187A9C}"/>
              </a:ext>
            </a:extLst>
          </p:cNvPr>
          <p:cNvSpPr>
            <a:spLocks noGrp="1"/>
          </p:cNvSpPr>
          <p:nvPr/>
        </p:nvSpPr>
        <p:spPr>
          <a:xfrm>
            <a:off x="9641882" y="2343069"/>
            <a:ext cx="60461" cy="60461"/>
          </a:xfrm>
          <a:custGeom>
            <a:avLst/>
            <a:gdLst/>
            <a:ahLst/>
            <a:cxnLst/>
            <a:rect l="0" t="0" r="r" b="b"/>
            <a:pathLst>
              <a:path w="12" h="12">
                <a:moveTo>
                  <a:pt x="8" y="0"/>
                </a:moveTo>
                <a:cubicBezTo>
                  <a:pt x="0" y="4"/>
                  <a:pt x="0" y="4"/>
                  <a:pt x="0" y="4"/>
                </a:cubicBezTo>
                <a:cubicBezTo>
                  <a:pt x="3" y="11"/>
                  <a:pt x="3" y="11"/>
                  <a:pt x="3" y="11"/>
                </a:cubicBezTo>
                <a:cubicBezTo>
                  <a:pt x="3" y="12"/>
                  <a:pt x="4" y="12"/>
                  <a:pt x="4" y="12"/>
                </a:cubicBezTo>
                <a:cubicBezTo>
                  <a:pt x="4" y="12"/>
                  <a:pt x="4" y="12"/>
                  <a:pt x="4" y="12"/>
                </a:cubicBezTo>
                <a:cubicBezTo>
                  <a:pt x="12" y="9"/>
                  <a:pt x="12" y="9"/>
                  <a:pt x="12" y="9"/>
                </a:cubicBezTo>
                <a:cubicBezTo>
                  <a:pt x="12" y="9"/>
                  <a:pt x="12" y="8"/>
                  <a:pt x="12" y="7"/>
                </a:cubicBezTo>
                <a:cubicBezTo>
                  <a:pt x="8" y="0"/>
                  <a:pt x="8" y="0"/>
                  <a:pt x="8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1" name="Freeform 17">
            <a:extLst>
              <a:ext uri="{FF2B5EF4-FFF2-40B4-BE49-F238E27FC236}">
                <a16:creationId xmlns:a16="http://schemas.microsoft.com/office/drawing/2014/main" id="{E337C6ED-A2C6-4C93-BF64-73AD86230DA5}"/>
              </a:ext>
            </a:extLst>
          </p:cNvPr>
          <p:cNvSpPr>
            <a:spLocks noGrp="1"/>
          </p:cNvSpPr>
          <p:nvPr/>
        </p:nvSpPr>
        <p:spPr>
          <a:xfrm>
            <a:off x="9410834" y="2142252"/>
            <a:ext cx="410272" cy="492327"/>
          </a:xfrm>
          <a:custGeom>
            <a:avLst/>
            <a:gdLst/>
            <a:ahLst/>
            <a:cxnLst/>
            <a:rect l="0" t="0" r="r" b="b"/>
            <a:pathLst>
              <a:path w="80" h="96">
                <a:moveTo>
                  <a:pt x="28" y="28"/>
                </a:moveTo>
                <a:cubicBezTo>
                  <a:pt x="26" y="28"/>
                  <a:pt x="24" y="27"/>
                  <a:pt x="23" y="25"/>
                </a:cubicBezTo>
                <a:cubicBezTo>
                  <a:pt x="22" y="22"/>
                  <a:pt x="23" y="19"/>
                  <a:pt x="26" y="18"/>
                </a:cubicBezTo>
                <a:cubicBezTo>
                  <a:pt x="27" y="18"/>
                  <a:pt x="27" y="18"/>
                  <a:pt x="28" y="18"/>
                </a:cubicBezTo>
                <a:cubicBezTo>
                  <a:pt x="30" y="18"/>
                  <a:pt x="32" y="19"/>
                  <a:pt x="33" y="21"/>
                </a:cubicBezTo>
                <a:cubicBezTo>
                  <a:pt x="34" y="23"/>
                  <a:pt x="33" y="26"/>
                  <a:pt x="30" y="27"/>
                </a:cubicBezTo>
                <a:cubicBezTo>
                  <a:pt x="30" y="28"/>
                  <a:pt x="29" y="28"/>
                  <a:pt x="28" y="28"/>
                </a:cubicBezTo>
                <a:moveTo>
                  <a:pt x="40" y="0"/>
                </a:moveTo>
                <a:cubicBezTo>
                  <a:pt x="40" y="0"/>
                  <a:pt x="39" y="0"/>
                  <a:pt x="39" y="0"/>
                </a:cubicBezTo>
                <a:cubicBezTo>
                  <a:pt x="37" y="1"/>
                  <a:pt x="37" y="1"/>
                  <a:pt x="37" y="1"/>
                </a:cubicBezTo>
                <a:cubicBezTo>
                  <a:pt x="37" y="0"/>
                  <a:pt x="37" y="0"/>
                  <a:pt x="37" y="0"/>
                </a:cubicBezTo>
                <a:cubicBezTo>
                  <a:pt x="25" y="6"/>
                  <a:pt x="25" y="6"/>
                  <a:pt x="25" y="6"/>
                </a:cubicBezTo>
                <a:cubicBezTo>
                  <a:pt x="25" y="6"/>
                  <a:pt x="25" y="6"/>
                  <a:pt x="25" y="6"/>
                </a:cubicBezTo>
                <a:cubicBezTo>
                  <a:pt x="24" y="7"/>
                  <a:pt x="24" y="7"/>
                  <a:pt x="24" y="7"/>
                </a:cubicBezTo>
                <a:cubicBezTo>
                  <a:pt x="23" y="7"/>
                  <a:pt x="23" y="8"/>
                  <a:pt x="23" y="9"/>
                </a:cubicBezTo>
                <a:cubicBezTo>
                  <a:pt x="26" y="15"/>
                  <a:pt x="26" y="15"/>
                  <a:pt x="26" y="15"/>
                </a:cubicBezTo>
                <a:cubicBezTo>
                  <a:pt x="25" y="15"/>
                  <a:pt x="25" y="15"/>
                  <a:pt x="25" y="15"/>
                </a:cubicBezTo>
                <a:cubicBezTo>
                  <a:pt x="22" y="17"/>
                  <a:pt x="20" y="20"/>
                  <a:pt x="20" y="23"/>
                </a:cubicBezTo>
                <a:cubicBezTo>
                  <a:pt x="6" y="32"/>
                  <a:pt x="0" y="51"/>
                  <a:pt x="8" y="69"/>
                </a:cubicBezTo>
                <a:cubicBezTo>
                  <a:pt x="13" y="78"/>
                  <a:pt x="21" y="85"/>
                  <a:pt x="29" y="88"/>
                </a:cubicBezTo>
                <a:cubicBezTo>
                  <a:pt x="26" y="96"/>
                  <a:pt x="26" y="96"/>
                  <a:pt x="26" y="96"/>
                </a:cubicBezTo>
                <a:cubicBezTo>
                  <a:pt x="43" y="96"/>
                  <a:pt x="43" y="96"/>
                  <a:pt x="43" y="96"/>
                </a:cubicBezTo>
                <a:cubicBezTo>
                  <a:pt x="42" y="90"/>
                  <a:pt x="42" y="90"/>
                  <a:pt x="42" y="90"/>
                </a:cubicBezTo>
                <a:cubicBezTo>
                  <a:pt x="46" y="90"/>
                  <a:pt x="49" y="89"/>
                  <a:pt x="53" y="88"/>
                </a:cubicBezTo>
                <a:cubicBezTo>
                  <a:pt x="55" y="87"/>
                  <a:pt x="57" y="85"/>
                  <a:pt x="59" y="84"/>
                </a:cubicBezTo>
                <a:cubicBezTo>
                  <a:pt x="56" y="78"/>
                  <a:pt x="56" y="78"/>
                  <a:pt x="56" y="78"/>
                </a:cubicBezTo>
                <a:cubicBezTo>
                  <a:pt x="60" y="76"/>
                  <a:pt x="60" y="76"/>
                  <a:pt x="60" y="76"/>
                </a:cubicBezTo>
                <a:cubicBezTo>
                  <a:pt x="60" y="76"/>
                  <a:pt x="61" y="77"/>
                  <a:pt x="61" y="77"/>
                </a:cubicBezTo>
                <a:cubicBezTo>
                  <a:pt x="61" y="77"/>
                  <a:pt x="61" y="77"/>
                  <a:pt x="61" y="77"/>
                </a:cubicBezTo>
                <a:cubicBezTo>
                  <a:pt x="76" y="70"/>
                  <a:pt x="76" y="70"/>
                  <a:pt x="76" y="70"/>
                </a:cubicBezTo>
                <a:cubicBezTo>
                  <a:pt x="76" y="70"/>
                  <a:pt x="76" y="68"/>
                  <a:pt x="76" y="67"/>
                </a:cubicBezTo>
                <a:cubicBezTo>
                  <a:pt x="75" y="66"/>
                  <a:pt x="75" y="66"/>
                  <a:pt x="75" y="66"/>
                </a:cubicBezTo>
                <a:cubicBezTo>
                  <a:pt x="74" y="65"/>
                  <a:pt x="74" y="64"/>
                  <a:pt x="73" y="64"/>
                </a:cubicBezTo>
                <a:cubicBezTo>
                  <a:pt x="73" y="64"/>
                  <a:pt x="73" y="64"/>
                  <a:pt x="73" y="64"/>
                </a:cubicBezTo>
                <a:cubicBezTo>
                  <a:pt x="59" y="71"/>
                  <a:pt x="59" y="71"/>
                  <a:pt x="59" y="71"/>
                </a:cubicBezTo>
                <a:cubicBezTo>
                  <a:pt x="58" y="71"/>
                  <a:pt x="58" y="72"/>
                  <a:pt x="58" y="73"/>
                </a:cubicBezTo>
                <a:cubicBezTo>
                  <a:pt x="54" y="75"/>
                  <a:pt x="54" y="75"/>
                  <a:pt x="54" y="75"/>
                </a:cubicBezTo>
                <a:cubicBezTo>
                  <a:pt x="53" y="71"/>
                  <a:pt x="53" y="71"/>
                  <a:pt x="53" y="71"/>
                </a:cubicBezTo>
                <a:cubicBezTo>
                  <a:pt x="60" y="67"/>
                  <a:pt x="60" y="67"/>
                  <a:pt x="60" y="67"/>
                </a:cubicBezTo>
                <a:cubicBezTo>
                  <a:pt x="61" y="67"/>
                  <a:pt x="61" y="66"/>
                  <a:pt x="60" y="65"/>
                </a:cubicBezTo>
                <a:cubicBezTo>
                  <a:pt x="60" y="64"/>
                  <a:pt x="60" y="64"/>
                  <a:pt x="60" y="64"/>
                </a:cubicBezTo>
                <a:cubicBezTo>
                  <a:pt x="80" y="55"/>
                  <a:pt x="80" y="55"/>
                  <a:pt x="80" y="55"/>
                </a:cubicBezTo>
                <a:cubicBezTo>
                  <a:pt x="80" y="54"/>
                  <a:pt x="80" y="54"/>
                  <a:pt x="80" y="53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51"/>
                  <a:pt x="79" y="51"/>
                  <a:pt x="78" y="51"/>
                </a:cubicBezTo>
                <a:cubicBezTo>
                  <a:pt x="78" y="51"/>
                  <a:pt x="78" y="51"/>
                  <a:pt x="78" y="51"/>
                </a:cubicBezTo>
                <a:cubicBezTo>
                  <a:pt x="41" y="68"/>
                  <a:pt x="41" y="68"/>
                  <a:pt x="41" y="68"/>
                </a:cubicBezTo>
                <a:cubicBezTo>
                  <a:pt x="41" y="68"/>
                  <a:pt x="40" y="69"/>
                  <a:pt x="41" y="70"/>
                </a:cubicBezTo>
                <a:cubicBezTo>
                  <a:pt x="41" y="71"/>
                  <a:pt x="41" y="71"/>
                  <a:pt x="41" y="71"/>
                </a:cubicBezTo>
                <a:cubicBezTo>
                  <a:pt x="42" y="71"/>
                  <a:pt x="42" y="72"/>
                  <a:pt x="43" y="72"/>
                </a:cubicBezTo>
                <a:cubicBezTo>
                  <a:pt x="43" y="72"/>
                  <a:pt x="43" y="72"/>
                  <a:pt x="43" y="72"/>
                </a:cubicBezTo>
                <a:cubicBezTo>
                  <a:pt x="44" y="71"/>
                  <a:pt x="44" y="71"/>
                  <a:pt x="44" y="71"/>
                </a:cubicBezTo>
                <a:cubicBezTo>
                  <a:pt x="44" y="72"/>
                  <a:pt x="44" y="72"/>
                  <a:pt x="44" y="72"/>
                </a:cubicBezTo>
                <a:cubicBezTo>
                  <a:pt x="45" y="73"/>
                  <a:pt x="45" y="74"/>
                  <a:pt x="46" y="74"/>
                </a:cubicBezTo>
                <a:cubicBezTo>
                  <a:pt x="46" y="74"/>
                  <a:pt x="46" y="74"/>
                  <a:pt x="46" y="74"/>
                </a:cubicBezTo>
                <a:cubicBezTo>
                  <a:pt x="50" y="72"/>
                  <a:pt x="50" y="72"/>
                  <a:pt x="50" y="72"/>
                </a:cubicBezTo>
                <a:cubicBezTo>
                  <a:pt x="49" y="76"/>
                  <a:pt x="47" y="79"/>
                  <a:pt x="45" y="80"/>
                </a:cubicBezTo>
                <a:cubicBezTo>
                  <a:pt x="44" y="81"/>
                  <a:pt x="42" y="81"/>
                  <a:pt x="41" y="81"/>
                </a:cubicBezTo>
                <a:cubicBezTo>
                  <a:pt x="34" y="81"/>
                  <a:pt x="26" y="74"/>
                  <a:pt x="21" y="63"/>
                </a:cubicBezTo>
                <a:cubicBezTo>
                  <a:pt x="15" y="50"/>
                  <a:pt x="16" y="37"/>
                  <a:pt x="23" y="33"/>
                </a:cubicBezTo>
                <a:cubicBezTo>
                  <a:pt x="24" y="33"/>
                  <a:pt x="25" y="33"/>
                  <a:pt x="26" y="33"/>
                </a:cubicBezTo>
                <a:cubicBezTo>
                  <a:pt x="29" y="33"/>
                  <a:pt x="33" y="34"/>
                  <a:pt x="36" y="37"/>
                </a:cubicBezTo>
                <a:cubicBezTo>
                  <a:pt x="36" y="37"/>
                  <a:pt x="36" y="37"/>
                  <a:pt x="36" y="37"/>
                </a:cubicBezTo>
                <a:cubicBezTo>
                  <a:pt x="54" y="29"/>
                  <a:pt x="54" y="29"/>
                  <a:pt x="54" y="29"/>
                </a:cubicBezTo>
                <a:cubicBezTo>
                  <a:pt x="41" y="0"/>
                  <a:pt x="41" y="0"/>
                  <a:pt x="41" y="0"/>
                </a:cubicBezTo>
                <a:cubicBezTo>
                  <a:pt x="41" y="0"/>
                  <a:pt x="40" y="0"/>
                  <a:pt x="40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2" name="Freeform 18">
            <a:extLst>
              <a:ext uri="{FF2B5EF4-FFF2-40B4-BE49-F238E27FC236}">
                <a16:creationId xmlns:a16="http://schemas.microsoft.com/office/drawing/2014/main" id="{196F9624-FD16-478F-80D9-0277EEF33FD2}"/>
              </a:ext>
            </a:extLst>
          </p:cNvPr>
          <p:cNvSpPr>
            <a:spLocks noGrp="1"/>
          </p:cNvSpPr>
          <p:nvPr/>
        </p:nvSpPr>
        <p:spPr>
          <a:xfrm>
            <a:off x="9533916" y="2239422"/>
            <a:ext cx="41027" cy="36709"/>
          </a:xfrm>
          <a:custGeom>
            <a:avLst/>
            <a:gdLst/>
            <a:ahLst/>
            <a:cxnLst/>
            <a:rect l="0" t="0" r="r" b="b"/>
            <a:pathLst>
              <a:path w="8" h="7">
                <a:moveTo>
                  <a:pt x="4" y="0"/>
                </a:moveTo>
                <a:cubicBezTo>
                  <a:pt x="4" y="0"/>
                  <a:pt x="3" y="0"/>
                  <a:pt x="3" y="1"/>
                </a:cubicBezTo>
                <a:cubicBezTo>
                  <a:pt x="1" y="1"/>
                  <a:pt x="0" y="3"/>
                  <a:pt x="1" y="5"/>
                </a:cubicBezTo>
                <a:cubicBezTo>
                  <a:pt x="2" y="6"/>
                  <a:pt x="3" y="7"/>
                  <a:pt x="4" y="7"/>
                </a:cubicBezTo>
                <a:cubicBezTo>
                  <a:pt x="4" y="7"/>
                  <a:pt x="5" y="7"/>
                  <a:pt x="5" y="6"/>
                </a:cubicBezTo>
                <a:cubicBezTo>
                  <a:pt x="7" y="6"/>
                  <a:pt x="8" y="4"/>
                  <a:pt x="7" y="2"/>
                </a:cubicBezTo>
                <a:cubicBezTo>
                  <a:pt x="6" y="1"/>
                  <a:pt x="5" y="0"/>
                  <a:pt x="4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3" name="Oval 19">
            <a:extLst>
              <a:ext uri="{FF2B5EF4-FFF2-40B4-BE49-F238E27FC236}">
                <a16:creationId xmlns:a16="http://schemas.microsoft.com/office/drawing/2014/main" id="{F9BFA71B-A1B8-4F48-9DF7-FA1F955B577E}"/>
              </a:ext>
            </a:extLst>
          </p:cNvPr>
          <p:cNvSpPr>
            <a:spLocks noGrp="1"/>
          </p:cNvSpPr>
          <p:nvPr/>
        </p:nvSpPr>
        <p:spPr>
          <a:xfrm>
            <a:off x="2237328" y="3207301"/>
            <a:ext cx="112285" cy="118763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4" name="Freeform 20">
            <a:extLst>
              <a:ext uri="{FF2B5EF4-FFF2-40B4-BE49-F238E27FC236}">
                <a16:creationId xmlns:a16="http://schemas.microsoft.com/office/drawing/2014/main" id="{203E4716-204E-438E-ACC1-C0A9519EC874}"/>
              </a:ext>
            </a:extLst>
          </p:cNvPr>
          <p:cNvSpPr>
            <a:spLocks noGrp="1"/>
          </p:cNvSpPr>
          <p:nvPr/>
        </p:nvSpPr>
        <p:spPr>
          <a:xfrm>
            <a:off x="1993324" y="2961138"/>
            <a:ext cx="602453" cy="606771"/>
          </a:xfrm>
          <a:custGeom>
            <a:avLst/>
            <a:gdLst/>
            <a:ahLst/>
            <a:cxnLst/>
            <a:rect l="0" t="0" r="r" b="b"/>
            <a:pathLst>
              <a:path w="118" h="118">
                <a:moveTo>
                  <a:pt x="59" y="90"/>
                </a:moveTo>
                <a:cubicBezTo>
                  <a:pt x="42" y="90"/>
                  <a:pt x="29" y="76"/>
                  <a:pt x="29" y="60"/>
                </a:cubicBezTo>
                <a:cubicBezTo>
                  <a:pt x="29" y="43"/>
                  <a:pt x="42" y="30"/>
                  <a:pt x="59" y="30"/>
                </a:cubicBezTo>
                <a:cubicBezTo>
                  <a:pt x="75" y="30"/>
                  <a:pt x="89" y="43"/>
                  <a:pt x="89" y="60"/>
                </a:cubicBezTo>
                <a:cubicBezTo>
                  <a:pt x="89" y="76"/>
                  <a:pt x="75" y="90"/>
                  <a:pt x="59" y="90"/>
                </a:cubicBezTo>
                <a:moveTo>
                  <a:pt x="64" y="0"/>
                </a:moveTo>
                <a:cubicBezTo>
                  <a:pt x="54" y="0"/>
                  <a:pt x="54" y="0"/>
                  <a:pt x="54" y="0"/>
                </a:cubicBezTo>
                <a:cubicBezTo>
                  <a:pt x="50" y="0"/>
                  <a:pt x="47" y="3"/>
                  <a:pt x="47" y="6"/>
                </a:cubicBezTo>
                <a:cubicBezTo>
                  <a:pt x="44" y="17"/>
                  <a:pt x="44" y="17"/>
                  <a:pt x="44" y="17"/>
                </a:cubicBezTo>
                <a:cubicBezTo>
                  <a:pt x="43" y="18"/>
                  <a:pt x="41" y="18"/>
                  <a:pt x="40" y="19"/>
                </a:cubicBezTo>
                <a:cubicBezTo>
                  <a:pt x="30" y="13"/>
                  <a:pt x="30" y="13"/>
                  <a:pt x="30" y="13"/>
                </a:cubicBezTo>
                <a:cubicBezTo>
                  <a:pt x="29" y="12"/>
                  <a:pt x="28" y="12"/>
                  <a:pt x="26" y="12"/>
                </a:cubicBezTo>
                <a:cubicBezTo>
                  <a:pt x="24" y="12"/>
                  <a:pt x="22" y="12"/>
                  <a:pt x="21" y="14"/>
                </a:cubicBezTo>
                <a:cubicBezTo>
                  <a:pt x="14" y="21"/>
                  <a:pt x="14" y="21"/>
                  <a:pt x="14" y="21"/>
                </a:cubicBezTo>
                <a:cubicBezTo>
                  <a:pt x="11" y="23"/>
                  <a:pt x="11" y="27"/>
                  <a:pt x="13" y="3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41"/>
                  <a:pt x="18" y="43"/>
                  <a:pt x="17" y="44"/>
                </a:cubicBezTo>
                <a:cubicBezTo>
                  <a:pt x="6" y="47"/>
                  <a:pt x="6" y="47"/>
                  <a:pt x="6" y="47"/>
                </a:cubicBezTo>
                <a:cubicBezTo>
                  <a:pt x="3" y="47"/>
                  <a:pt x="0" y="50"/>
                  <a:pt x="0" y="54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67"/>
                  <a:pt x="3" y="70"/>
                  <a:pt x="6" y="71"/>
                </a:cubicBezTo>
                <a:cubicBezTo>
                  <a:pt x="17" y="73"/>
                  <a:pt x="17" y="73"/>
                  <a:pt x="17" y="73"/>
                </a:cubicBezTo>
                <a:cubicBezTo>
                  <a:pt x="18" y="75"/>
                  <a:pt x="19" y="77"/>
                  <a:pt x="19" y="78"/>
                </a:cubicBezTo>
                <a:cubicBezTo>
                  <a:pt x="13" y="88"/>
                  <a:pt x="13" y="88"/>
                  <a:pt x="13" y="88"/>
                </a:cubicBezTo>
                <a:cubicBezTo>
                  <a:pt x="11" y="91"/>
                  <a:pt x="11" y="95"/>
                  <a:pt x="14" y="97"/>
                </a:cubicBezTo>
                <a:cubicBezTo>
                  <a:pt x="21" y="104"/>
                  <a:pt x="21" y="104"/>
                  <a:pt x="21" y="104"/>
                </a:cubicBezTo>
                <a:cubicBezTo>
                  <a:pt x="22" y="105"/>
                  <a:pt x="24" y="106"/>
                  <a:pt x="26" y="106"/>
                </a:cubicBezTo>
                <a:cubicBezTo>
                  <a:pt x="28" y="106"/>
                  <a:pt x="29" y="106"/>
                  <a:pt x="30" y="105"/>
                </a:cubicBezTo>
                <a:cubicBezTo>
                  <a:pt x="40" y="99"/>
                  <a:pt x="40" y="99"/>
                  <a:pt x="40" y="99"/>
                </a:cubicBezTo>
                <a:cubicBezTo>
                  <a:pt x="41" y="99"/>
                  <a:pt x="43" y="100"/>
                  <a:pt x="44" y="101"/>
                </a:cubicBezTo>
                <a:cubicBezTo>
                  <a:pt x="47" y="112"/>
                  <a:pt x="47" y="112"/>
                  <a:pt x="47" y="112"/>
                </a:cubicBezTo>
                <a:cubicBezTo>
                  <a:pt x="47" y="115"/>
                  <a:pt x="50" y="118"/>
                  <a:pt x="54" y="118"/>
                </a:cubicBezTo>
                <a:cubicBezTo>
                  <a:pt x="64" y="118"/>
                  <a:pt x="64" y="118"/>
                  <a:pt x="64" y="118"/>
                </a:cubicBezTo>
                <a:cubicBezTo>
                  <a:pt x="67" y="118"/>
                  <a:pt x="70" y="115"/>
                  <a:pt x="71" y="112"/>
                </a:cubicBezTo>
                <a:cubicBezTo>
                  <a:pt x="73" y="101"/>
                  <a:pt x="73" y="101"/>
                  <a:pt x="73" y="101"/>
                </a:cubicBezTo>
                <a:cubicBezTo>
                  <a:pt x="75" y="100"/>
                  <a:pt x="77" y="99"/>
                  <a:pt x="78" y="99"/>
                </a:cubicBezTo>
                <a:cubicBezTo>
                  <a:pt x="88" y="105"/>
                  <a:pt x="88" y="105"/>
                  <a:pt x="88" y="105"/>
                </a:cubicBezTo>
                <a:cubicBezTo>
                  <a:pt x="89" y="106"/>
                  <a:pt x="90" y="106"/>
                  <a:pt x="92" y="106"/>
                </a:cubicBezTo>
                <a:cubicBezTo>
                  <a:pt x="94" y="106"/>
                  <a:pt x="96" y="105"/>
                  <a:pt x="97" y="104"/>
                </a:cubicBezTo>
                <a:cubicBezTo>
                  <a:pt x="104" y="97"/>
                  <a:pt x="104" y="97"/>
                  <a:pt x="104" y="97"/>
                </a:cubicBezTo>
                <a:cubicBezTo>
                  <a:pt x="107" y="95"/>
                  <a:pt x="107" y="91"/>
                  <a:pt x="105" y="88"/>
                </a:cubicBezTo>
                <a:cubicBezTo>
                  <a:pt x="99" y="78"/>
                  <a:pt x="99" y="78"/>
                  <a:pt x="99" y="78"/>
                </a:cubicBezTo>
                <a:cubicBezTo>
                  <a:pt x="99" y="77"/>
                  <a:pt x="100" y="75"/>
                  <a:pt x="101" y="73"/>
                </a:cubicBezTo>
                <a:cubicBezTo>
                  <a:pt x="112" y="71"/>
                  <a:pt x="112" y="71"/>
                  <a:pt x="112" y="71"/>
                </a:cubicBezTo>
                <a:cubicBezTo>
                  <a:pt x="115" y="70"/>
                  <a:pt x="118" y="67"/>
                  <a:pt x="118" y="64"/>
                </a:cubicBezTo>
                <a:cubicBezTo>
                  <a:pt x="118" y="54"/>
                  <a:pt x="118" y="54"/>
                  <a:pt x="118" y="54"/>
                </a:cubicBezTo>
                <a:cubicBezTo>
                  <a:pt x="118" y="50"/>
                  <a:pt x="115" y="47"/>
                  <a:pt x="112" y="47"/>
                </a:cubicBezTo>
                <a:cubicBezTo>
                  <a:pt x="101" y="44"/>
                  <a:pt x="101" y="44"/>
                  <a:pt x="101" y="44"/>
                </a:cubicBezTo>
                <a:cubicBezTo>
                  <a:pt x="100" y="43"/>
                  <a:pt x="99" y="41"/>
                  <a:pt x="99" y="40"/>
                </a:cubicBezTo>
                <a:cubicBezTo>
                  <a:pt x="105" y="30"/>
                  <a:pt x="105" y="30"/>
                  <a:pt x="105" y="30"/>
                </a:cubicBezTo>
                <a:cubicBezTo>
                  <a:pt x="107" y="27"/>
                  <a:pt x="107" y="23"/>
                  <a:pt x="104" y="21"/>
                </a:cubicBezTo>
                <a:cubicBezTo>
                  <a:pt x="97" y="14"/>
                  <a:pt x="97" y="14"/>
                  <a:pt x="97" y="14"/>
                </a:cubicBezTo>
                <a:cubicBezTo>
                  <a:pt x="96" y="12"/>
                  <a:pt x="94" y="12"/>
                  <a:pt x="92" y="12"/>
                </a:cubicBezTo>
                <a:cubicBezTo>
                  <a:pt x="90" y="12"/>
                  <a:pt x="89" y="12"/>
                  <a:pt x="88" y="13"/>
                </a:cubicBezTo>
                <a:cubicBezTo>
                  <a:pt x="78" y="19"/>
                  <a:pt x="78" y="19"/>
                  <a:pt x="78" y="19"/>
                </a:cubicBezTo>
                <a:cubicBezTo>
                  <a:pt x="77" y="18"/>
                  <a:pt x="75" y="18"/>
                  <a:pt x="73" y="17"/>
                </a:cubicBezTo>
                <a:cubicBezTo>
                  <a:pt x="71" y="6"/>
                  <a:pt x="71" y="6"/>
                  <a:pt x="71" y="6"/>
                </a:cubicBezTo>
                <a:cubicBezTo>
                  <a:pt x="70" y="3"/>
                  <a:pt x="67" y="0"/>
                  <a:pt x="64" y="0"/>
                </a:cubicBezTo>
              </a:path>
            </a:pathLst>
          </a:custGeom>
          <a:solidFill>
            <a:srgbClr val="18478F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5" name="Freeform 21">
            <a:extLst>
              <a:ext uri="{FF2B5EF4-FFF2-40B4-BE49-F238E27FC236}">
                <a16:creationId xmlns:a16="http://schemas.microsoft.com/office/drawing/2014/main" id="{6D5EE65B-A30E-4660-B111-1A197281999D}"/>
              </a:ext>
            </a:extLst>
          </p:cNvPr>
          <p:cNvSpPr>
            <a:spLocks noGrp="1"/>
          </p:cNvSpPr>
          <p:nvPr/>
        </p:nvSpPr>
        <p:spPr>
          <a:xfrm>
            <a:off x="6709514" y="2127137"/>
            <a:ext cx="546310" cy="457778"/>
          </a:xfrm>
          <a:custGeom>
            <a:avLst/>
            <a:gdLst/>
            <a:ahLst/>
            <a:cxnLst/>
            <a:rect l="0" t="0" r="r" b="b"/>
            <a:pathLst>
              <a:path w="107" h="89">
                <a:moveTo>
                  <a:pt x="34" y="82"/>
                </a:moveTo>
                <a:cubicBezTo>
                  <a:pt x="34" y="74"/>
                  <a:pt x="34" y="74"/>
                  <a:pt x="34" y="74"/>
                </a:cubicBezTo>
                <a:cubicBezTo>
                  <a:pt x="40" y="75"/>
                  <a:pt x="40" y="75"/>
                  <a:pt x="40" y="75"/>
                </a:cubicBezTo>
                <a:cubicBezTo>
                  <a:pt x="34" y="82"/>
                  <a:pt x="34" y="82"/>
                  <a:pt x="34" y="82"/>
                </a:cubicBezTo>
                <a:moveTo>
                  <a:pt x="32" y="68"/>
                </a:moveTo>
                <a:cubicBezTo>
                  <a:pt x="6" y="41"/>
                  <a:pt x="6" y="41"/>
                  <a:pt x="6" y="41"/>
                </a:cubicBezTo>
                <a:cubicBezTo>
                  <a:pt x="97" y="7"/>
                  <a:pt x="97" y="7"/>
                  <a:pt x="97" y="7"/>
                </a:cubicBezTo>
                <a:cubicBezTo>
                  <a:pt x="32" y="68"/>
                  <a:pt x="32" y="68"/>
                  <a:pt x="32" y="68"/>
                </a:cubicBezTo>
                <a:moveTo>
                  <a:pt x="105" y="0"/>
                </a:moveTo>
                <a:cubicBezTo>
                  <a:pt x="105" y="0"/>
                  <a:pt x="105" y="0"/>
                  <a:pt x="105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1" y="38"/>
                  <a:pt x="1" y="38"/>
                  <a:pt x="1" y="38"/>
                </a:cubicBezTo>
                <a:cubicBezTo>
                  <a:pt x="1" y="38"/>
                  <a:pt x="0" y="39"/>
                  <a:pt x="0" y="39"/>
                </a:cubicBezTo>
                <a:cubicBezTo>
                  <a:pt x="0" y="40"/>
                  <a:pt x="0" y="41"/>
                  <a:pt x="1" y="41"/>
                </a:cubicBezTo>
                <a:cubicBezTo>
                  <a:pt x="30" y="72"/>
                  <a:pt x="30" y="72"/>
                  <a:pt x="30" y="72"/>
                </a:cubicBezTo>
                <a:cubicBezTo>
                  <a:pt x="30" y="87"/>
                  <a:pt x="30" y="87"/>
                  <a:pt x="30" y="87"/>
                </a:cubicBezTo>
                <a:cubicBezTo>
                  <a:pt x="30" y="88"/>
                  <a:pt x="30" y="89"/>
                  <a:pt x="31" y="89"/>
                </a:cubicBezTo>
                <a:cubicBezTo>
                  <a:pt x="32" y="89"/>
                  <a:pt x="32" y="89"/>
                  <a:pt x="32" y="89"/>
                </a:cubicBezTo>
                <a:cubicBezTo>
                  <a:pt x="32" y="89"/>
                  <a:pt x="33" y="89"/>
                  <a:pt x="33" y="89"/>
                </a:cubicBezTo>
                <a:cubicBezTo>
                  <a:pt x="44" y="76"/>
                  <a:pt x="44" y="76"/>
                  <a:pt x="44" y="76"/>
                </a:cubicBezTo>
                <a:cubicBezTo>
                  <a:pt x="87" y="86"/>
                  <a:pt x="87" y="86"/>
                  <a:pt x="87" y="86"/>
                </a:cubicBezTo>
                <a:cubicBezTo>
                  <a:pt x="87" y="86"/>
                  <a:pt x="87" y="86"/>
                  <a:pt x="87" y="86"/>
                </a:cubicBezTo>
                <a:cubicBezTo>
                  <a:pt x="88" y="86"/>
                  <a:pt x="88" y="86"/>
                  <a:pt x="88" y="86"/>
                </a:cubicBezTo>
                <a:cubicBezTo>
                  <a:pt x="89" y="85"/>
                  <a:pt x="89" y="85"/>
                  <a:pt x="89" y="84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1"/>
                  <a:pt x="107" y="1"/>
                  <a:pt x="107" y="1"/>
                </a:cubicBezTo>
                <a:cubicBezTo>
                  <a:pt x="107" y="1"/>
                  <a:pt x="107" y="1"/>
                  <a:pt x="107" y="1"/>
                </a:cubicBezTo>
                <a:cubicBezTo>
                  <a:pt x="107" y="1"/>
                  <a:pt x="107" y="1"/>
                  <a:pt x="107" y="1"/>
                </a:cubicBezTo>
                <a:cubicBezTo>
                  <a:pt x="107" y="1"/>
                  <a:pt x="107" y="1"/>
                  <a:pt x="107" y="1"/>
                </a:cubicBezTo>
                <a:cubicBezTo>
                  <a:pt x="107" y="1"/>
                  <a:pt x="107" y="1"/>
                  <a:pt x="107" y="1"/>
                </a:cubicBezTo>
                <a:cubicBezTo>
                  <a:pt x="107" y="0"/>
                  <a:pt x="107" y="0"/>
                  <a:pt x="107" y="0"/>
                </a:cubicBezTo>
                <a:cubicBezTo>
                  <a:pt x="107" y="0"/>
                  <a:pt x="107" y="0"/>
                  <a:pt x="107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105" y="0"/>
                  <a:pt x="105" y="0"/>
                  <a:pt x="105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6" name="Freeform 22">
            <a:extLst>
              <a:ext uri="{FF2B5EF4-FFF2-40B4-BE49-F238E27FC236}">
                <a16:creationId xmlns:a16="http://schemas.microsoft.com/office/drawing/2014/main" id="{A598E16A-F70D-4B6E-983A-2DA145177867}"/>
              </a:ext>
            </a:extLst>
          </p:cNvPr>
          <p:cNvSpPr>
            <a:spLocks noGrp="1"/>
          </p:cNvSpPr>
          <p:nvPr/>
        </p:nvSpPr>
        <p:spPr>
          <a:xfrm>
            <a:off x="4474392" y="3028077"/>
            <a:ext cx="619727" cy="431866"/>
          </a:xfrm>
          <a:custGeom>
            <a:avLst/>
            <a:gdLst/>
            <a:ahLst/>
            <a:cxnLst/>
            <a:rect l="0" t="0" r="r" b="b"/>
            <a:pathLst>
              <a:path w="121" h="84">
                <a:moveTo>
                  <a:pt x="61" y="73"/>
                </a:moveTo>
                <a:cubicBezTo>
                  <a:pt x="44" y="73"/>
                  <a:pt x="30" y="59"/>
                  <a:pt x="30" y="42"/>
                </a:cubicBezTo>
                <a:cubicBezTo>
                  <a:pt x="30" y="26"/>
                  <a:pt x="44" y="12"/>
                  <a:pt x="61" y="12"/>
                </a:cubicBezTo>
                <a:cubicBezTo>
                  <a:pt x="61" y="12"/>
                  <a:pt x="61" y="12"/>
                  <a:pt x="61" y="12"/>
                </a:cubicBezTo>
                <a:cubicBezTo>
                  <a:pt x="77" y="12"/>
                  <a:pt x="91" y="26"/>
                  <a:pt x="91" y="42"/>
                </a:cubicBezTo>
                <a:cubicBezTo>
                  <a:pt x="91" y="59"/>
                  <a:pt x="77" y="73"/>
                  <a:pt x="61" y="73"/>
                </a:cubicBezTo>
                <a:moveTo>
                  <a:pt x="61" y="0"/>
                </a:moveTo>
                <a:cubicBezTo>
                  <a:pt x="28" y="0"/>
                  <a:pt x="3" y="38"/>
                  <a:pt x="2" y="39"/>
                </a:cubicBezTo>
                <a:cubicBezTo>
                  <a:pt x="0" y="42"/>
                  <a:pt x="0" y="42"/>
                  <a:pt x="0" y="42"/>
                </a:cubicBezTo>
                <a:cubicBezTo>
                  <a:pt x="2" y="45"/>
                  <a:pt x="2" y="45"/>
                  <a:pt x="2" y="45"/>
                </a:cubicBezTo>
                <a:cubicBezTo>
                  <a:pt x="3" y="47"/>
                  <a:pt x="28" y="84"/>
                  <a:pt x="61" y="84"/>
                </a:cubicBezTo>
                <a:cubicBezTo>
                  <a:pt x="93" y="84"/>
                  <a:pt x="119" y="47"/>
                  <a:pt x="120" y="45"/>
                </a:cubicBezTo>
                <a:cubicBezTo>
                  <a:pt x="121" y="42"/>
                  <a:pt x="121" y="42"/>
                  <a:pt x="121" y="42"/>
                </a:cubicBezTo>
                <a:cubicBezTo>
                  <a:pt x="120" y="39"/>
                  <a:pt x="120" y="39"/>
                  <a:pt x="120" y="39"/>
                </a:cubicBezTo>
                <a:cubicBezTo>
                  <a:pt x="119" y="38"/>
                  <a:pt x="93" y="0"/>
                  <a:pt x="61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7" name="Freeform 23">
            <a:extLst>
              <a:ext uri="{FF2B5EF4-FFF2-40B4-BE49-F238E27FC236}">
                <a16:creationId xmlns:a16="http://schemas.microsoft.com/office/drawing/2014/main" id="{8081151C-481C-441E-A281-26A891ACE3C1}"/>
              </a:ext>
            </a:extLst>
          </p:cNvPr>
          <p:cNvSpPr>
            <a:spLocks noGrp="1"/>
          </p:cNvSpPr>
          <p:nvPr/>
        </p:nvSpPr>
        <p:spPr>
          <a:xfrm>
            <a:off x="4694644" y="3146840"/>
            <a:ext cx="190021" cy="190021"/>
          </a:xfrm>
          <a:custGeom>
            <a:avLst/>
            <a:gdLst/>
            <a:ahLst/>
            <a:cxnLst/>
            <a:rect l="0" t="0" r="r" b="b"/>
            <a:pathLst>
              <a:path w="37" h="37">
                <a:moveTo>
                  <a:pt x="18" y="0"/>
                </a:moveTo>
                <a:cubicBezTo>
                  <a:pt x="18" y="0"/>
                  <a:pt x="17" y="0"/>
                  <a:pt x="17" y="1"/>
                </a:cubicBezTo>
                <a:cubicBezTo>
                  <a:pt x="19" y="20"/>
                  <a:pt x="19" y="20"/>
                  <a:pt x="19" y="20"/>
                </a:cubicBezTo>
                <a:cubicBezTo>
                  <a:pt x="1" y="14"/>
                  <a:pt x="1" y="14"/>
                  <a:pt x="1" y="14"/>
                </a:cubicBezTo>
                <a:cubicBezTo>
                  <a:pt x="1" y="15"/>
                  <a:pt x="0" y="17"/>
                  <a:pt x="0" y="19"/>
                </a:cubicBezTo>
                <a:cubicBezTo>
                  <a:pt x="0" y="29"/>
                  <a:pt x="8" y="37"/>
                  <a:pt x="18" y="37"/>
                </a:cubicBezTo>
                <a:cubicBezTo>
                  <a:pt x="28" y="37"/>
                  <a:pt x="37" y="29"/>
                  <a:pt x="37" y="19"/>
                </a:cubicBezTo>
                <a:cubicBezTo>
                  <a:pt x="37" y="9"/>
                  <a:pt x="28" y="0"/>
                  <a:pt x="18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A76F6DA-97E8-4D21-B856-3E257ACB70AF}"/>
              </a:ext>
            </a:extLst>
          </p:cNvPr>
          <p:cNvSpPr>
            <a:spLocks noGrp="1"/>
          </p:cNvSpPr>
          <p:nvPr/>
        </p:nvSpPr>
        <p:spPr>
          <a:xfrm>
            <a:off x="2086452" y="3849140"/>
            <a:ext cx="7587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C09EDE2-4E4C-4965-B555-9C26760A46A4}"/>
              </a:ext>
            </a:extLst>
          </p:cNvPr>
          <p:cNvSpPr>
            <a:spLocks noGrp="1"/>
          </p:cNvSpPr>
          <p:nvPr/>
        </p:nvSpPr>
        <p:spPr>
          <a:xfrm>
            <a:off x="4474392" y="3854903"/>
            <a:ext cx="7587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6F5B1A2-6EB6-4EAA-86F7-31B042E25368}"/>
              </a:ext>
            </a:extLst>
          </p:cNvPr>
          <p:cNvSpPr>
            <a:spLocks noGrp="1"/>
          </p:cNvSpPr>
          <p:nvPr/>
        </p:nvSpPr>
        <p:spPr>
          <a:xfrm>
            <a:off x="6627179" y="2970887"/>
            <a:ext cx="7587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52790D5-094C-4541-BB32-1CC77A5A0265}"/>
              </a:ext>
            </a:extLst>
          </p:cNvPr>
          <p:cNvSpPr>
            <a:spLocks noGrp="1"/>
          </p:cNvSpPr>
          <p:nvPr/>
        </p:nvSpPr>
        <p:spPr>
          <a:xfrm>
            <a:off x="8493776" y="2970887"/>
            <a:ext cx="75877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2" name="Rectangle 89">
            <a:extLst>
              <a:ext uri="{FF2B5EF4-FFF2-40B4-BE49-F238E27FC236}">
                <a16:creationId xmlns:a16="http://schemas.microsoft.com/office/drawing/2014/main" id="{E868251A-6F07-4A3D-ADA4-72CCBB58B3CE}"/>
              </a:ext>
            </a:extLst>
          </p:cNvPr>
          <p:cNvSpPr>
            <a:spLocks noGrp="1"/>
          </p:cNvSpPr>
          <p:nvPr/>
        </p:nvSpPr>
        <p:spPr>
          <a:xfrm>
            <a:off x="1390538" y="4978262"/>
            <a:ext cx="205678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43" name="Rectangle 89">
            <a:extLst>
              <a:ext uri="{FF2B5EF4-FFF2-40B4-BE49-F238E27FC236}">
                <a16:creationId xmlns:a16="http://schemas.microsoft.com/office/drawing/2014/main" id="{6D0C0F8C-3D43-4FA2-9781-082B4F8A1BC8}"/>
              </a:ext>
            </a:extLst>
          </p:cNvPr>
          <p:cNvSpPr>
            <a:spLocks noGrp="1"/>
          </p:cNvSpPr>
          <p:nvPr/>
        </p:nvSpPr>
        <p:spPr>
          <a:xfrm>
            <a:off x="4027924" y="4978262"/>
            <a:ext cx="2056781" cy="1492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44" name="Rectangle 89">
            <a:extLst>
              <a:ext uri="{FF2B5EF4-FFF2-40B4-BE49-F238E27FC236}">
                <a16:creationId xmlns:a16="http://schemas.microsoft.com/office/drawing/2014/main" id="{4378366C-D129-48C8-8224-5FDFDB76F8DD}"/>
              </a:ext>
            </a:extLst>
          </p:cNvPr>
          <p:cNvSpPr>
            <a:spLocks noGrp="1"/>
          </p:cNvSpPr>
          <p:nvPr/>
        </p:nvSpPr>
        <p:spPr>
          <a:xfrm>
            <a:off x="6464562" y="4978262"/>
            <a:ext cx="205678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45" name="Rectangle 89">
            <a:extLst>
              <a:ext uri="{FF2B5EF4-FFF2-40B4-BE49-F238E27FC236}">
                <a16:creationId xmlns:a16="http://schemas.microsoft.com/office/drawing/2014/main" id="{C54C721D-5E04-494B-B9A8-16B9F3DA9F24}"/>
              </a:ext>
            </a:extLst>
          </p:cNvPr>
          <p:cNvSpPr>
            <a:spLocks noGrp="1"/>
          </p:cNvSpPr>
          <p:nvPr/>
        </p:nvSpPr>
        <p:spPr>
          <a:xfrm>
            <a:off x="9101948" y="4978262"/>
            <a:ext cx="205678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7BBEB9E-EC52-49AA-ACC1-EE46F988BE84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3770331-186B-4D85-9768-34570421E3E8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62">
            <a:extLst>
              <a:ext uri="{FF2B5EF4-FFF2-40B4-BE49-F238E27FC236}">
                <a16:creationId xmlns:a16="http://schemas.microsoft.com/office/drawing/2014/main" id="{B712EE33-A79E-41BD-8D40-A6E7D85559D5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B88F97B-E44C-4150-89B5-99C3DF455E9B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D8513F1F-13FF-43CD-9152-5F457561A8D6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34D1C0A-657F-4797-893F-97E1B833ECD7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3" name="kicker-marker">
            <a:extLst>
              <a:ext uri="{FF2B5EF4-FFF2-40B4-BE49-F238E27FC236}">
                <a16:creationId xmlns:a16="http://schemas.microsoft.com/office/drawing/2014/main" id="{73F324AC-2B28-4F0F-A080-0F4C7D257DDB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kicker-label">
            <a:extLst>
              <a:ext uri="{FF2B5EF4-FFF2-40B4-BE49-F238E27FC236}">
                <a16:creationId xmlns:a16="http://schemas.microsoft.com/office/drawing/2014/main" id="{6E81E310-23B0-4230-ADAB-2227E82EA764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14 · 需求定义</a:t>
            </a:r>
          </a:p>
        </p:txBody>
      </p:sp>
      <p:sp>
        <p:nvSpPr>
          <p:cNvPr id="55" name="page-marker">
            <a:extLst>
              <a:ext uri="{FF2B5EF4-FFF2-40B4-BE49-F238E27FC236}">
                <a16:creationId xmlns:a16="http://schemas.microsoft.com/office/drawing/2014/main" id="{446D4DB0-3DC0-4FFF-9543-86C10712EECE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 / 31</a:t>
            </a:r>
          </a:p>
        </p:txBody>
      </p:sp>
      <p:sp>
        <p:nvSpPr>
          <p:cNvPr id="56" name="content-panel">
            <a:extLst>
              <a:ext uri="{FF2B5EF4-FFF2-40B4-BE49-F238E27FC236}">
                <a16:creationId xmlns:a16="http://schemas.microsoft.com/office/drawing/2014/main" id="{0CDA5FDD-D1B4-42A9-BFBA-3B09AF1C0B57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claim-title">
            <a:extLst>
              <a:ext uri="{FF2B5EF4-FFF2-40B4-BE49-F238E27FC236}">
                <a16:creationId xmlns:a16="http://schemas.microsoft.com/office/drawing/2014/main" id="{69C33D49-05A8-4D39-84FC-3DE7E6E124A7}"/>
              </a:ext>
            </a:extLst>
          </p:cNvPr>
          <p:cNvSpPr>
            <a:spLocks noGrp="1"/>
          </p:cNvSpPr>
          <p:nvPr/>
        </p:nvSpPr>
        <p:spPr>
          <a:xfrm>
            <a:off x="862648" y="2047875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需求明确性</a:t>
            </a:r>
          </a:p>
        </p:txBody>
      </p:sp>
      <p:sp>
        <p:nvSpPr>
          <p:cNvPr id="58" name="support-claim">
            <a:extLst>
              <a:ext uri="{FF2B5EF4-FFF2-40B4-BE49-F238E27FC236}">
                <a16:creationId xmlns:a16="http://schemas.microsoft.com/office/drawing/2014/main" id="{69101E2B-58F8-4057-AAA4-52731EB84416}"/>
              </a:ext>
            </a:extLst>
          </p:cNvPr>
          <p:cNvSpPr>
            <a:spLocks noGrp="1"/>
          </p:cNvSpPr>
          <p:nvPr/>
        </p:nvSpPr>
        <p:spPr>
          <a:xfrm>
            <a:off x="862648" y="2695575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需求定义说明书用于支撑需求移交、理解和实现前的一致性。</a:t>
            </a:r>
          </a:p>
        </p:txBody>
      </p:sp>
      <p:sp>
        <p:nvSpPr>
          <p:cNvPr id="59" name="question-label">
            <a:extLst>
              <a:ext uri="{FF2B5EF4-FFF2-40B4-BE49-F238E27FC236}">
                <a16:creationId xmlns:a16="http://schemas.microsoft.com/office/drawing/2014/main" id="{F35C212C-E780-4D7E-AF81-D46D60D009AF}"/>
              </a:ext>
            </a:extLst>
          </p:cNvPr>
          <p:cNvSpPr>
            <a:spLocks noGrp="1"/>
          </p:cNvSpPr>
          <p:nvPr/>
        </p:nvSpPr>
        <p:spPr>
          <a:xfrm>
            <a:off x="862648" y="3609975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60" name="question-text">
            <a:extLst>
              <a:ext uri="{FF2B5EF4-FFF2-40B4-BE49-F238E27FC236}">
                <a16:creationId xmlns:a16="http://schemas.microsoft.com/office/drawing/2014/main" id="{DD9976BB-5DF5-4372-8CAA-E1888A671237}"/>
              </a:ext>
            </a:extLst>
          </p:cNvPr>
          <p:cNvSpPr>
            <a:spLocks noGrp="1"/>
          </p:cNvSpPr>
          <p:nvPr/>
        </p:nvSpPr>
        <p:spPr>
          <a:xfrm>
            <a:off x="862648" y="3990975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是否清晰地定义了需求，可以移交给另一个小组设计、实现而依然理解正确</a:t>
            </a:r>
            <a:r>
              <a:rPr sz="11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63" name="proof-frame">
            <a:extLst>
              <a:ext uri="{FF2B5EF4-FFF2-40B4-BE49-F238E27FC236}">
                <a16:creationId xmlns:a16="http://schemas.microsoft.com/office/drawing/2014/main" id="{38C9AEE7-24C2-4C8D-8670-884050E28AAB}"/>
              </a:ext>
            </a:extLst>
          </p:cNvPr>
          <p:cNvSpPr>
            <a:spLocks noGrp="1"/>
          </p:cNvSpPr>
          <p:nvPr/>
        </p:nvSpPr>
        <p:spPr>
          <a:xfrm>
            <a:off x="664845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6DFF1F-6FED-23AD-E059-BD1A597D6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001" y="1298398"/>
            <a:ext cx="3183632" cy="416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73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>
            <a:extLst>
              <a:ext uri="{FF2B5EF4-FFF2-40B4-BE49-F238E27FC236}">
                <a16:creationId xmlns:a16="http://schemas.microsoft.com/office/drawing/2014/main" id="{B005F65C-7B4D-4D94-B596-27D50D9D5EC6}"/>
              </a:ext>
            </a:extLst>
          </p:cNvPr>
          <p:cNvSpPr>
            <a:spLocks noGrp="1"/>
          </p:cNvSpPr>
          <p:nvPr/>
        </p:nvSpPr>
        <p:spPr>
          <a:xfrm>
            <a:off x="3831215" y="1807689"/>
            <a:ext cx="4778375" cy="4175125"/>
          </a:xfrm>
          <a:custGeom>
            <a:avLst/>
            <a:gdLst/>
            <a:ahLst/>
            <a:cxnLst/>
            <a:rect l="0" t="0" r="r" b="b"/>
            <a:pathLst>
              <a:path w="1271" h="1110">
                <a:moveTo>
                  <a:pt x="1199" y="584"/>
                </a:moveTo>
                <a:cubicBezTo>
                  <a:pt x="1248" y="533"/>
                  <a:pt x="1262" y="445"/>
                  <a:pt x="1228" y="364"/>
                </a:cubicBezTo>
                <a:cubicBezTo>
                  <a:pt x="1197" y="291"/>
                  <a:pt x="1134" y="242"/>
                  <a:pt x="1070" y="234"/>
                </a:cubicBezTo>
                <a:cubicBezTo>
                  <a:pt x="1083" y="143"/>
                  <a:pt x="984" y="49"/>
                  <a:pt x="845" y="20"/>
                </a:cubicBezTo>
                <a:cubicBezTo>
                  <a:pt x="749" y="0"/>
                  <a:pt x="657" y="17"/>
                  <a:pt x="602" y="58"/>
                </a:cubicBezTo>
                <a:cubicBezTo>
                  <a:pt x="563" y="37"/>
                  <a:pt x="515" y="31"/>
                  <a:pt x="468" y="46"/>
                </a:cubicBezTo>
                <a:cubicBezTo>
                  <a:pt x="431" y="58"/>
                  <a:pt x="401" y="81"/>
                  <a:pt x="381" y="111"/>
                </a:cubicBezTo>
                <a:cubicBezTo>
                  <a:pt x="323" y="99"/>
                  <a:pt x="254" y="115"/>
                  <a:pt x="197" y="161"/>
                </a:cubicBezTo>
                <a:cubicBezTo>
                  <a:pt x="144" y="203"/>
                  <a:pt x="113" y="261"/>
                  <a:pt x="107" y="317"/>
                </a:cubicBezTo>
                <a:cubicBezTo>
                  <a:pt x="54" y="331"/>
                  <a:pt x="12" y="375"/>
                  <a:pt x="4" y="432"/>
                </a:cubicBezTo>
                <a:cubicBezTo>
                  <a:pt x="0" y="470"/>
                  <a:pt x="11" y="506"/>
                  <a:pt x="33" y="534"/>
                </a:cubicBezTo>
                <a:cubicBezTo>
                  <a:pt x="19" y="577"/>
                  <a:pt x="19" y="625"/>
                  <a:pt x="38" y="669"/>
                </a:cubicBezTo>
                <a:cubicBezTo>
                  <a:pt x="82" y="772"/>
                  <a:pt x="208" y="818"/>
                  <a:pt x="319" y="771"/>
                </a:cubicBezTo>
                <a:cubicBezTo>
                  <a:pt x="327" y="767"/>
                  <a:pt x="336" y="763"/>
                  <a:pt x="344" y="758"/>
                </a:cubicBezTo>
                <a:cubicBezTo>
                  <a:pt x="345" y="763"/>
                  <a:pt x="347" y="768"/>
                  <a:pt x="349" y="772"/>
                </a:cubicBezTo>
                <a:cubicBezTo>
                  <a:pt x="393" y="876"/>
                  <a:pt x="519" y="921"/>
                  <a:pt x="629" y="874"/>
                </a:cubicBezTo>
                <a:cubicBezTo>
                  <a:pt x="633" y="872"/>
                  <a:pt x="637" y="870"/>
                  <a:pt x="641" y="869"/>
                </a:cubicBezTo>
                <a:cubicBezTo>
                  <a:pt x="671" y="902"/>
                  <a:pt x="721" y="915"/>
                  <a:pt x="768" y="901"/>
                </a:cubicBezTo>
                <a:cubicBezTo>
                  <a:pt x="773" y="919"/>
                  <a:pt x="781" y="937"/>
                  <a:pt x="790" y="955"/>
                </a:cubicBezTo>
                <a:cubicBezTo>
                  <a:pt x="837" y="1044"/>
                  <a:pt x="918" y="1100"/>
                  <a:pt x="1000" y="1110"/>
                </a:cubicBezTo>
                <a:cubicBezTo>
                  <a:pt x="1037" y="1077"/>
                  <a:pt x="1037" y="1077"/>
                  <a:pt x="1037" y="1077"/>
                </a:cubicBezTo>
                <a:cubicBezTo>
                  <a:pt x="1036" y="1076"/>
                  <a:pt x="1036" y="1076"/>
                  <a:pt x="1035" y="1075"/>
                </a:cubicBezTo>
                <a:cubicBezTo>
                  <a:pt x="961" y="1052"/>
                  <a:pt x="906" y="983"/>
                  <a:pt x="906" y="900"/>
                </a:cubicBezTo>
                <a:cubicBezTo>
                  <a:pt x="906" y="898"/>
                  <a:pt x="906" y="895"/>
                  <a:pt x="906" y="893"/>
                </a:cubicBezTo>
                <a:cubicBezTo>
                  <a:pt x="963" y="926"/>
                  <a:pt x="1037" y="933"/>
                  <a:pt x="1106" y="903"/>
                </a:cubicBezTo>
                <a:cubicBezTo>
                  <a:pt x="1217" y="856"/>
                  <a:pt x="1271" y="734"/>
                  <a:pt x="1227" y="631"/>
                </a:cubicBezTo>
                <a:cubicBezTo>
                  <a:pt x="1220" y="614"/>
                  <a:pt x="1210" y="598"/>
                  <a:pt x="1199" y="584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25DD8725-25DC-42D1-A829-0FE804A1E171}"/>
              </a:ext>
            </a:extLst>
          </p:cNvPr>
          <p:cNvSpPr>
            <a:spLocks noGrp="1"/>
          </p:cNvSpPr>
          <p:nvPr/>
        </p:nvSpPr>
        <p:spPr>
          <a:xfrm>
            <a:off x="4782128" y="3244377"/>
            <a:ext cx="3827463" cy="2738438"/>
          </a:xfrm>
          <a:custGeom>
            <a:avLst/>
            <a:gdLst/>
            <a:ahLst/>
            <a:cxnLst/>
            <a:rect l="0" t="0" r="r" b="b"/>
            <a:pathLst>
              <a:path w="1018" h="728">
                <a:moveTo>
                  <a:pt x="853" y="521"/>
                </a:moveTo>
                <a:cubicBezTo>
                  <a:pt x="964" y="474"/>
                  <a:pt x="1018" y="352"/>
                  <a:pt x="974" y="249"/>
                </a:cubicBezTo>
                <a:cubicBezTo>
                  <a:pt x="967" y="232"/>
                  <a:pt x="957" y="216"/>
                  <a:pt x="946" y="202"/>
                </a:cubicBezTo>
                <a:cubicBezTo>
                  <a:pt x="969" y="178"/>
                  <a:pt x="985" y="145"/>
                  <a:pt x="991" y="109"/>
                </a:cubicBezTo>
                <a:cubicBezTo>
                  <a:pt x="850" y="5"/>
                  <a:pt x="673" y="0"/>
                  <a:pt x="580" y="104"/>
                </a:cubicBezTo>
                <a:cubicBezTo>
                  <a:pt x="542" y="146"/>
                  <a:pt x="524" y="200"/>
                  <a:pt x="524" y="257"/>
                </a:cubicBezTo>
                <a:cubicBezTo>
                  <a:pt x="517" y="256"/>
                  <a:pt x="511" y="254"/>
                  <a:pt x="505" y="253"/>
                </a:cubicBezTo>
                <a:cubicBezTo>
                  <a:pt x="294" y="202"/>
                  <a:pt x="90" y="269"/>
                  <a:pt x="0" y="406"/>
                </a:cubicBezTo>
                <a:cubicBezTo>
                  <a:pt x="22" y="404"/>
                  <a:pt x="44" y="398"/>
                  <a:pt x="66" y="389"/>
                </a:cubicBezTo>
                <a:cubicBezTo>
                  <a:pt x="74" y="385"/>
                  <a:pt x="83" y="381"/>
                  <a:pt x="91" y="376"/>
                </a:cubicBezTo>
                <a:cubicBezTo>
                  <a:pt x="92" y="381"/>
                  <a:pt x="94" y="386"/>
                  <a:pt x="96" y="390"/>
                </a:cubicBezTo>
                <a:cubicBezTo>
                  <a:pt x="140" y="494"/>
                  <a:pt x="266" y="539"/>
                  <a:pt x="376" y="492"/>
                </a:cubicBezTo>
                <a:cubicBezTo>
                  <a:pt x="380" y="490"/>
                  <a:pt x="384" y="488"/>
                  <a:pt x="388" y="487"/>
                </a:cubicBezTo>
                <a:cubicBezTo>
                  <a:pt x="418" y="520"/>
                  <a:pt x="468" y="533"/>
                  <a:pt x="515" y="519"/>
                </a:cubicBezTo>
                <a:cubicBezTo>
                  <a:pt x="520" y="537"/>
                  <a:pt x="528" y="555"/>
                  <a:pt x="537" y="573"/>
                </a:cubicBezTo>
                <a:cubicBezTo>
                  <a:pt x="584" y="662"/>
                  <a:pt x="665" y="718"/>
                  <a:pt x="747" y="728"/>
                </a:cubicBezTo>
                <a:cubicBezTo>
                  <a:pt x="784" y="695"/>
                  <a:pt x="784" y="695"/>
                  <a:pt x="784" y="695"/>
                </a:cubicBezTo>
                <a:cubicBezTo>
                  <a:pt x="783" y="694"/>
                  <a:pt x="783" y="694"/>
                  <a:pt x="782" y="693"/>
                </a:cubicBezTo>
                <a:cubicBezTo>
                  <a:pt x="708" y="670"/>
                  <a:pt x="653" y="601"/>
                  <a:pt x="653" y="518"/>
                </a:cubicBezTo>
                <a:cubicBezTo>
                  <a:pt x="653" y="516"/>
                  <a:pt x="653" y="513"/>
                  <a:pt x="653" y="511"/>
                </a:cubicBezTo>
                <a:cubicBezTo>
                  <a:pt x="710" y="544"/>
                  <a:pt x="784" y="551"/>
                  <a:pt x="853" y="521"/>
                </a:cubicBezTo>
                <a:close/>
              </a:path>
            </a:pathLst>
          </a:custGeom>
          <a:solidFill>
            <a:srgbClr val="18478F"/>
          </a:solidFill>
          <a:ln w="19050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C3DEA7E1-9E57-48F5-9793-2D762BC88891}"/>
              </a:ext>
            </a:extLst>
          </p:cNvPr>
          <p:cNvSpPr>
            <a:spLocks noGrp="1"/>
          </p:cNvSpPr>
          <p:nvPr/>
        </p:nvSpPr>
        <p:spPr>
          <a:xfrm>
            <a:off x="5748915" y="1807689"/>
            <a:ext cx="2827338" cy="2936875"/>
          </a:xfrm>
          <a:custGeom>
            <a:avLst/>
            <a:gdLst/>
            <a:ahLst/>
            <a:cxnLst/>
            <a:rect l="0" t="0" r="r" b="b"/>
            <a:pathLst>
              <a:path w="752" h="781">
                <a:moveTo>
                  <a:pt x="717" y="631"/>
                </a:moveTo>
                <a:cubicBezTo>
                  <a:pt x="710" y="614"/>
                  <a:pt x="700" y="598"/>
                  <a:pt x="689" y="584"/>
                </a:cubicBezTo>
                <a:cubicBezTo>
                  <a:pt x="738" y="533"/>
                  <a:pt x="752" y="445"/>
                  <a:pt x="718" y="364"/>
                </a:cubicBezTo>
                <a:cubicBezTo>
                  <a:pt x="687" y="291"/>
                  <a:pt x="624" y="242"/>
                  <a:pt x="560" y="234"/>
                </a:cubicBezTo>
                <a:cubicBezTo>
                  <a:pt x="573" y="143"/>
                  <a:pt x="474" y="49"/>
                  <a:pt x="335" y="20"/>
                </a:cubicBezTo>
                <a:cubicBezTo>
                  <a:pt x="239" y="0"/>
                  <a:pt x="147" y="17"/>
                  <a:pt x="92" y="58"/>
                </a:cubicBezTo>
                <a:cubicBezTo>
                  <a:pt x="91" y="57"/>
                  <a:pt x="46" y="111"/>
                  <a:pt x="36" y="145"/>
                </a:cubicBezTo>
                <a:cubicBezTo>
                  <a:pt x="0" y="272"/>
                  <a:pt x="88" y="408"/>
                  <a:pt x="233" y="449"/>
                </a:cubicBezTo>
                <a:cubicBezTo>
                  <a:pt x="277" y="462"/>
                  <a:pt x="321" y="464"/>
                  <a:pt x="362" y="457"/>
                </a:cubicBezTo>
                <a:cubicBezTo>
                  <a:pt x="354" y="514"/>
                  <a:pt x="368" y="570"/>
                  <a:pt x="405" y="613"/>
                </a:cubicBezTo>
                <a:cubicBezTo>
                  <a:pt x="428" y="639"/>
                  <a:pt x="457" y="657"/>
                  <a:pt x="488" y="667"/>
                </a:cubicBezTo>
                <a:cubicBezTo>
                  <a:pt x="480" y="729"/>
                  <a:pt x="524" y="773"/>
                  <a:pt x="589" y="776"/>
                </a:cubicBezTo>
                <a:cubicBezTo>
                  <a:pt x="702" y="781"/>
                  <a:pt x="729" y="688"/>
                  <a:pt x="732" y="688"/>
                </a:cubicBezTo>
                <a:cubicBezTo>
                  <a:pt x="730" y="669"/>
                  <a:pt x="725" y="650"/>
                  <a:pt x="717" y="631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D2C682DA-FF5C-4E38-9EFC-9C7A25ECD643}"/>
              </a:ext>
            </a:extLst>
          </p:cNvPr>
          <p:cNvSpPr>
            <a:spLocks noGrp="1"/>
          </p:cNvSpPr>
          <p:nvPr/>
        </p:nvSpPr>
        <p:spPr>
          <a:xfrm>
            <a:off x="3831215" y="2985614"/>
            <a:ext cx="1557338" cy="1898650"/>
          </a:xfrm>
          <a:custGeom>
            <a:avLst/>
            <a:gdLst/>
            <a:ahLst/>
            <a:cxnLst/>
            <a:rect l="0" t="0" r="r" b="b"/>
            <a:pathLst>
              <a:path w="414" h="505">
                <a:moveTo>
                  <a:pt x="377" y="214"/>
                </a:moveTo>
                <a:cubicBezTo>
                  <a:pt x="414" y="173"/>
                  <a:pt x="413" y="110"/>
                  <a:pt x="374" y="69"/>
                </a:cubicBezTo>
                <a:cubicBezTo>
                  <a:pt x="340" y="34"/>
                  <a:pt x="289" y="27"/>
                  <a:pt x="248" y="48"/>
                </a:cubicBezTo>
                <a:cubicBezTo>
                  <a:pt x="218" y="18"/>
                  <a:pt x="177" y="0"/>
                  <a:pt x="132" y="0"/>
                </a:cubicBezTo>
                <a:cubicBezTo>
                  <a:pt x="124" y="0"/>
                  <a:pt x="107" y="3"/>
                  <a:pt x="107" y="4"/>
                </a:cubicBezTo>
                <a:cubicBezTo>
                  <a:pt x="54" y="18"/>
                  <a:pt x="12" y="62"/>
                  <a:pt x="4" y="119"/>
                </a:cubicBezTo>
                <a:cubicBezTo>
                  <a:pt x="0" y="157"/>
                  <a:pt x="11" y="193"/>
                  <a:pt x="33" y="221"/>
                </a:cubicBezTo>
                <a:cubicBezTo>
                  <a:pt x="19" y="264"/>
                  <a:pt x="19" y="312"/>
                  <a:pt x="38" y="356"/>
                </a:cubicBezTo>
                <a:cubicBezTo>
                  <a:pt x="82" y="459"/>
                  <a:pt x="208" y="505"/>
                  <a:pt x="319" y="458"/>
                </a:cubicBezTo>
                <a:cubicBezTo>
                  <a:pt x="327" y="454"/>
                  <a:pt x="336" y="450"/>
                  <a:pt x="344" y="445"/>
                </a:cubicBezTo>
                <a:cubicBezTo>
                  <a:pt x="344" y="446"/>
                  <a:pt x="404" y="390"/>
                  <a:pt x="398" y="307"/>
                </a:cubicBezTo>
                <a:cubicBezTo>
                  <a:pt x="396" y="273"/>
                  <a:pt x="390" y="242"/>
                  <a:pt x="377" y="214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1C851D6-2119-4906-8255-2181158B550A}"/>
              </a:ext>
            </a:extLst>
          </p:cNvPr>
          <p:cNvSpPr>
            <a:spLocks noGrp="1"/>
          </p:cNvSpPr>
          <p:nvPr/>
        </p:nvSpPr>
        <p:spPr>
          <a:xfrm>
            <a:off x="1132093" y="3037437"/>
            <a:ext cx="2486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8A9684-E2C2-4C5C-8386-21ED44067D1F}"/>
              </a:ext>
            </a:extLst>
          </p:cNvPr>
          <p:cNvSpPr>
            <a:spLocks noGrp="1"/>
          </p:cNvSpPr>
          <p:nvPr/>
        </p:nvSpPr>
        <p:spPr>
          <a:xfrm>
            <a:off x="2262305" y="2729660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7A7FA75-682C-40F9-8C5B-C29A379EFD00}"/>
              </a:ext>
            </a:extLst>
          </p:cNvPr>
          <p:cNvSpPr>
            <a:spLocks noGrp="1"/>
          </p:cNvSpPr>
          <p:nvPr/>
        </p:nvSpPr>
        <p:spPr>
          <a:xfrm>
            <a:off x="953346" y="4819133"/>
            <a:ext cx="2486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DF71887-FA32-4F10-89CF-2938344891BD}"/>
              </a:ext>
            </a:extLst>
          </p:cNvPr>
          <p:cNvSpPr>
            <a:spLocks noGrp="1"/>
          </p:cNvSpPr>
          <p:nvPr/>
        </p:nvSpPr>
        <p:spPr>
          <a:xfrm>
            <a:off x="2083558" y="4511356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28B74D3-4341-4B63-9D65-2E92B0A92E7B}"/>
              </a:ext>
            </a:extLst>
          </p:cNvPr>
          <p:cNvSpPr>
            <a:spLocks noGrp="1"/>
          </p:cNvSpPr>
          <p:nvPr/>
        </p:nvSpPr>
        <p:spPr>
          <a:xfrm>
            <a:off x="6409110" y="4434411"/>
            <a:ext cx="8971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B508751-2855-4D08-BD1E-AF4B93839D2E}"/>
              </a:ext>
            </a:extLst>
          </p:cNvPr>
          <p:cNvSpPr>
            <a:spLocks noGrp="1"/>
          </p:cNvSpPr>
          <p:nvPr/>
        </p:nvSpPr>
        <p:spPr>
          <a:xfrm>
            <a:off x="5190120" y="3578771"/>
            <a:ext cx="8971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34A34AA-2011-4521-BB75-6CDA75E170DA}"/>
              </a:ext>
            </a:extLst>
          </p:cNvPr>
          <p:cNvSpPr>
            <a:spLocks noGrp="1"/>
          </p:cNvSpPr>
          <p:nvPr/>
        </p:nvSpPr>
        <p:spPr>
          <a:xfrm>
            <a:off x="4368980" y="4612770"/>
            <a:ext cx="8971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5EF8799-205A-42D7-812C-BF7D59720A00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AC06191-817E-4035-ABF7-EFC02A9086AA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62">
            <a:extLst>
              <a:ext uri="{FF2B5EF4-FFF2-40B4-BE49-F238E27FC236}">
                <a16:creationId xmlns:a16="http://schemas.microsoft.com/office/drawing/2014/main" id="{FAF6B3A8-49ED-4D06-B10D-0619FEAC980F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F5239BE-B4C6-490A-BA42-6F602F418088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4CB651EE-12F4-4112-A00F-27B770992FA5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C361A9E-12C5-4751-8B27-F6C13A4E6EDB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6" name="kicker-marker">
            <a:extLst>
              <a:ext uri="{FF2B5EF4-FFF2-40B4-BE49-F238E27FC236}">
                <a16:creationId xmlns:a16="http://schemas.microsoft.com/office/drawing/2014/main" id="{C6C0F690-9A5A-444D-AEA2-20C9BCF2C2A9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kicker-label">
            <a:extLst>
              <a:ext uri="{FF2B5EF4-FFF2-40B4-BE49-F238E27FC236}">
                <a16:creationId xmlns:a16="http://schemas.microsoft.com/office/drawing/2014/main" id="{74EFE801-EAA4-4ECB-8929-B6FB2583F6C6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15 · SRS</a:t>
            </a:r>
          </a:p>
        </p:txBody>
      </p:sp>
      <p:sp>
        <p:nvSpPr>
          <p:cNvPr id="48" name="page-marker">
            <a:extLst>
              <a:ext uri="{FF2B5EF4-FFF2-40B4-BE49-F238E27FC236}">
                <a16:creationId xmlns:a16="http://schemas.microsoft.com/office/drawing/2014/main" id="{0EF79044-8C37-4796-BB74-1391FDA52A88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 / 31</a:t>
            </a:r>
          </a:p>
        </p:txBody>
      </p:sp>
      <p:sp>
        <p:nvSpPr>
          <p:cNvPr id="49" name="content-panel">
            <a:extLst>
              <a:ext uri="{FF2B5EF4-FFF2-40B4-BE49-F238E27FC236}">
                <a16:creationId xmlns:a16="http://schemas.microsoft.com/office/drawing/2014/main" id="{661C4A39-FE09-45AA-B2FC-26A05083EFEE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claim-title">
            <a:extLst>
              <a:ext uri="{FF2B5EF4-FFF2-40B4-BE49-F238E27FC236}">
                <a16:creationId xmlns:a16="http://schemas.microsoft.com/office/drawing/2014/main" id="{2AED0C48-DBF8-4837-AA38-3324D06E9194}"/>
              </a:ext>
            </a:extLst>
          </p:cNvPr>
          <p:cNvSpPr>
            <a:spLocks noGrp="1"/>
          </p:cNvSpPr>
          <p:nvPr/>
        </p:nvSpPr>
        <p:spPr>
          <a:xfrm>
            <a:off x="831760" y="2069376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SRS 内容完整性</a:t>
            </a:r>
          </a:p>
        </p:txBody>
      </p:sp>
      <p:sp>
        <p:nvSpPr>
          <p:cNvPr id="51" name="support-claim">
            <a:extLst>
              <a:ext uri="{FF2B5EF4-FFF2-40B4-BE49-F238E27FC236}">
                <a16:creationId xmlns:a16="http://schemas.microsoft.com/office/drawing/2014/main" id="{12620C46-0E01-474A-A11C-3A7AA5F735E3}"/>
              </a:ext>
            </a:extLst>
          </p:cNvPr>
          <p:cNvSpPr>
            <a:spLocks noGrp="1"/>
          </p:cNvSpPr>
          <p:nvPr/>
        </p:nvSpPr>
        <p:spPr>
          <a:xfrm>
            <a:off x="831760" y="2717076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SRS </a:t>
            </a:r>
            <a:r>
              <a:rPr sz="1425" b="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文档集中承载功能、非功能与系统模型内容</a:t>
            </a:r>
            <a:r>
              <a:rPr sz="14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2" name="question-label">
            <a:extLst>
              <a:ext uri="{FF2B5EF4-FFF2-40B4-BE49-F238E27FC236}">
                <a16:creationId xmlns:a16="http://schemas.microsoft.com/office/drawing/2014/main" id="{4866F46B-DC63-499C-B1E3-0C096A90D9A0}"/>
              </a:ext>
            </a:extLst>
          </p:cNvPr>
          <p:cNvSpPr>
            <a:spLocks noGrp="1"/>
          </p:cNvSpPr>
          <p:nvPr/>
        </p:nvSpPr>
        <p:spPr>
          <a:xfrm>
            <a:off x="831760" y="3631476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53" name="question-text">
            <a:extLst>
              <a:ext uri="{FF2B5EF4-FFF2-40B4-BE49-F238E27FC236}">
                <a16:creationId xmlns:a16="http://schemas.microsoft.com/office/drawing/2014/main" id="{05FC5577-1E6C-4B66-9761-D71C7CFCF5E3}"/>
              </a:ext>
            </a:extLst>
          </p:cNvPr>
          <p:cNvSpPr>
            <a:spLocks noGrp="1"/>
          </p:cNvSpPr>
          <p:nvPr/>
        </p:nvSpPr>
        <p:spPr>
          <a:xfrm>
            <a:off x="831760" y="4012476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提交的 SRS 在内容上是否完整？是否考虑了功能和非功能的需求？是否达到要求的下限？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DF74AA0-ECB3-056C-F6E4-3DC685E7C5DD}"/>
              </a:ext>
            </a:extLst>
          </p:cNvPr>
          <p:cNvSpPr>
            <a:spLocks noGrp="1"/>
          </p:cNvSpPr>
          <p:nvPr/>
        </p:nvSpPr>
        <p:spPr>
          <a:xfrm>
            <a:off x="11254733" y="2377336"/>
            <a:ext cx="151884" cy="151884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987B528-B814-ADD4-66F2-495E64486347}"/>
              </a:ext>
            </a:extLst>
          </p:cNvPr>
          <p:cNvSpPr>
            <a:spLocks noGrp="1"/>
          </p:cNvSpPr>
          <p:nvPr/>
        </p:nvSpPr>
        <p:spPr>
          <a:xfrm>
            <a:off x="11257397" y="5023730"/>
            <a:ext cx="151884" cy="151884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83903B-87B8-F52A-02BC-EFD637C0BDE0}"/>
              </a:ext>
            </a:extLst>
          </p:cNvPr>
          <p:cNvSpPr>
            <a:spLocks noGrp="1"/>
          </p:cNvSpPr>
          <p:nvPr/>
        </p:nvSpPr>
        <p:spPr>
          <a:xfrm rot="13500000">
            <a:off x="9502081" y="3086136"/>
            <a:ext cx="1342093" cy="1342095"/>
          </a:xfrm>
          <a:prstGeom prst="rect">
            <a:avLst/>
          </a:prstGeom>
          <a:solidFill>
            <a:srgbClr val="18478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15B22D-E698-D838-1D79-C7F3C8B58E55}"/>
              </a:ext>
            </a:extLst>
          </p:cNvPr>
          <p:cNvSpPr>
            <a:spLocks noGrp="1"/>
          </p:cNvSpPr>
          <p:nvPr/>
        </p:nvSpPr>
        <p:spPr>
          <a:xfrm>
            <a:off x="9670700" y="3269350"/>
            <a:ext cx="88998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proof-frame">
            <a:extLst>
              <a:ext uri="{FF2B5EF4-FFF2-40B4-BE49-F238E27FC236}">
                <a16:creationId xmlns:a16="http://schemas.microsoft.com/office/drawing/2014/main" id="{16FFACFF-DAA8-62C8-77D9-D8A03161301B}"/>
              </a:ext>
            </a:extLst>
          </p:cNvPr>
          <p:cNvSpPr>
            <a:spLocks noGrp="1"/>
          </p:cNvSpPr>
          <p:nvPr/>
        </p:nvSpPr>
        <p:spPr>
          <a:xfrm>
            <a:off x="6913768" y="1455264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17A7FA2-A907-11C8-0DD2-B8B1ED63C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497" y="1558459"/>
            <a:ext cx="2230650" cy="410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150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>
            <a:extLst>
              <a:ext uri="{FF2B5EF4-FFF2-40B4-BE49-F238E27FC236}">
                <a16:creationId xmlns:a16="http://schemas.microsoft.com/office/drawing/2014/main" id="{38AE4191-CFD4-438E-A92D-47EAA663679A}"/>
              </a:ext>
            </a:extLst>
          </p:cNvPr>
          <p:cNvSpPr>
            <a:spLocks noGrp="1"/>
          </p:cNvSpPr>
          <p:nvPr/>
        </p:nvSpPr>
        <p:spPr>
          <a:xfrm rot="2700000">
            <a:off x="5017147" y="2058858"/>
            <a:ext cx="2924529" cy="292452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53C4700-DE49-4F5D-9413-8F92C543FF67}"/>
              </a:ext>
            </a:extLst>
          </p:cNvPr>
          <p:cNvSpPr>
            <a:spLocks noGrp="1"/>
          </p:cNvSpPr>
          <p:nvPr/>
        </p:nvSpPr>
        <p:spPr>
          <a:xfrm>
            <a:off x="4500484" y="1542194"/>
            <a:ext cx="3957855" cy="3957855"/>
          </a:xfrm>
          <a:prstGeom prst="ellipse">
            <a:avLst/>
          </a:prstGeom>
          <a:noFill/>
          <a:ln w="28575">
            <a:solidFill>
              <a:srgbClr val="1847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0423085-F318-43FF-B835-D6999BC3E944}"/>
              </a:ext>
            </a:extLst>
          </p:cNvPr>
          <p:cNvSpPr>
            <a:spLocks noGrp="1"/>
          </p:cNvSpPr>
          <p:nvPr/>
        </p:nvSpPr>
        <p:spPr>
          <a:xfrm>
            <a:off x="4950565" y="2141272"/>
            <a:ext cx="151884" cy="151884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76DA4DE-A0F8-44AB-A614-C401464268E2}"/>
              </a:ext>
            </a:extLst>
          </p:cNvPr>
          <p:cNvSpPr>
            <a:spLocks noGrp="1"/>
          </p:cNvSpPr>
          <p:nvPr/>
        </p:nvSpPr>
        <p:spPr>
          <a:xfrm>
            <a:off x="4953229" y="4787666"/>
            <a:ext cx="151884" cy="151884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6518169C-B28C-4331-9959-9CA2EEED5AE3}"/>
              </a:ext>
            </a:extLst>
          </p:cNvPr>
          <p:cNvSpPr>
            <a:spLocks noGrp="1"/>
          </p:cNvSpPr>
          <p:nvPr/>
        </p:nvSpPr>
        <p:spPr>
          <a:xfrm>
            <a:off x="7742690" y="3156522"/>
            <a:ext cx="151884" cy="151884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F1A4D18-142D-4A4A-BA11-998FE053584E}"/>
              </a:ext>
            </a:extLst>
          </p:cNvPr>
          <p:cNvSpPr>
            <a:spLocks noGrp="1"/>
          </p:cNvSpPr>
          <p:nvPr/>
        </p:nvSpPr>
        <p:spPr>
          <a:xfrm>
            <a:off x="4817965" y="2983732"/>
            <a:ext cx="3210955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0F9E847-14A2-4126-BF48-91EBA8C867EC}"/>
              </a:ext>
            </a:extLst>
          </p:cNvPr>
          <p:cNvSpPr>
            <a:spLocks noGrp="1"/>
          </p:cNvSpPr>
          <p:nvPr/>
        </p:nvSpPr>
        <p:spPr>
          <a:xfrm>
            <a:off x="5055341" y="3521119"/>
            <a:ext cx="2830224" cy="4697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924DAD5-762E-410F-8AB7-87E8CEABA688}"/>
              </a:ext>
            </a:extLst>
          </p:cNvPr>
          <p:cNvSpPr>
            <a:spLocks noGrp="1"/>
          </p:cNvSpPr>
          <p:nvPr/>
        </p:nvSpPr>
        <p:spPr>
          <a:xfrm rot="13500000">
            <a:off x="3197913" y="2850072"/>
            <a:ext cx="1342093" cy="1342095"/>
          </a:xfrm>
          <a:prstGeom prst="rect">
            <a:avLst/>
          </a:prstGeom>
          <a:solidFill>
            <a:srgbClr val="18478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962EE9F-6D72-498B-984F-72C0AC523496}"/>
              </a:ext>
            </a:extLst>
          </p:cNvPr>
          <p:cNvSpPr>
            <a:spLocks noGrp="1"/>
          </p:cNvSpPr>
          <p:nvPr/>
        </p:nvSpPr>
        <p:spPr>
          <a:xfrm>
            <a:off x="3366532" y="3033286"/>
            <a:ext cx="88998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0" name="kicker-marker">
            <a:extLst>
              <a:ext uri="{FF2B5EF4-FFF2-40B4-BE49-F238E27FC236}">
                <a16:creationId xmlns:a16="http://schemas.microsoft.com/office/drawing/2014/main" id="{F0994FA2-C817-422E-B0F4-F4EA4B005B3C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kicker-label">
            <a:extLst>
              <a:ext uri="{FF2B5EF4-FFF2-40B4-BE49-F238E27FC236}">
                <a16:creationId xmlns:a16="http://schemas.microsoft.com/office/drawing/2014/main" id="{0DEB7BD1-A31E-489E-93E3-54E0D4C32ADF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16 · SRS</a:t>
            </a:r>
          </a:p>
        </p:txBody>
      </p:sp>
      <p:sp>
        <p:nvSpPr>
          <p:cNvPr id="32" name="page-marker">
            <a:extLst>
              <a:ext uri="{FF2B5EF4-FFF2-40B4-BE49-F238E27FC236}">
                <a16:creationId xmlns:a16="http://schemas.microsoft.com/office/drawing/2014/main" id="{A592B740-1B38-421E-8E65-F6962F61734E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 / 31</a:t>
            </a:r>
          </a:p>
        </p:txBody>
      </p:sp>
      <p:sp>
        <p:nvSpPr>
          <p:cNvPr id="33" name="content-panel">
            <a:extLst>
              <a:ext uri="{FF2B5EF4-FFF2-40B4-BE49-F238E27FC236}">
                <a16:creationId xmlns:a16="http://schemas.microsoft.com/office/drawing/2014/main" id="{EED4ACF7-7768-4D96-8685-310426959341}"/>
              </a:ext>
            </a:extLst>
          </p:cNvPr>
          <p:cNvSpPr>
            <a:spLocks noGrp="1"/>
          </p:cNvSpPr>
          <p:nvPr/>
        </p:nvSpPr>
        <p:spPr>
          <a:xfrm>
            <a:off x="6397419" y="924659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claim-title">
            <a:extLst>
              <a:ext uri="{FF2B5EF4-FFF2-40B4-BE49-F238E27FC236}">
                <a16:creationId xmlns:a16="http://schemas.microsoft.com/office/drawing/2014/main" id="{AD73C5D4-D3B3-4D01-835E-B22A1D0A825E}"/>
              </a:ext>
            </a:extLst>
          </p:cNvPr>
          <p:cNvSpPr>
            <a:spLocks noGrp="1"/>
          </p:cNvSpPr>
          <p:nvPr/>
        </p:nvSpPr>
        <p:spPr>
          <a:xfrm>
            <a:off x="6810375" y="2177300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SRS 优先级排序</a:t>
            </a:r>
          </a:p>
        </p:txBody>
      </p:sp>
      <p:sp>
        <p:nvSpPr>
          <p:cNvPr id="35" name="support-claim">
            <a:extLst>
              <a:ext uri="{FF2B5EF4-FFF2-40B4-BE49-F238E27FC236}">
                <a16:creationId xmlns:a16="http://schemas.microsoft.com/office/drawing/2014/main" id="{8AE9C2AB-CEBB-4FC9-99A7-E2386CCB5836}"/>
              </a:ext>
            </a:extLst>
          </p:cNvPr>
          <p:cNvSpPr>
            <a:spLocks noGrp="1"/>
          </p:cNvSpPr>
          <p:nvPr/>
        </p:nvSpPr>
        <p:spPr>
          <a:xfrm>
            <a:off x="6810375" y="2825000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SRS </a:t>
            </a:r>
            <a:r>
              <a:rPr sz="1425" b="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作为优先级排序结果的正式承载文档</a:t>
            </a:r>
            <a:r>
              <a:rPr sz="14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6" name="question-label">
            <a:extLst>
              <a:ext uri="{FF2B5EF4-FFF2-40B4-BE49-F238E27FC236}">
                <a16:creationId xmlns:a16="http://schemas.microsoft.com/office/drawing/2014/main" id="{8F8C06BD-94B5-44FB-91E7-1B6433258508}"/>
              </a:ext>
            </a:extLst>
          </p:cNvPr>
          <p:cNvSpPr>
            <a:spLocks noGrp="1"/>
          </p:cNvSpPr>
          <p:nvPr/>
        </p:nvSpPr>
        <p:spPr>
          <a:xfrm>
            <a:off x="6810375" y="3739400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37" name="question-text">
            <a:extLst>
              <a:ext uri="{FF2B5EF4-FFF2-40B4-BE49-F238E27FC236}">
                <a16:creationId xmlns:a16="http://schemas.microsoft.com/office/drawing/2014/main" id="{66718EA5-4DD6-41D5-A148-BE6AB93BE65B}"/>
              </a:ext>
            </a:extLst>
          </p:cNvPr>
          <p:cNvSpPr>
            <a:spLocks noGrp="1"/>
          </p:cNvSpPr>
          <p:nvPr/>
        </p:nvSpPr>
        <p:spPr>
          <a:xfrm>
            <a:off x="6810375" y="4120400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SRS 中是否对全部用户的需求进行了优先级排序？</a:t>
            </a:r>
          </a:p>
        </p:txBody>
      </p:sp>
      <p:sp>
        <p:nvSpPr>
          <p:cNvPr id="40" name="proof-frame">
            <a:extLst>
              <a:ext uri="{FF2B5EF4-FFF2-40B4-BE49-F238E27FC236}">
                <a16:creationId xmlns:a16="http://schemas.microsoft.com/office/drawing/2014/main" id="{B5248397-7238-4156-ADC9-D2ED8010B809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023EFB0-202F-450F-1E17-63FD1E0A4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329" y="1322395"/>
            <a:ext cx="2230650" cy="410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115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5">
            <a:extLst>
              <a:ext uri="{FF2B5EF4-FFF2-40B4-BE49-F238E27FC236}">
                <a16:creationId xmlns:a16="http://schemas.microsoft.com/office/drawing/2014/main" id="{35707EC1-3378-4EE7-9425-8A090CD28901}"/>
              </a:ext>
            </a:extLst>
          </p:cNvPr>
          <p:cNvSpPr>
            <a:spLocks noGrp="1"/>
          </p:cNvSpPr>
          <p:nvPr/>
        </p:nvSpPr>
        <p:spPr>
          <a:xfrm>
            <a:off x="4416324" y="2202278"/>
            <a:ext cx="3089921" cy="3084977"/>
          </a:xfrm>
          <a:prstGeom prst="ellipse">
            <a:avLst/>
          </a:prstGeom>
          <a:solidFill>
            <a:srgbClr val="18478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EE9CFF3-E939-4170-8E97-6B0AB7CDAEEE}"/>
              </a:ext>
            </a:extLst>
          </p:cNvPr>
          <p:cNvSpPr>
            <a:spLocks noGrp="1"/>
          </p:cNvSpPr>
          <p:nvPr/>
        </p:nvSpPr>
        <p:spPr>
          <a:xfrm>
            <a:off x="6364211" y="2275200"/>
            <a:ext cx="61798" cy="46967"/>
          </a:xfrm>
          <a:custGeom>
            <a:avLst/>
            <a:gdLst/>
            <a:ahLst/>
            <a:cxnLst/>
            <a:rect l="0" t="0" r="r" b="b"/>
            <a:pathLst>
              <a:path w="21" h="16">
                <a:moveTo>
                  <a:pt x="4" y="16"/>
                </a:moveTo>
                <a:cubicBezTo>
                  <a:pt x="4" y="16"/>
                  <a:pt x="2" y="16"/>
                  <a:pt x="1" y="14"/>
                </a:cubicBezTo>
                <a:cubicBezTo>
                  <a:pt x="0" y="13"/>
                  <a:pt x="0" y="12"/>
                  <a:pt x="0" y="11"/>
                </a:cubicBezTo>
                <a:cubicBezTo>
                  <a:pt x="0" y="11"/>
                  <a:pt x="0" y="11"/>
                  <a:pt x="0" y="10"/>
                </a:cubicBezTo>
                <a:cubicBezTo>
                  <a:pt x="0" y="0"/>
                  <a:pt x="0" y="0"/>
                  <a:pt x="0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3"/>
                  <a:pt x="16" y="3"/>
                  <a:pt x="16" y="3"/>
                </a:cubicBezTo>
                <a:cubicBezTo>
                  <a:pt x="16" y="4"/>
                  <a:pt x="16" y="5"/>
                  <a:pt x="16" y="5"/>
                </a:cubicBezTo>
                <a:cubicBezTo>
                  <a:pt x="17" y="6"/>
                  <a:pt x="17" y="6"/>
                  <a:pt x="18" y="7"/>
                </a:cubicBezTo>
                <a:cubicBezTo>
                  <a:pt x="18" y="8"/>
                  <a:pt x="19" y="9"/>
                  <a:pt x="20" y="11"/>
                </a:cubicBezTo>
                <a:cubicBezTo>
                  <a:pt x="20" y="11"/>
                  <a:pt x="20" y="11"/>
                  <a:pt x="20" y="12"/>
                </a:cubicBezTo>
                <a:cubicBezTo>
                  <a:pt x="21" y="16"/>
                  <a:pt x="21" y="16"/>
                  <a:pt x="21" y="16"/>
                </a:cubicBezTo>
                <a:cubicBezTo>
                  <a:pt x="17" y="16"/>
                  <a:pt x="17" y="16"/>
                  <a:pt x="17" y="16"/>
                </a:cubicBezTo>
                <a:lnTo>
                  <a:pt x="4" y="16"/>
                </a:ln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A59D3443-BBA3-4210-8765-0CA309918387}"/>
              </a:ext>
            </a:extLst>
          </p:cNvPr>
          <p:cNvSpPr>
            <a:spLocks noGrp="1"/>
          </p:cNvSpPr>
          <p:nvPr/>
        </p:nvSpPr>
        <p:spPr>
          <a:xfrm>
            <a:off x="6364211" y="2301155"/>
            <a:ext cx="132249" cy="132249"/>
          </a:xfrm>
          <a:custGeom>
            <a:avLst/>
            <a:gdLst/>
            <a:ahLst/>
            <a:cxnLst/>
            <a:rect l="0" t="0" r="r" b="b"/>
            <a:pathLst>
              <a:path w="45" h="45">
                <a:moveTo>
                  <a:pt x="23" y="45"/>
                </a:moveTo>
                <a:cubicBezTo>
                  <a:pt x="22" y="45"/>
                  <a:pt x="21" y="45"/>
                  <a:pt x="20" y="45"/>
                </a:cubicBezTo>
                <a:cubicBezTo>
                  <a:pt x="19" y="45"/>
                  <a:pt x="18" y="45"/>
                  <a:pt x="17" y="45"/>
                </a:cubicBezTo>
                <a:cubicBezTo>
                  <a:pt x="15" y="44"/>
                  <a:pt x="12" y="44"/>
                  <a:pt x="11" y="42"/>
                </a:cubicBezTo>
                <a:cubicBezTo>
                  <a:pt x="10" y="41"/>
                  <a:pt x="9" y="39"/>
                  <a:pt x="10" y="36"/>
                </a:cubicBezTo>
                <a:cubicBezTo>
                  <a:pt x="10" y="36"/>
                  <a:pt x="10" y="36"/>
                  <a:pt x="10" y="35"/>
                </a:cubicBezTo>
                <a:cubicBezTo>
                  <a:pt x="10" y="35"/>
                  <a:pt x="10" y="35"/>
                  <a:pt x="10" y="35"/>
                </a:cubicBezTo>
                <a:cubicBezTo>
                  <a:pt x="10" y="35"/>
                  <a:pt x="9" y="35"/>
                  <a:pt x="8" y="35"/>
                </a:cubicBezTo>
                <a:cubicBezTo>
                  <a:pt x="4" y="35"/>
                  <a:pt x="4" y="35"/>
                  <a:pt x="4" y="35"/>
                </a:cubicBezTo>
                <a:cubicBezTo>
                  <a:pt x="5" y="31"/>
                  <a:pt x="5" y="31"/>
                  <a:pt x="5" y="31"/>
                </a:cubicBezTo>
                <a:cubicBezTo>
                  <a:pt x="5" y="31"/>
                  <a:pt x="5" y="31"/>
                  <a:pt x="5" y="31"/>
                </a:cubicBezTo>
                <a:cubicBezTo>
                  <a:pt x="5" y="31"/>
                  <a:pt x="5" y="31"/>
                  <a:pt x="5" y="31"/>
                </a:cubicBezTo>
                <a:cubicBezTo>
                  <a:pt x="5" y="31"/>
                  <a:pt x="4" y="30"/>
                  <a:pt x="3" y="30"/>
                </a:cubicBezTo>
                <a:cubicBezTo>
                  <a:pt x="0" y="30"/>
                  <a:pt x="0" y="30"/>
                  <a:pt x="0" y="3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19"/>
                  <a:pt x="0" y="17"/>
                  <a:pt x="1" y="16"/>
                </a:cubicBezTo>
                <a:cubicBezTo>
                  <a:pt x="2" y="15"/>
                  <a:pt x="4" y="15"/>
                  <a:pt x="4" y="15"/>
                </a:cubicBezTo>
                <a:cubicBezTo>
                  <a:pt x="8" y="15"/>
                  <a:pt x="8" y="15"/>
                  <a:pt x="8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5"/>
                  <a:pt x="10" y="14"/>
                  <a:pt x="10" y="13"/>
                </a:cubicBezTo>
                <a:cubicBezTo>
                  <a:pt x="10" y="10"/>
                  <a:pt x="10" y="10"/>
                  <a:pt x="10" y="10"/>
                </a:cubicBezTo>
                <a:cubicBezTo>
                  <a:pt x="13" y="10"/>
                  <a:pt x="13" y="10"/>
                  <a:pt x="13" y="10"/>
                </a:cubicBezTo>
                <a:cubicBezTo>
                  <a:pt x="13" y="10"/>
                  <a:pt x="14" y="10"/>
                  <a:pt x="14" y="10"/>
                </a:cubicBezTo>
                <a:cubicBezTo>
                  <a:pt x="15" y="10"/>
                  <a:pt x="15" y="10"/>
                  <a:pt x="16" y="10"/>
                </a:cubicBezTo>
                <a:cubicBezTo>
                  <a:pt x="18" y="10"/>
                  <a:pt x="18" y="10"/>
                  <a:pt x="18" y="9"/>
                </a:cubicBezTo>
                <a:cubicBezTo>
                  <a:pt x="18" y="9"/>
                  <a:pt x="18" y="8"/>
                  <a:pt x="19" y="7"/>
                </a:cubicBezTo>
                <a:cubicBezTo>
                  <a:pt x="19" y="6"/>
                  <a:pt x="19" y="6"/>
                  <a:pt x="19" y="6"/>
                </a:cubicBezTo>
                <a:cubicBezTo>
                  <a:pt x="19" y="5"/>
                  <a:pt x="19" y="4"/>
                  <a:pt x="19" y="4"/>
                </a:cubicBezTo>
                <a:cubicBezTo>
                  <a:pt x="19" y="2"/>
                  <a:pt x="21" y="0"/>
                  <a:pt x="23" y="0"/>
                </a:cubicBezTo>
                <a:cubicBezTo>
                  <a:pt x="23" y="0"/>
                  <a:pt x="24" y="0"/>
                  <a:pt x="24" y="1"/>
                </a:cubicBezTo>
                <a:cubicBezTo>
                  <a:pt x="24" y="1"/>
                  <a:pt x="24" y="1"/>
                  <a:pt x="25" y="1"/>
                </a:cubicBezTo>
                <a:cubicBezTo>
                  <a:pt x="25" y="1"/>
                  <a:pt x="26" y="1"/>
                  <a:pt x="26" y="1"/>
                </a:cubicBezTo>
                <a:cubicBezTo>
                  <a:pt x="27" y="1"/>
                  <a:pt x="28" y="1"/>
                  <a:pt x="28" y="1"/>
                </a:cubicBezTo>
                <a:cubicBezTo>
                  <a:pt x="31" y="1"/>
                  <a:pt x="34" y="1"/>
                  <a:pt x="37" y="3"/>
                </a:cubicBezTo>
                <a:cubicBezTo>
                  <a:pt x="38" y="4"/>
                  <a:pt x="39" y="5"/>
                  <a:pt x="40" y="5"/>
                </a:cubicBezTo>
                <a:cubicBezTo>
                  <a:pt x="40" y="5"/>
                  <a:pt x="41" y="5"/>
                  <a:pt x="41" y="5"/>
                </a:cubicBezTo>
                <a:cubicBezTo>
                  <a:pt x="44" y="5"/>
                  <a:pt x="44" y="5"/>
                  <a:pt x="44" y="5"/>
                </a:cubicBezTo>
                <a:cubicBezTo>
                  <a:pt x="44" y="8"/>
                  <a:pt x="44" y="8"/>
                  <a:pt x="44" y="8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5"/>
                  <a:pt x="42" y="16"/>
                  <a:pt x="41" y="17"/>
                </a:cubicBezTo>
                <a:cubicBezTo>
                  <a:pt x="41" y="17"/>
                  <a:pt x="40" y="17"/>
                  <a:pt x="40" y="17"/>
                </a:cubicBezTo>
                <a:cubicBezTo>
                  <a:pt x="40" y="17"/>
                  <a:pt x="40" y="17"/>
                  <a:pt x="40" y="17"/>
                </a:cubicBezTo>
                <a:cubicBezTo>
                  <a:pt x="39" y="18"/>
                  <a:pt x="41" y="21"/>
                  <a:pt x="41" y="23"/>
                </a:cubicBezTo>
                <a:cubicBezTo>
                  <a:pt x="42" y="23"/>
                  <a:pt x="42" y="24"/>
                  <a:pt x="43" y="25"/>
                </a:cubicBezTo>
                <a:cubicBezTo>
                  <a:pt x="45" y="31"/>
                  <a:pt x="44" y="36"/>
                  <a:pt x="39" y="39"/>
                </a:cubicBezTo>
                <a:cubicBezTo>
                  <a:pt x="37" y="40"/>
                  <a:pt x="36" y="40"/>
                  <a:pt x="35" y="40"/>
                </a:cubicBezTo>
                <a:cubicBezTo>
                  <a:pt x="35" y="40"/>
                  <a:pt x="34" y="40"/>
                  <a:pt x="34" y="40"/>
                </a:cubicBezTo>
                <a:cubicBezTo>
                  <a:pt x="34" y="41"/>
                  <a:pt x="33" y="41"/>
                  <a:pt x="33" y="42"/>
                </a:cubicBezTo>
                <a:cubicBezTo>
                  <a:pt x="32" y="42"/>
                  <a:pt x="32" y="42"/>
                  <a:pt x="31" y="43"/>
                </a:cubicBezTo>
                <a:cubicBezTo>
                  <a:pt x="29" y="45"/>
                  <a:pt x="26" y="45"/>
                  <a:pt x="23" y="45"/>
                </a:cubicBez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733FF5AE-B8A3-4123-8946-B50BA459FE29}"/>
              </a:ext>
            </a:extLst>
          </p:cNvPr>
          <p:cNvSpPr>
            <a:spLocks noGrp="1"/>
          </p:cNvSpPr>
          <p:nvPr/>
        </p:nvSpPr>
        <p:spPr>
          <a:xfrm>
            <a:off x="6490279" y="2328346"/>
            <a:ext cx="87754" cy="75394"/>
          </a:xfrm>
          <a:custGeom>
            <a:avLst/>
            <a:gdLst/>
            <a:ahLst/>
            <a:cxnLst/>
            <a:rect l="0" t="0" r="r" b="b"/>
            <a:pathLst>
              <a:path w="30" h="26">
                <a:moveTo>
                  <a:pt x="14" y="26"/>
                </a:moveTo>
                <a:cubicBezTo>
                  <a:pt x="14" y="23"/>
                  <a:pt x="14" y="23"/>
                  <a:pt x="14" y="23"/>
                </a:cubicBezTo>
                <a:cubicBezTo>
                  <a:pt x="14" y="22"/>
                  <a:pt x="13" y="21"/>
                  <a:pt x="13" y="21"/>
                </a:cubicBezTo>
                <a:cubicBezTo>
                  <a:pt x="13" y="21"/>
                  <a:pt x="13" y="21"/>
                  <a:pt x="13" y="21"/>
                </a:cubicBezTo>
                <a:cubicBezTo>
                  <a:pt x="10" y="22"/>
                  <a:pt x="10" y="22"/>
                  <a:pt x="10" y="22"/>
                </a:cubicBezTo>
                <a:cubicBezTo>
                  <a:pt x="9" y="19"/>
                  <a:pt x="9" y="19"/>
                  <a:pt x="9" y="19"/>
                </a:cubicBezTo>
                <a:cubicBezTo>
                  <a:pt x="9" y="17"/>
                  <a:pt x="8" y="15"/>
                  <a:pt x="5" y="14"/>
                </a:cubicBezTo>
                <a:cubicBezTo>
                  <a:pt x="4" y="13"/>
                  <a:pt x="3" y="13"/>
                  <a:pt x="2" y="12"/>
                </a:cubicBezTo>
                <a:cubicBezTo>
                  <a:pt x="1" y="11"/>
                  <a:pt x="0" y="10"/>
                  <a:pt x="0" y="9"/>
                </a:cubicBezTo>
                <a:cubicBezTo>
                  <a:pt x="0" y="8"/>
                  <a:pt x="0" y="6"/>
                  <a:pt x="1" y="4"/>
                </a:cubicBezTo>
                <a:cubicBezTo>
                  <a:pt x="4" y="1"/>
                  <a:pt x="9" y="0"/>
                  <a:pt x="12" y="0"/>
                </a:cubicBezTo>
                <a:cubicBezTo>
                  <a:pt x="14" y="0"/>
                  <a:pt x="16" y="1"/>
                  <a:pt x="18" y="1"/>
                </a:cubicBezTo>
                <a:cubicBezTo>
                  <a:pt x="19" y="1"/>
                  <a:pt x="21" y="1"/>
                  <a:pt x="22" y="1"/>
                </a:cubicBezTo>
                <a:cubicBezTo>
                  <a:pt x="25" y="1"/>
                  <a:pt x="25" y="1"/>
                  <a:pt x="25" y="1"/>
                </a:cubicBezTo>
                <a:cubicBezTo>
                  <a:pt x="25" y="5"/>
                  <a:pt x="25" y="5"/>
                  <a:pt x="25" y="5"/>
                </a:cubicBezTo>
                <a:cubicBezTo>
                  <a:pt x="25" y="5"/>
                  <a:pt x="25" y="5"/>
                  <a:pt x="25" y="5"/>
                </a:cubicBezTo>
                <a:cubicBezTo>
                  <a:pt x="25" y="5"/>
                  <a:pt x="25" y="5"/>
                  <a:pt x="25" y="5"/>
                </a:cubicBezTo>
                <a:cubicBezTo>
                  <a:pt x="25" y="5"/>
                  <a:pt x="25" y="6"/>
                  <a:pt x="27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10"/>
                  <a:pt x="30" y="11"/>
                  <a:pt x="30" y="11"/>
                </a:cubicBezTo>
                <a:cubicBezTo>
                  <a:pt x="30" y="15"/>
                  <a:pt x="30" y="18"/>
                  <a:pt x="28" y="21"/>
                </a:cubicBezTo>
                <a:cubicBezTo>
                  <a:pt x="26" y="26"/>
                  <a:pt x="21" y="26"/>
                  <a:pt x="19" y="26"/>
                </a:cubicBezTo>
                <a:lnTo>
                  <a:pt x="14" y="26"/>
                </a:ln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58A00C5C-1E47-4057-8DD0-D5C53C77A01D}"/>
              </a:ext>
            </a:extLst>
          </p:cNvPr>
          <p:cNvSpPr>
            <a:spLocks noGrp="1"/>
          </p:cNvSpPr>
          <p:nvPr/>
        </p:nvSpPr>
        <p:spPr>
          <a:xfrm>
            <a:off x="6487807" y="2401268"/>
            <a:ext cx="90226" cy="58091"/>
          </a:xfrm>
          <a:custGeom>
            <a:avLst/>
            <a:gdLst/>
            <a:ahLst/>
            <a:cxnLst/>
            <a:rect l="0" t="0" r="r" b="b"/>
            <a:pathLst>
              <a:path w="31" h="20">
                <a:moveTo>
                  <a:pt x="27" y="20"/>
                </a:moveTo>
                <a:cubicBezTo>
                  <a:pt x="27" y="20"/>
                  <a:pt x="26" y="20"/>
                  <a:pt x="26" y="20"/>
                </a:cubicBezTo>
                <a:cubicBezTo>
                  <a:pt x="10" y="20"/>
                  <a:pt x="10" y="20"/>
                  <a:pt x="10" y="20"/>
                </a:cubicBezTo>
                <a:cubicBezTo>
                  <a:pt x="10" y="15"/>
                  <a:pt x="10" y="15"/>
                  <a:pt x="10" y="15"/>
                </a:cubicBezTo>
                <a:cubicBezTo>
                  <a:pt x="1" y="15"/>
                  <a:pt x="1" y="15"/>
                  <a:pt x="1" y="15"/>
                </a:cubicBezTo>
                <a:cubicBezTo>
                  <a:pt x="1" y="5"/>
                  <a:pt x="1" y="5"/>
                  <a:pt x="1" y="5"/>
                </a:cubicBezTo>
                <a:cubicBezTo>
                  <a:pt x="1" y="5"/>
                  <a:pt x="1" y="5"/>
                  <a:pt x="1" y="4"/>
                </a:cubicBezTo>
                <a:cubicBezTo>
                  <a:pt x="1" y="4"/>
                  <a:pt x="0" y="2"/>
                  <a:pt x="1" y="1"/>
                </a:cubicBezTo>
                <a:cubicBezTo>
                  <a:pt x="3" y="0"/>
                  <a:pt x="4" y="0"/>
                  <a:pt x="5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1" y="2"/>
                  <a:pt x="21" y="2"/>
                  <a:pt x="21" y="2"/>
                </a:cubicBezTo>
                <a:cubicBezTo>
                  <a:pt x="21" y="3"/>
                  <a:pt x="21" y="4"/>
                  <a:pt x="21" y="4"/>
                </a:cubicBezTo>
                <a:cubicBezTo>
                  <a:pt x="22" y="4"/>
                  <a:pt x="22" y="4"/>
                  <a:pt x="23" y="4"/>
                </a:cubicBezTo>
                <a:cubicBezTo>
                  <a:pt x="23" y="4"/>
                  <a:pt x="23" y="4"/>
                  <a:pt x="23" y="4"/>
                </a:cubicBezTo>
                <a:cubicBezTo>
                  <a:pt x="24" y="4"/>
                  <a:pt x="24" y="4"/>
                  <a:pt x="24" y="4"/>
                </a:cubicBezTo>
                <a:cubicBezTo>
                  <a:pt x="27" y="4"/>
                  <a:pt x="30" y="6"/>
                  <a:pt x="30" y="10"/>
                </a:cubicBezTo>
                <a:cubicBezTo>
                  <a:pt x="30" y="12"/>
                  <a:pt x="30" y="13"/>
                  <a:pt x="30" y="15"/>
                </a:cubicBezTo>
                <a:cubicBezTo>
                  <a:pt x="30" y="15"/>
                  <a:pt x="30" y="15"/>
                  <a:pt x="30" y="15"/>
                </a:cubicBezTo>
                <a:cubicBezTo>
                  <a:pt x="31" y="17"/>
                  <a:pt x="31" y="18"/>
                  <a:pt x="30" y="19"/>
                </a:cubicBezTo>
                <a:cubicBezTo>
                  <a:pt x="29" y="20"/>
                  <a:pt x="28" y="20"/>
                  <a:pt x="27" y="20"/>
                </a:cubicBez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539D0277-8BC5-4BE3-A361-6B8A944F01D7}"/>
              </a:ext>
            </a:extLst>
          </p:cNvPr>
          <p:cNvSpPr>
            <a:spLocks noGrp="1"/>
          </p:cNvSpPr>
          <p:nvPr/>
        </p:nvSpPr>
        <p:spPr>
          <a:xfrm>
            <a:off x="5754798" y="3145405"/>
            <a:ext cx="321352" cy="227418"/>
          </a:xfrm>
          <a:custGeom>
            <a:avLst/>
            <a:gdLst/>
            <a:ahLst/>
            <a:cxnLst/>
            <a:rect l="0" t="0" r="r" b="b"/>
            <a:pathLst>
              <a:path w="110" h="78">
                <a:moveTo>
                  <a:pt x="36" y="78"/>
                </a:moveTo>
                <a:cubicBezTo>
                  <a:pt x="36" y="78"/>
                  <a:pt x="35" y="78"/>
                  <a:pt x="34" y="78"/>
                </a:cubicBezTo>
                <a:cubicBezTo>
                  <a:pt x="34" y="78"/>
                  <a:pt x="33" y="78"/>
                  <a:pt x="32" y="78"/>
                </a:cubicBezTo>
                <a:cubicBezTo>
                  <a:pt x="16" y="78"/>
                  <a:pt x="16" y="78"/>
                  <a:pt x="16" y="78"/>
                </a:cubicBezTo>
                <a:cubicBezTo>
                  <a:pt x="15" y="77"/>
                  <a:pt x="15" y="77"/>
                  <a:pt x="15" y="77"/>
                </a:cubicBezTo>
                <a:cubicBezTo>
                  <a:pt x="12" y="74"/>
                  <a:pt x="8" y="70"/>
                  <a:pt x="5" y="67"/>
                </a:cubicBezTo>
                <a:cubicBezTo>
                  <a:pt x="4" y="66"/>
                  <a:pt x="3" y="65"/>
                  <a:pt x="2" y="64"/>
                </a:cubicBezTo>
                <a:cubicBezTo>
                  <a:pt x="0" y="62"/>
                  <a:pt x="0" y="61"/>
                  <a:pt x="0" y="59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49"/>
                  <a:pt x="0" y="49"/>
                  <a:pt x="0" y="49"/>
                </a:cubicBezTo>
                <a:cubicBezTo>
                  <a:pt x="2" y="48"/>
                  <a:pt x="2" y="48"/>
                  <a:pt x="2" y="48"/>
                </a:cubicBezTo>
                <a:cubicBezTo>
                  <a:pt x="5" y="48"/>
                  <a:pt x="6" y="47"/>
                  <a:pt x="8" y="44"/>
                </a:cubicBezTo>
                <a:cubicBezTo>
                  <a:pt x="8" y="43"/>
                  <a:pt x="9" y="42"/>
                  <a:pt x="9" y="41"/>
                </a:cubicBezTo>
                <a:cubicBezTo>
                  <a:pt x="10" y="39"/>
                  <a:pt x="12" y="39"/>
                  <a:pt x="13" y="39"/>
                </a:cubicBezTo>
                <a:cubicBezTo>
                  <a:pt x="13" y="39"/>
                  <a:pt x="13" y="39"/>
                  <a:pt x="14" y="39"/>
                </a:cubicBezTo>
                <a:cubicBezTo>
                  <a:pt x="14" y="37"/>
                  <a:pt x="14" y="34"/>
                  <a:pt x="14" y="31"/>
                </a:cubicBezTo>
                <a:cubicBezTo>
                  <a:pt x="14" y="30"/>
                  <a:pt x="14" y="29"/>
                  <a:pt x="14" y="28"/>
                </a:cubicBezTo>
                <a:cubicBezTo>
                  <a:pt x="14" y="23"/>
                  <a:pt x="14" y="21"/>
                  <a:pt x="11" y="19"/>
                </a:cubicBezTo>
                <a:cubicBezTo>
                  <a:pt x="10" y="19"/>
                  <a:pt x="9" y="18"/>
                  <a:pt x="8" y="17"/>
                </a:cubicBezTo>
                <a:cubicBezTo>
                  <a:pt x="7" y="17"/>
                  <a:pt x="7" y="17"/>
                  <a:pt x="7" y="17"/>
                </a:cubicBezTo>
                <a:cubicBezTo>
                  <a:pt x="5" y="16"/>
                  <a:pt x="5" y="14"/>
                  <a:pt x="5" y="13"/>
                </a:cubicBezTo>
                <a:cubicBezTo>
                  <a:pt x="5" y="6"/>
                  <a:pt x="5" y="6"/>
                  <a:pt x="5" y="6"/>
                </a:cubicBezTo>
                <a:cubicBezTo>
                  <a:pt x="8" y="6"/>
                  <a:pt x="8" y="6"/>
                  <a:pt x="8" y="6"/>
                </a:cubicBezTo>
                <a:cubicBezTo>
                  <a:pt x="20" y="6"/>
                  <a:pt x="33" y="4"/>
                  <a:pt x="46" y="3"/>
                </a:cubicBezTo>
                <a:cubicBezTo>
                  <a:pt x="59" y="2"/>
                  <a:pt x="74" y="0"/>
                  <a:pt x="88" y="0"/>
                </a:cubicBezTo>
                <a:cubicBezTo>
                  <a:pt x="92" y="0"/>
                  <a:pt x="96" y="0"/>
                  <a:pt x="100" y="1"/>
                </a:cubicBezTo>
                <a:cubicBezTo>
                  <a:pt x="102" y="1"/>
                  <a:pt x="104" y="1"/>
                  <a:pt x="106" y="1"/>
                </a:cubicBezTo>
                <a:cubicBezTo>
                  <a:pt x="106" y="1"/>
                  <a:pt x="108" y="1"/>
                  <a:pt x="109" y="3"/>
                </a:cubicBezTo>
                <a:cubicBezTo>
                  <a:pt x="110" y="4"/>
                  <a:pt x="110" y="5"/>
                  <a:pt x="110" y="6"/>
                </a:cubicBezTo>
                <a:cubicBezTo>
                  <a:pt x="110" y="6"/>
                  <a:pt x="110" y="6"/>
                  <a:pt x="110" y="7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10"/>
                  <a:pt x="110" y="10"/>
                </a:cubicBezTo>
                <a:cubicBezTo>
                  <a:pt x="110" y="12"/>
                  <a:pt x="110" y="16"/>
                  <a:pt x="107" y="17"/>
                </a:cubicBezTo>
                <a:cubicBezTo>
                  <a:pt x="106" y="17"/>
                  <a:pt x="105" y="18"/>
                  <a:pt x="104" y="18"/>
                </a:cubicBezTo>
                <a:cubicBezTo>
                  <a:pt x="103" y="19"/>
                  <a:pt x="102" y="21"/>
                  <a:pt x="101" y="23"/>
                </a:cubicBezTo>
                <a:cubicBezTo>
                  <a:pt x="100" y="25"/>
                  <a:pt x="100" y="28"/>
                  <a:pt x="101" y="29"/>
                </a:cubicBezTo>
                <a:cubicBezTo>
                  <a:pt x="101" y="30"/>
                  <a:pt x="101" y="30"/>
                  <a:pt x="101" y="31"/>
                </a:cubicBezTo>
                <a:cubicBezTo>
                  <a:pt x="102" y="31"/>
                  <a:pt x="103" y="32"/>
                  <a:pt x="103" y="33"/>
                </a:cubicBezTo>
                <a:cubicBezTo>
                  <a:pt x="104" y="35"/>
                  <a:pt x="103" y="36"/>
                  <a:pt x="103" y="38"/>
                </a:cubicBezTo>
                <a:cubicBezTo>
                  <a:pt x="101" y="40"/>
                  <a:pt x="97" y="40"/>
                  <a:pt x="97" y="40"/>
                </a:cubicBezTo>
                <a:cubicBezTo>
                  <a:pt x="96" y="40"/>
                  <a:pt x="96" y="40"/>
                  <a:pt x="96" y="40"/>
                </a:cubicBezTo>
                <a:cubicBezTo>
                  <a:pt x="96" y="40"/>
                  <a:pt x="96" y="40"/>
                  <a:pt x="96" y="40"/>
                </a:cubicBezTo>
                <a:cubicBezTo>
                  <a:pt x="96" y="40"/>
                  <a:pt x="96" y="40"/>
                  <a:pt x="96" y="41"/>
                </a:cubicBezTo>
                <a:cubicBezTo>
                  <a:pt x="95" y="44"/>
                  <a:pt x="93" y="45"/>
                  <a:pt x="92" y="45"/>
                </a:cubicBezTo>
                <a:cubicBezTo>
                  <a:pt x="91" y="45"/>
                  <a:pt x="90" y="45"/>
                  <a:pt x="90" y="45"/>
                </a:cubicBezTo>
                <a:cubicBezTo>
                  <a:pt x="85" y="45"/>
                  <a:pt x="85" y="45"/>
                  <a:pt x="85" y="45"/>
                </a:cubicBezTo>
                <a:cubicBezTo>
                  <a:pt x="84" y="45"/>
                  <a:pt x="83" y="45"/>
                  <a:pt x="82" y="46"/>
                </a:cubicBezTo>
                <a:cubicBezTo>
                  <a:pt x="80" y="47"/>
                  <a:pt x="79" y="49"/>
                  <a:pt x="77" y="51"/>
                </a:cubicBezTo>
                <a:cubicBezTo>
                  <a:pt x="76" y="53"/>
                  <a:pt x="75" y="55"/>
                  <a:pt x="72" y="55"/>
                </a:cubicBezTo>
                <a:cubicBezTo>
                  <a:pt x="71" y="55"/>
                  <a:pt x="71" y="55"/>
                  <a:pt x="71" y="55"/>
                </a:cubicBezTo>
                <a:cubicBezTo>
                  <a:pt x="70" y="55"/>
                  <a:pt x="69" y="54"/>
                  <a:pt x="68" y="54"/>
                </a:cubicBezTo>
                <a:cubicBezTo>
                  <a:pt x="68" y="54"/>
                  <a:pt x="68" y="54"/>
                  <a:pt x="68" y="54"/>
                </a:cubicBezTo>
                <a:cubicBezTo>
                  <a:pt x="68" y="54"/>
                  <a:pt x="68" y="55"/>
                  <a:pt x="68" y="55"/>
                </a:cubicBezTo>
                <a:cubicBezTo>
                  <a:pt x="67" y="58"/>
                  <a:pt x="65" y="59"/>
                  <a:pt x="63" y="59"/>
                </a:cubicBezTo>
                <a:cubicBezTo>
                  <a:pt x="56" y="59"/>
                  <a:pt x="56" y="59"/>
                  <a:pt x="56" y="59"/>
                </a:cubicBezTo>
                <a:cubicBezTo>
                  <a:pt x="55" y="59"/>
                  <a:pt x="54" y="59"/>
                  <a:pt x="54" y="59"/>
                </a:cubicBezTo>
                <a:cubicBezTo>
                  <a:pt x="53" y="59"/>
                  <a:pt x="52" y="59"/>
                  <a:pt x="51" y="59"/>
                </a:cubicBezTo>
                <a:cubicBezTo>
                  <a:pt x="49" y="59"/>
                  <a:pt x="49" y="59"/>
                  <a:pt x="49" y="59"/>
                </a:cubicBezTo>
                <a:cubicBezTo>
                  <a:pt x="49" y="60"/>
                  <a:pt x="49" y="60"/>
                  <a:pt x="49" y="60"/>
                </a:cubicBezTo>
                <a:cubicBezTo>
                  <a:pt x="48" y="63"/>
                  <a:pt x="47" y="64"/>
                  <a:pt x="45" y="64"/>
                </a:cubicBezTo>
                <a:cubicBezTo>
                  <a:pt x="45" y="64"/>
                  <a:pt x="45" y="64"/>
                  <a:pt x="45" y="65"/>
                </a:cubicBezTo>
                <a:cubicBezTo>
                  <a:pt x="44" y="66"/>
                  <a:pt x="44" y="67"/>
                  <a:pt x="44" y="69"/>
                </a:cubicBezTo>
                <a:cubicBezTo>
                  <a:pt x="44" y="70"/>
                  <a:pt x="44" y="72"/>
                  <a:pt x="43" y="73"/>
                </a:cubicBezTo>
                <a:cubicBezTo>
                  <a:pt x="43" y="75"/>
                  <a:pt x="41" y="78"/>
                  <a:pt x="36" y="78"/>
                </a:cubicBez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5B23544A-2FB7-4D24-A091-187EFCD1AB2E}"/>
              </a:ext>
            </a:extLst>
          </p:cNvPr>
          <p:cNvSpPr>
            <a:spLocks noGrp="1"/>
          </p:cNvSpPr>
          <p:nvPr/>
        </p:nvSpPr>
        <p:spPr>
          <a:xfrm>
            <a:off x="6254209" y="2296211"/>
            <a:ext cx="1222373" cy="2356992"/>
          </a:xfrm>
          <a:custGeom>
            <a:avLst/>
            <a:gdLst/>
            <a:ahLst/>
            <a:cxnLst/>
            <a:rect l="0" t="0" r="r" b="b"/>
            <a:pathLst>
              <a:path w="418" h="806">
                <a:moveTo>
                  <a:pt x="229" y="806"/>
                </a:moveTo>
                <a:cubicBezTo>
                  <a:pt x="228" y="806"/>
                  <a:pt x="227" y="805"/>
                  <a:pt x="226" y="804"/>
                </a:cubicBezTo>
                <a:cubicBezTo>
                  <a:pt x="223" y="802"/>
                  <a:pt x="223" y="799"/>
                  <a:pt x="223" y="797"/>
                </a:cubicBezTo>
                <a:cubicBezTo>
                  <a:pt x="223" y="796"/>
                  <a:pt x="223" y="795"/>
                  <a:pt x="222" y="795"/>
                </a:cubicBezTo>
                <a:cubicBezTo>
                  <a:pt x="222" y="792"/>
                  <a:pt x="221" y="788"/>
                  <a:pt x="224" y="786"/>
                </a:cubicBezTo>
                <a:cubicBezTo>
                  <a:pt x="225" y="785"/>
                  <a:pt x="226" y="784"/>
                  <a:pt x="228" y="783"/>
                </a:cubicBezTo>
                <a:cubicBezTo>
                  <a:pt x="229" y="783"/>
                  <a:pt x="230" y="782"/>
                  <a:pt x="232" y="782"/>
                </a:cubicBezTo>
                <a:cubicBezTo>
                  <a:pt x="233" y="781"/>
                  <a:pt x="234" y="781"/>
                  <a:pt x="236" y="780"/>
                </a:cubicBezTo>
                <a:cubicBezTo>
                  <a:pt x="238" y="779"/>
                  <a:pt x="240" y="778"/>
                  <a:pt x="240" y="776"/>
                </a:cubicBezTo>
                <a:cubicBezTo>
                  <a:pt x="241" y="774"/>
                  <a:pt x="241" y="770"/>
                  <a:pt x="240" y="768"/>
                </a:cubicBezTo>
                <a:cubicBezTo>
                  <a:pt x="239" y="765"/>
                  <a:pt x="238" y="762"/>
                  <a:pt x="236" y="760"/>
                </a:cubicBezTo>
                <a:cubicBezTo>
                  <a:pt x="235" y="759"/>
                  <a:pt x="234" y="759"/>
                  <a:pt x="233" y="758"/>
                </a:cubicBezTo>
                <a:cubicBezTo>
                  <a:pt x="232" y="757"/>
                  <a:pt x="232" y="757"/>
                  <a:pt x="232" y="757"/>
                </a:cubicBezTo>
                <a:cubicBezTo>
                  <a:pt x="232" y="714"/>
                  <a:pt x="232" y="714"/>
                  <a:pt x="232" y="714"/>
                </a:cubicBezTo>
                <a:cubicBezTo>
                  <a:pt x="235" y="715"/>
                  <a:pt x="235" y="715"/>
                  <a:pt x="235" y="715"/>
                </a:cubicBezTo>
                <a:cubicBezTo>
                  <a:pt x="236" y="715"/>
                  <a:pt x="236" y="715"/>
                  <a:pt x="236" y="715"/>
                </a:cubicBezTo>
                <a:cubicBezTo>
                  <a:pt x="237" y="714"/>
                  <a:pt x="237" y="711"/>
                  <a:pt x="236" y="706"/>
                </a:cubicBezTo>
                <a:cubicBezTo>
                  <a:pt x="236" y="705"/>
                  <a:pt x="236" y="704"/>
                  <a:pt x="236" y="704"/>
                </a:cubicBezTo>
                <a:cubicBezTo>
                  <a:pt x="236" y="703"/>
                  <a:pt x="236" y="703"/>
                  <a:pt x="236" y="703"/>
                </a:cubicBezTo>
                <a:cubicBezTo>
                  <a:pt x="236" y="703"/>
                  <a:pt x="236" y="703"/>
                  <a:pt x="236" y="703"/>
                </a:cubicBezTo>
                <a:cubicBezTo>
                  <a:pt x="236" y="703"/>
                  <a:pt x="236" y="702"/>
                  <a:pt x="236" y="702"/>
                </a:cubicBezTo>
                <a:cubicBezTo>
                  <a:pt x="236" y="702"/>
                  <a:pt x="236" y="702"/>
                  <a:pt x="236" y="702"/>
                </a:cubicBezTo>
                <a:cubicBezTo>
                  <a:pt x="236" y="702"/>
                  <a:pt x="236" y="702"/>
                  <a:pt x="236" y="702"/>
                </a:cubicBezTo>
                <a:cubicBezTo>
                  <a:pt x="235" y="702"/>
                  <a:pt x="235" y="702"/>
                  <a:pt x="235" y="702"/>
                </a:cubicBezTo>
                <a:cubicBezTo>
                  <a:pt x="233" y="702"/>
                  <a:pt x="232" y="701"/>
                  <a:pt x="232" y="698"/>
                </a:cubicBezTo>
                <a:cubicBezTo>
                  <a:pt x="232" y="695"/>
                  <a:pt x="232" y="695"/>
                  <a:pt x="232" y="695"/>
                </a:cubicBezTo>
                <a:cubicBezTo>
                  <a:pt x="232" y="695"/>
                  <a:pt x="232" y="694"/>
                  <a:pt x="232" y="694"/>
                </a:cubicBezTo>
                <a:cubicBezTo>
                  <a:pt x="232" y="694"/>
                  <a:pt x="232" y="693"/>
                  <a:pt x="232" y="693"/>
                </a:cubicBezTo>
                <a:cubicBezTo>
                  <a:pt x="232" y="693"/>
                  <a:pt x="232" y="693"/>
                  <a:pt x="231" y="693"/>
                </a:cubicBezTo>
                <a:cubicBezTo>
                  <a:pt x="231" y="693"/>
                  <a:pt x="230" y="693"/>
                  <a:pt x="230" y="693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7" y="648"/>
                  <a:pt x="227" y="648"/>
                  <a:pt x="227" y="648"/>
                </a:cubicBezTo>
                <a:cubicBezTo>
                  <a:pt x="231" y="649"/>
                  <a:pt x="231" y="649"/>
                  <a:pt x="231" y="649"/>
                </a:cubicBezTo>
                <a:cubicBezTo>
                  <a:pt x="231" y="649"/>
                  <a:pt x="231" y="649"/>
                  <a:pt x="231" y="649"/>
                </a:cubicBezTo>
                <a:cubicBezTo>
                  <a:pt x="231" y="648"/>
                  <a:pt x="231" y="648"/>
                  <a:pt x="231" y="648"/>
                </a:cubicBezTo>
                <a:cubicBezTo>
                  <a:pt x="232" y="647"/>
                  <a:pt x="232" y="645"/>
                  <a:pt x="232" y="644"/>
                </a:cubicBezTo>
                <a:cubicBezTo>
                  <a:pt x="233" y="643"/>
                  <a:pt x="234" y="642"/>
                  <a:pt x="235" y="641"/>
                </a:cubicBezTo>
                <a:cubicBezTo>
                  <a:pt x="236" y="640"/>
                  <a:pt x="236" y="639"/>
                  <a:pt x="236" y="638"/>
                </a:cubicBezTo>
                <a:cubicBezTo>
                  <a:pt x="236" y="634"/>
                  <a:pt x="236" y="634"/>
                  <a:pt x="236" y="634"/>
                </a:cubicBezTo>
                <a:cubicBezTo>
                  <a:pt x="240" y="635"/>
                  <a:pt x="240" y="635"/>
                  <a:pt x="240" y="635"/>
                </a:cubicBezTo>
                <a:cubicBezTo>
                  <a:pt x="240" y="635"/>
                  <a:pt x="240" y="635"/>
                  <a:pt x="241" y="635"/>
                </a:cubicBezTo>
                <a:cubicBezTo>
                  <a:pt x="241" y="635"/>
                  <a:pt x="241" y="635"/>
                  <a:pt x="241" y="635"/>
                </a:cubicBezTo>
                <a:cubicBezTo>
                  <a:pt x="241" y="635"/>
                  <a:pt x="241" y="634"/>
                  <a:pt x="241" y="633"/>
                </a:cubicBezTo>
                <a:cubicBezTo>
                  <a:pt x="241" y="615"/>
                  <a:pt x="241" y="615"/>
                  <a:pt x="241" y="615"/>
                </a:cubicBezTo>
                <a:cubicBezTo>
                  <a:pt x="245" y="616"/>
                  <a:pt x="245" y="616"/>
                  <a:pt x="245" y="616"/>
                </a:cubicBezTo>
                <a:cubicBezTo>
                  <a:pt x="245" y="616"/>
                  <a:pt x="245" y="616"/>
                  <a:pt x="245" y="616"/>
                </a:cubicBezTo>
                <a:cubicBezTo>
                  <a:pt x="245" y="616"/>
                  <a:pt x="246" y="614"/>
                  <a:pt x="246" y="613"/>
                </a:cubicBezTo>
                <a:cubicBezTo>
                  <a:pt x="246" y="612"/>
                  <a:pt x="247" y="610"/>
                  <a:pt x="248" y="609"/>
                </a:cubicBezTo>
                <a:cubicBezTo>
                  <a:pt x="249" y="607"/>
                  <a:pt x="250" y="606"/>
                  <a:pt x="251" y="605"/>
                </a:cubicBezTo>
                <a:cubicBezTo>
                  <a:pt x="253" y="604"/>
                  <a:pt x="254" y="602"/>
                  <a:pt x="255" y="600"/>
                </a:cubicBezTo>
                <a:cubicBezTo>
                  <a:pt x="255" y="600"/>
                  <a:pt x="255" y="600"/>
                  <a:pt x="255" y="600"/>
                </a:cubicBezTo>
                <a:cubicBezTo>
                  <a:pt x="255" y="599"/>
                  <a:pt x="256" y="598"/>
                  <a:pt x="258" y="597"/>
                </a:cubicBezTo>
                <a:cubicBezTo>
                  <a:pt x="258" y="596"/>
                  <a:pt x="257" y="596"/>
                  <a:pt x="257" y="596"/>
                </a:cubicBezTo>
                <a:cubicBezTo>
                  <a:pt x="255" y="594"/>
                  <a:pt x="254" y="594"/>
                  <a:pt x="253" y="593"/>
                </a:cubicBezTo>
                <a:cubicBezTo>
                  <a:pt x="250" y="593"/>
                  <a:pt x="250" y="593"/>
                  <a:pt x="250" y="593"/>
                </a:cubicBezTo>
                <a:cubicBezTo>
                  <a:pt x="250" y="577"/>
                  <a:pt x="250" y="577"/>
                  <a:pt x="250" y="577"/>
                </a:cubicBezTo>
                <a:cubicBezTo>
                  <a:pt x="254" y="578"/>
                  <a:pt x="254" y="578"/>
                  <a:pt x="254" y="578"/>
                </a:cubicBezTo>
                <a:cubicBezTo>
                  <a:pt x="254" y="578"/>
                  <a:pt x="255" y="578"/>
                  <a:pt x="255" y="578"/>
                </a:cubicBezTo>
                <a:cubicBezTo>
                  <a:pt x="256" y="577"/>
                  <a:pt x="255" y="572"/>
                  <a:pt x="255" y="570"/>
                </a:cubicBezTo>
                <a:cubicBezTo>
                  <a:pt x="255" y="569"/>
                  <a:pt x="255" y="569"/>
                  <a:pt x="255" y="568"/>
                </a:cubicBezTo>
                <a:cubicBezTo>
                  <a:pt x="255" y="557"/>
                  <a:pt x="255" y="557"/>
                  <a:pt x="255" y="557"/>
                </a:cubicBezTo>
                <a:cubicBezTo>
                  <a:pt x="255" y="557"/>
                  <a:pt x="255" y="557"/>
                  <a:pt x="255" y="557"/>
                </a:cubicBezTo>
                <a:cubicBezTo>
                  <a:pt x="255" y="556"/>
                  <a:pt x="255" y="556"/>
                  <a:pt x="255" y="556"/>
                </a:cubicBezTo>
                <a:cubicBezTo>
                  <a:pt x="255" y="556"/>
                  <a:pt x="255" y="556"/>
                  <a:pt x="255" y="556"/>
                </a:cubicBezTo>
                <a:cubicBezTo>
                  <a:pt x="254" y="556"/>
                  <a:pt x="254" y="556"/>
                  <a:pt x="253" y="556"/>
                </a:cubicBezTo>
                <a:cubicBezTo>
                  <a:pt x="250" y="556"/>
                  <a:pt x="250" y="556"/>
                  <a:pt x="250" y="556"/>
                </a:cubicBezTo>
                <a:cubicBezTo>
                  <a:pt x="250" y="550"/>
                  <a:pt x="250" y="550"/>
                  <a:pt x="250" y="550"/>
                </a:cubicBezTo>
                <a:cubicBezTo>
                  <a:pt x="250" y="549"/>
                  <a:pt x="251" y="548"/>
                  <a:pt x="251" y="546"/>
                </a:cubicBezTo>
                <a:cubicBezTo>
                  <a:pt x="251" y="545"/>
                  <a:pt x="251" y="545"/>
                  <a:pt x="251" y="545"/>
                </a:cubicBezTo>
                <a:cubicBezTo>
                  <a:pt x="251" y="544"/>
                  <a:pt x="251" y="543"/>
                  <a:pt x="251" y="542"/>
                </a:cubicBezTo>
                <a:cubicBezTo>
                  <a:pt x="250" y="541"/>
                  <a:pt x="249" y="540"/>
                  <a:pt x="247" y="539"/>
                </a:cubicBezTo>
                <a:cubicBezTo>
                  <a:pt x="247" y="539"/>
                  <a:pt x="246" y="538"/>
                  <a:pt x="245" y="538"/>
                </a:cubicBezTo>
                <a:cubicBezTo>
                  <a:pt x="243" y="536"/>
                  <a:pt x="242" y="534"/>
                  <a:pt x="241" y="532"/>
                </a:cubicBezTo>
                <a:cubicBezTo>
                  <a:pt x="241" y="531"/>
                  <a:pt x="241" y="529"/>
                  <a:pt x="241" y="528"/>
                </a:cubicBezTo>
                <a:cubicBezTo>
                  <a:pt x="241" y="527"/>
                  <a:pt x="241" y="526"/>
                  <a:pt x="241" y="526"/>
                </a:cubicBezTo>
                <a:cubicBezTo>
                  <a:pt x="239" y="523"/>
                  <a:pt x="238" y="521"/>
                  <a:pt x="238" y="518"/>
                </a:cubicBezTo>
                <a:cubicBezTo>
                  <a:pt x="237" y="517"/>
                  <a:pt x="236" y="515"/>
                  <a:pt x="236" y="514"/>
                </a:cubicBezTo>
                <a:cubicBezTo>
                  <a:pt x="235" y="512"/>
                  <a:pt x="234" y="511"/>
                  <a:pt x="233" y="510"/>
                </a:cubicBezTo>
                <a:cubicBezTo>
                  <a:pt x="232" y="509"/>
                  <a:pt x="231" y="509"/>
                  <a:pt x="231" y="509"/>
                </a:cubicBezTo>
                <a:cubicBezTo>
                  <a:pt x="228" y="508"/>
                  <a:pt x="227" y="507"/>
                  <a:pt x="227" y="504"/>
                </a:cubicBezTo>
                <a:cubicBezTo>
                  <a:pt x="227" y="503"/>
                  <a:pt x="227" y="503"/>
                  <a:pt x="227" y="503"/>
                </a:cubicBezTo>
                <a:cubicBezTo>
                  <a:pt x="227" y="503"/>
                  <a:pt x="227" y="502"/>
                  <a:pt x="227" y="501"/>
                </a:cubicBezTo>
                <a:cubicBezTo>
                  <a:pt x="227" y="501"/>
                  <a:pt x="227" y="500"/>
                  <a:pt x="227" y="500"/>
                </a:cubicBezTo>
                <a:cubicBezTo>
                  <a:pt x="226" y="499"/>
                  <a:pt x="226" y="499"/>
                  <a:pt x="225" y="499"/>
                </a:cubicBezTo>
                <a:cubicBezTo>
                  <a:pt x="222" y="499"/>
                  <a:pt x="222" y="499"/>
                  <a:pt x="222" y="499"/>
                </a:cubicBezTo>
                <a:cubicBezTo>
                  <a:pt x="222" y="496"/>
                  <a:pt x="222" y="496"/>
                  <a:pt x="222" y="496"/>
                </a:cubicBezTo>
                <a:cubicBezTo>
                  <a:pt x="222" y="488"/>
                  <a:pt x="222" y="488"/>
                  <a:pt x="222" y="488"/>
                </a:cubicBezTo>
                <a:cubicBezTo>
                  <a:pt x="226" y="488"/>
                  <a:pt x="226" y="488"/>
                  <a:pt x="226" y="488"/>
                </a:cubicBezTo>
                <a:cubicBezTo>
                  <a:pt x="226" y="488"/>
                  <a:pt x="226" y="488"/>
                  <a:pt x="226" y="488"/>
                </a:cubicBezTo>
                <a:cubicBezTo>
                  <a:pt x="227" y="488"/>
                  <a:pt x="227" y="487"/>
                  <a:pt x="227" y="486"/>
                </a:cubicBezTo>
                <a:cubicBezTo>
                  <a:pt x="227" y="485"/>
                  <a:pt x="228" y="483"/>
                  <a:pt x="228" y="482"/>
                </a:cubicBezTo>
                <a:cubicBezTo>
                  <a:pt x="229" y="481"/>
                  <a:pt x="229" y="480"/>
                  <a:pt x="230" y="480"/>
                </a:cubicBezTo>
                <a:cubicBezTo>
                  <a:pt x="231" y="477"/>
                  <a:pt x="232" y="475"/>
                  <a:pt x="232" y="472"/>
                </a:cubicBezTo>
                <a:cubicBezTo>
                  <a:pt x="232" y="468"/>
                  <a:pt x="229" y="464"/>
                  <a:pt x="227" y="461"/>
                </a:cubicBezTo>
                <a:cubicBezTo>
                  <a:pt x="226" y="460"/>
                  <a:pt x="224" y="459"/>
                  <a:pt x="222" y="458"/>
                </a:cubicBezTo>
                <a:cubicBezTo>
                  <a:pt x="220" y="457"/>
                  <a:pt x="219" y="457"/>
                  <a:pt x="216" y="457"/>
                </a:cubicBezTo>
                <a:cubicBezTo>
                  <a:pt x="212" y="457"/>
                  <a:pt x="212" y="457"/>
                  <a:pt x="212" y="457"/>
                </a:cubicBezTo>
                <a:cubicBezTo>
                  <a:pt x="213" y="453"/>
                  <a:pt x="213" y="453"/>
                  <a:pt x="213" y="453"/>
                </a:cubicBezTo>
                <a:cubicBezTo>
                  <a:pt x="213" y="453"/>
                  <a:pt x="213" y="452"/>
                  <a:pt x="213" y="452"/>
                </a:cubicBezTo>
                <a:cubicBezTo>
                  <a:pt x="213" y="452"/>
                  <a:pt x="213" y="452"/>
                  <a:pt x="213" y="452"/>
                </a:cubicBezTo>
                <a:cubicBezTo>
                  <a:pt x="213" y="452"/>
                  <a:pt x="212" y="452"/>
                  <a:pt x="208" y="452"/>
                </a:cubicBezTo>
                <a:cubicBezTo>
                  <a:pt x="207" y="452"/>
                  <a:pt x="205" y="452"/>
                  <a:pt x="204" y="452"/>
                </a:cubicBezTo>
                <a:cubicBezTo>
                  <a:pt x="203" y="452"/>
                  <a:pt x="202" y="452"/>
                  <a:pt x="202" y="452"/>
                </a:cubicBezTo>
                <a:cubicBezTo>
                  <a:pt x="198" y="452"/>
                  <a:pt x="198" y="452"/>
                  <a:pt x="198" y="452"/>
                </a:cubicBezTo>
                <a:cubicBezTo>
                  <a:pt x="199" y="448"/>
                  <a:pt x="199" y="448"/>
                  <a:pt x="199" y="448"/>
                </a:cubicBezTo>
                <a:cubicBezTo>
                  <a:pt x="199" y="448"/>
                  <a:pt x="199" y="448"/>
                  <a:pt x="199" y="448"/>
                </a:cubicBezTo>
                <a:cubicBezTo>
                  <a:pt x="199" y="448"/>
                  <a:pt x="199" y="448"/>
                  <a:pt x="198" y="448"/>
                </a:cubicBezTo>
                <a:cubicBezTo>
                  <a:pt x="197" y="447"/>
                  <a:pt x="196" y="447"/>
                  <a:pt x="195" y="447"/>
                </a:cubicBezTo>
                <a:cubicBezTo>
                  <a:pt x="194" y="447"/>
                  <a:pt x="194" y="447"/>
                  <a:pt x="194" y="447"/>
                </a:cubicBezTo>
                <a:cubicBezTo>
                  <a:pt x="190" y="447"/>
                  <a:pt x="189" y="445"/>
                  <a:pt x="189" y="444"/>
                </a:cubicBezTo>
                <a:cubicBezTo>
                  <a:pt x="188" y="441"/>
                  <a:pt x="184" y="438"/>
                  <a:pt x="180" y="438"/>
                </a:cubicBezTo>
                <a:cubicBezTo>
                  <a:pt x="170" y="438"/>
                  <a:pt x="170" y="438"/>
                  <a:pt x="170" y="438"/>
                </a:cubicBezTo>
                <a:cubicBezTo>
                  <a:pt x="169" y="438"/>
                  <a:pt x="169" y="438"/>
                  <a:pt x="168" y="438"/>
                </a:cubicBezTo>
                <a:cubicBezTo>
                  <a:pt x="168" y="438"/>
                  <a:pt x="167" y="438"/>
                  <a:pt x="166" y="438"/>
                </a:cubicBezTo>
                <a:cubicBezTo>
                  <a:pt x="164" y="438"/>
                  <a:pt x="163" y="438"/>
                  <a:pt x="162" y="439"/>
                </a:cubicBezTo>
                <a:cubicBezTo>
                  <a:pt x="161" y="439"/>
                  <a:pt x="160" y="441"/>
                  <a:pt x="159" y="443"/>
                </a:cubicBezTo>
                <a:cubicBezTo>
                  <a:pt x="158" y="445"/>
                  <a:pt x="158" y="446"/>
                  <a:pt x="158" y="449"/>
                </a:cubicBezTo>
                <a:cubicBezTo>
                  <a:pt x="158" y="453"/>
                  <a:pt x="158" y="453"/>
                  <a:pt x="158" y="453"/>
                </a:cubicBezTo>
                <a:cubicBezTo>
                  <a:pt x="154" y="452"/>
                  <a:pt x="154" y="452"/>
                  <a:pt x="154" y="452"/>
                </a:cubicBezTo>
                <a:cubicBezTo>
                  <a:pt x="154" y="452"/>
                  <a:pt x="153" y="452"/>
                  <a:pt x="153" y="452"/>
                </a:cubicBezTo>
                <a:cubicBezTo>
                  <a:pt x="153" y="452"/>
                  <a:pt x="153" y="452"/>
                  <a:pt x="153" y="452"/>
                </a:cubicBezTo>
                <a:cubicBezTo>
                  <a:pt x="153" y="452"/>
                  <a:pt x="153" y="452"/>
                  <a:pt x="153" y="453"/>
                </a:cubicBezTo>
                <a:cubicBezTo>
                  <a:pt x="153" y="455"/>
                  <a:pt x="152" y="457"/>
                  <a:pt x="147" y="457"/>
                </a:cubicBezTo>
                <a:cubicBezTo>
                  <a:pt x="146" y="457"/>
                  <a:pt x="145" y="457"/>
                  <a:pt x="144" y="457"/>
                </a:cubicBezTo>
                <a:cubicBezTo>
                  <a:pt x="144" y="457"/>
                  <a:pt x="144" y="457"/>
                  <a:pt x="144" y="457"/>
                </a:cubicBezTo>
                <a:cubicBezTo>
                  <a:pt x="143" y="457"/>
                  <a:pt x="142" y="457"/>
                  <a:pt x="141" y="457"/>
                </a:cubicBezTo>
                <a:cubicBezTo>
                  <a:pt x="140" y="456"/>
                  <a:pt x="140" y="456"/>
                  <a:pt x="140" y="456"/>
                </a:cubicBezTo>
                <a:cubicBezTo>
                  <a:pt x="137" y="456"/>
                  <a:pt x="134" y="456"/>
                  <a:pt x="132" y="455"/>
                </a:cubicBezTo>
                <a:cubicBezTo>
                  <a:pt x="130" y="454"/>
                  <a:pt x="129" y="453"/>
                  <a:pt x="129" y="452"/>
                </a:cubicBezTo>
                <a:cubicBezTo>
                  <a:pt x="128" y="452"/>
                  <a:pt x="128" y="452"/>
                  <a:pt x="127" y="452"/>
                </a:cubicBezTo>
                <a:cubicBezTo>
                  <a:pt x="127" y="452"/>
                  <a:pt x="127" y="452"/>
                  <a:pt x="126" y="452"/>
                </a:cubicBezTo>
                <a:cubicBezTo>
                  <a:pt x="122" y="452"/>
                  <a:pt x="122" y="452"/>
                  <a:pt x="122" y="452"/>
                </a:cubicBezTo>
                <a:cubicBezTo>
                  <a:pt x="119" y="452"/>
                  <a:pt x="119" y="450"/>
                  <a:pt x="118" y="449"/>
                </a:cubicBezTo>
                <a:cubicBezTo>
                  <a:pt x="118" y="449"/>
                  <a:pt x="118" y="449"/>
                  <a:pt x="118" y="449"/>
                </a:cubicBezTo>
                <a:cubicBezTo>
                  <a:pt x="117" y="448"/>
                  <a:pt x="115" y="448"/>
                  <a:pt x="114" y="448"/>
                </a:cubicBezTo>
                <a:cubicBezTo>
                  <a:pt x="112" y="448"/>
                  <a:pt x="111" y="448"/>
                  <a:pt x="111" y="448"/>
                </a:cubicBezTo>
                <a:cubicBezTo>
                  <a:pt x="111" y="449"/>
                  <a:pt x="110" y="449"/>
                  <a:pt x="110" y="449"/>
                </a:cubicBezTo>
                <a:cubicBezTo>
                  <a:pt x="110" y="452"/>
                  <a:pt x="110" y="452"/>
                  <a:pt x="110" y="452"/>
                </a:cubicBezTo>
                <a:cubicBezTo>
                  <a:pt x="106" y="452"/>
                  <a:pt x="106" y="452"/>
                  <a:pt x="106" y="452"/>
                </a:cubicBezTo>
                <a:cubicBezTo>
                  <a:pt x="105" y="452"/>
                  <a:pt x="103" y="452"/>
                  <a:pt x="101" y="452"/>
                </a:cubicBezTo>
                <a:cubicBezTo>
                  <a:pt x="101" y="452"/>
                  <a:pt x="101" y="452"/>
                  <a:pt x="101" y="452"/>
                </a:cubicBezTo>
                <a:cubicBezTo>
                  <a:pt x="101" y="452"/>
                  <a:pt x="101" y="452"/>
                  <a:pt x="101" y="454"/>
                </a:cubicBezTo>
                <a:cubicBezTo>
                  <a:pt x="101" y="457"/>
                  <a:pt x="101" y="457"/>
                  <a:pt x="101" y="457"/>
                </a:cubicBezTo>
                <a:cubicBezTo>
                  <a:pt x="94" y="457"/>
                  <a:pt x="94" y="457"/>
                  <a:pt x="94" y="457"/>
                </a:cubicBezTo>
                <a:cubicBezTo>
                  <a:pt x="93" y="457"/>
                  <a:pt x="91" y="457"/>
                  <a:pt x="90" y="453"/>
                </a:cubicBezTo>
                <a:cubicBezTo>
                  <a:pt x="90" y="453"/>
                  <a:pt x="90" y="453"/>
                  <a:pt x="90" y="453"/>
                </a:cubicBezTo>
                <a:cubicBezTo>
                  <a:pt x="89" y="452"/>
                  <a:pt x="89" y="451"/>
                  <a:pt x="88" y="451"/>
                </a:cubicBezTo>
                <a:cubicBezTo>
                  <a:pt x="87" y="449"/>
                  <a:pt x="84" y="448"/>
                  <a:pt x="82" y="447"/>
                </a:cubicBezTo>
                <a:cubicBezTo>
                  <a:pt x="79" y="446"/>
                  <a:pt x="76" y="444"/>
                  <a:pt x="74" y="440"/>
                </a:cubicBezTo>
                <a:cubicBezTo>
                  <a:pt x="73" y="440"/>
                  <a:pt x="73" y="440"/>
                  <a:pt x="73" y="440"/>
                </a:cubicBezTo>
                <a:cubicBezTo>
                  <a:pt x="72" y="438"/>
                  <a:pt x="71" y="436"/>
                  <a:pt x="71" y="434"/>
                </a:cubicBezTo>
                <a:cubicBezTo>
                  <a:pt x="71" y="434"/>
                  <a:pt x="71" y="434"/>
                  <a:pt x="71" y="434"/>
                </a:cubicBezTo>
                <a:cubicBezTo>
                  <a:pt x="71" y="433"/>
                  <a:pt x="70" y="433"/>
                  <a:pt x="70" y="433"/>
                </a:cubicBezTo>
                <a:cubicBezTo>
                  <a:pt x="70" y="433"/>
                  <a:pt x="70" y="433"/>
                  <a:pt x="69" y="433"/>
                </a:cubicBezTo>
                <a:cubicBezTo>
                  <a:pt x="69" y="433"/>
                  <a:pt x="69" y="433"/>
                  <a:pt x="69" y="433"/>
                </a:cubicBezTo>
                <a:cubicBezTo>
                  <a:pt x="68" y="433"/>
                  <a:pt x="68" y="433"/>
                  <a:pt x="67" y="433"/>
                </a:cubicBezTo>
                <a:cubicBezTo>
                  <a:pt x="63" y="433"/>
                  <a:pt x="62" y="431"/>
                  <a:pt x="62" y="430"/>
                </a:cubicBezTo>
                <a:cubicBezTo>
                  <a:pt x="62" y="430"/>
                  <a:pt x="61" y="428"/>
                  <a:pt x="54" y="428"/>
                </a:cubicBezTo>
                <a:cubicBezTo>
                  <a:pt x="51" y="428"/>
                  <a:pt x="51" y="428"/>
                  <a:pt x="51" y="428"/>
                </a:cubicBezTo>
                <a:cubicBezTo>
                  <a:pt x="47" y="428"/>
                  <a:pt x="47" y="428"/>
                  <a:pt x="47" y="428"/>
                </a:cubicBezTo>
                <a:cubicBezTo>
                  <a:pt x="48" y="425"/>
                  <a:pt x="48" y="425"/>
                  <a:pt x="48" y="425"/>
                </a:cubicBezTo>
                <a:cubicBezTo>
                  <a:pt x="48" y="425"/>
                  <a:pt x="48" y="424"/>
                  <a:pt x="48" y="424"/>
                </a:cubicBezTo>
                <a:cubicBezTo>
                  <a:pt x="47" y="424"/>
                  <a:pt x="46" y="424"/>
                  <a:pt x="45" y="424"/>
                </a:cubicBezTo>
                <a:cubicBezTo>
                  <a:pt x="45" y="424"/>
                  <a:pt x="44" y="424"/>
                  <a:pt x="43" y="423"/>
                </a:cubicBezTo>
                <a:cubicBezTo>
                  <a:pt x="37" y="422"/>
                  <a:pt x="38" y="415"/>
                  <a:pt x="38" y="411"/>
                </a:cubicBezTo>
                <a:cubicBezTo>
                  <a:pt x="38" y="411"/>
                  <a:pt x="38" y="410"/>
                  <a:pt x="38" y="410"/>
                </a:cubicBezTo>
                <a:cubicBezTo>
                  <a:pt x="39" y="403"/>
                  <a:pt x="37" y="398"/>
                  <a:pt x="33" y="394"/>
                </a:cubicBezTo>
                <a:cubicBezTo>
                  <a:pt x="31" y="392"/>
                  <a:pt x="28" y="391"/>
                  <a:pt x="26" y="389"/>
                </a:cubicBezTo>
                <a:cubicBezTo>
                  <a:pt x="25" y="389"/>
                  <a:pt x="25" y="389"/>
                  <a:pt x="25" y="389"/>
                </a:cubicBezTo>
                <a:cubicBezTo>
                  <a:pt x="24" y="388"/>
                  <a:pt x="22" y="387"/>
                  <a:pt x="21" y="386"/>
                </a:cubicBezTo>
                <a:cubicBezTo>
                  <a:pt x="19" y="385"/>
                  <a:pt x="19" y="382"/>
                  <a:pt x="18" y="381"/>
                </a:cubicBezTo>
                <a:cubicBezTo>
                  <a:pt x="18" y="380"/>
                  <a:pt x="17" y="379"/>
                  <a:pt x="17" y="379"/>
                </a:cubicBezTo>
                <a:cubicBezTo>
                  <a:pt x="16" y="377"/>
                  <a:pt x="15" y="375"/>
                  <a:pt x="14" y="374"/>
                </a:cubicBezTo>
                <a:cubicBezTo>
                  <a:pt x="13" y="373"/>
                  <a:pt x="12" y="372"/>
                  <a:pt x="12" y="372"/>
                </a:cubicBezTo>
                <a:cubicBezTo>
                  <a:pt x="10" y="370"/>
                  <a:pt x="10" y="368"/>
                  <a:pt x="10" y="367"/>
                </a:cubicBezTo>
                <a:cubicBezTo>
                  <a:pt x="10" y="367"/>
                  <a:pt x="10" y="367"/>
                  <a:pt x="10" y="366"/>
                </a:cubicBezTo>
                <a:cubicBezTo>
                  <a:pt x="10" y="366"/>
                  <a:pt x="10" y="365"/>
                  <a:pt x="10" y="365"/>
                </a:cubicBezTo>
                <a:cubicBezTo>
                  <a:pt x="10" y="364"/>
                  <a:pt x="10" y="363"/>
                  <a:pt x="10" y="363"/>
                </a:cubicBezTo>
                <a:cubicBezTo>
                  <a:pt x="10" y="363"/>
                  <a:pt x="9" y="363"/>
                  <a:pt x="8" y="362"/>
                </a:cubicBezTo>
                <a:cubicBezTo>
                  <a:pt x="4" y="362"/>
                  <a:pt x="4" y="362"/>
                  <a:pt x="4" y="362"/>
                </a:cubicBezTo>
                <a:cubicBezTo>
                  <a:pt x="6" y="358"/>
                  <a:pt x="6" y="358"/>
                  <a:pt x="6" y="358"/>
                </a:cubicBezTo>
                <a:cubicBezTo>
                  <a:pt x="7" y="355"/>
                  <a:pt x="8" y="353"/>
                  <a:pt x="10" y="351"/>
                </a:cubicBezTo>
                <a:cubicBezTo>
                  <a:pt x="11" y="350"/>
                  <a:pt x="12" y="349"/>
                  <a:pt x="13" y="348"/>
                </a:cubicBezTo>
                <a:cubicBezTo>
                  <a:pt x="15" y="345"/>
                  <a:pt x="16" y="341"/>
                  <a:pt x="15" y="337"/>
                </a:cubicBezTo>
                <a:cubicBezTo>
                  <a:pt x="15" y="336"/>
                  <a:pt x="15" y="335"/>
                  <a:pt x="15" y="335"/>
                </a:cubicBezTo>
                <a:cubicBezTo>
                  <a:pt x="15" y="333"/>
                  <a:pt x="15" y="332"/>
                  <a:pt x="15" y="330"/>
                </a:cubicBezTo>
                <a:cubicBezTo>
                  <a:pt x="15" y="330"/>
                  <a:pt x="15" y="330"/>
                  <a:pt x="15" y="330"/>
                </a:cubicBezTo>
                <a:cubicBezTo>
                  <a:pt x="15" y="330"/>
                  <a:pt x="14" y="330"/>
                  <a:pt x="14" y="330"/>
                </a:cubicBezTo>
                <a:cubicBezTo>
                  <a:pt x="11" y="329"/>
                  <a:pt x="10" y="327"/>
                  <a:pt x="10" y="325"/>
                </a:cubicBezTo>
                <a:cubicBezTo>
                  <a:pt x="10" y="324"/>
                  <a:pt x="10" y="324"/>
                  <a:pt x="10" y="323"/>
                </a:cubicBezTo>
                <a:cubicBezTo>
                  <a:pt x="10" y="322"/>
                  <a:pt x="10" y="321"/>
                  <a:pt x="10" y="320"/>
                </a:cubicBezTo>
                <a:cubicBezTo>
                  <a:pt x="10" y="320"/>
                  <a:pt x="10" y="320"/>
                  <a:pt x="9" y="320"/>
                </a:cubicBezTo>
                <a:cubicBezTo>
                  <a:pt x="9" y="320"/>
                  <a:pt x="9" y="320"/>
                  <a:pt x="9" y="320"/>
                </a:cubicBezTo>
                <a:cubicBezTo>
                  <a:pt x="7" y="320"/>
                  <a:pt x="5" y="319"/>
                  <a:pt x="5" y="316"/>
                </a:cubicBezTo>
                <a:cubicBezTo>
                  <a:pt x="5" y="316"/>
                  <a:pt x="5" y="316"/>
                  <a:pt x="5" y="315"/>
                </a:cubicBezTo>
                <a:cubicBezTo>
                  <a:pt x="5" y="315"/>
                  <a:pt x="4" y="314"/>
                  <a:pt x="3" y="313"/>
                </a:cubicBezTo>
                <a:cubicBezTo>
                  <a:pt x="2" y="312"/>
                  <a:pt x="0" y="310"/>
                  <a:pt x="0" y="306"/>
                </a:cubicBezTo>
                <a:cubicBezTo>
                  <a:pt x="0" y="296"/>
                  <a:pt x="0" y="296"/>
                  <a:pt x="0" y="296"/>
                </a:cubicBezTo>
                <a:cubicBezTo>
                  <a:pt x="3" y="295"/>
                  <a:pt x="3" y="295"/>
                  <a:pt x="3" y="295"/>
                </a:cubicBezTo>
                <a:cubicBezTo>
                  <a:pt x="4" y="295"/>
                  <a:pt x="5" y="294"/>
                  <a:pt x="6" y="294"/>
                </a:cubicBezTo>
                <a:cubicBezTo>
                  <a:pt x="7" y="293"/>
                  <a:pt x="9" y="291"/>
                  <a:pt x="9" y="289"/>
                </a:cubicBezTo>
                <a:cubicBezTo>
                  <a:pt x="10" y="287"/>
                  <a:pt x="10" y="286"/>
                  <a:pt x="10" y="284"/>
                </a:cubicBezTo>
                <a:cubicBezTo>
                  <a:pt x="10" y="281"/>
                  <a:pt x="10" y="281"/>
                  <a:pt x="10" y="281"/>
                </a:cubicBezTo>
                <a:cubicBezTo>
                  <a:pt x="12" y="281"/>
                  <a:pt x="12" y="281"/>
                  <a:pt x="12" y="281"/>
                </a:cubicBezTo>
                <a:cubicBezTo>
                  <a:pt x="14" y="281"/>
                  <a:pt x="15" y="280"/>
                  <a:pt x="16" y="279"/>
                </a:cubicBezTo>
                <a:cubicBezTo>
                  <a:pt x="18" y="278"/>
                  <a:pt x="19" y="275"/>
                  <a:pt x="19" y="273"/>
                </a:cubicBezTo>
                <a:cubicBezTo>
                  <a:pt x="19" y="262"/>
                  <a:pt x="19" y="262"/>
                  <a:pt x="19" y="262"/>
                </a:cubicBezTo>
                <a:cubicBezTo>
                  <a:pt x="22" y="262"/>
                  <a:pt x="22" y="262"/>
                  <a:pt x="22" y="262"/>
                </a:cubicBezTo>
                <a:cubicBezTo>
                  <a:pt x="23" y="262"/>
                  <a:pt x="23" y="262"/>
                  <a:pt x="23" y="262"/>
                </a:cubicBezTo>
                <a:cubicBezTo>
                  <a:pt x="23" y="261"/>
                  <a:pt x="23" y="260"/>
                  <a:pt x="24" y="258"/>
                </a:cubicBezTo>
                <a:cubicBezTo>
                  <a:pt x="24" y="257"/>
                  <a:pt x="24" y="256"/>
                  <a:pt x="24" y="255"/>
                </a:cubicBezTo>
                <a:cubicBezTo>
                  <a:pt x="24" y="251"/>
                  <a:pt x="25" y="247"/>
                  <a:pt x="27" y="243"/>
                </a:cubicBezTo>
                <a:cubicBezTo>
                  <a:pt x="28" y="242"/>
                  <a:pt x="28" y="241"/>
                  <a:pt x="29" y="240"/>
                </a:cubicBezTo>
                <a:cubicBezTo>
                  <a:pt x="30" y="239"/>
                  <a:pt x="31" y="238"/>
                  <a:pt x="32" y="238"/>
                </a:cubicBezTo>
                <a:cubicBezTo>
                  <a:pt x="33" y="238"/>
                  <a:pt x="33" y="238"/>
                  <a:pt x="34" y="238"/>
                </a:cubicBezTo>
                <a:cubicBezTo>
                  <a:pt x="34" y="238"/>
                  <a:pt x="34" y="239"/>
                  <a:pt x="34" y="239"/>
                </a:cubicBezTo>
                <a:cubicBezTo>
                  <a:pt x="34" y="239"/>
                  <a:pt x="34" y="239"/>
                  <a:pt x="34" y="239"/>
                </a:cubicBezTo>
                <a:cubicBezTo>
                  <a:pt x="35" y="239"/>
                  <a:pt x="36" y="238"/>
                  <a:pt x="37" y="238"/>
                </a:cubicBezTo>
                <a:cubicBezTo>
                  <a:pt x="38" y="238"/>
                  <a:pt x="38" y="237"/>
                  <a:pt x="38" y="236"/>
                </a:cubicBezTo>
                <a:cubicBezTo>
                  <a:pt x="38" y="236"/>
                  <a:pt x="39" y="234"/>
                  <a:pt x="42" y="234"/>
                </a:cubicBezTo>
                <a:cubicBezTo>
                  <a:pt x="43" y="234"/>
                  <a:pt x="44" y="234"/>
                  <a:pt x="45" y="234"/>
                </a:cubicBezTo>
                <a:cubicBezTo>
                  <a:pt x="45" y="234"/>
                  <a:pt x="45" y="234"/>
                  <a:pt x="46" y="234"/>
                </a:cubicBezTo>
                <a:cubicBezTo>
                  <a:pt x="46" y="234"/>
                  <a:pt x="47" y="234"/>
                  <a:pt x="47" y="234"/>
                </a:cubicBezTo>
                <a:cubicBezTo>
                  <a:pt x="49" y="234"/>
                  <a:pt x="50" y="234"/>
                  <a:pt x="51" y="234"/>
                </a:cubicBezTo>
                <a:cubicBezTo>
                  <a:pt x="53" y="233"/>
                  <a:pt x="54" y="229"/>
                  <a:pt x="52" y="223"/>
                </a:cubicBezTo>
                <a:cubicBezTo>
                  <a:pt x="52" y="220"/>
                  <a:pt x="52" y="220"/>
                  <a:pt x="52" y="220"/>
                </a:cubicBezTo>
                <a:cubicBezTo>
                  <a:pt x="55" y="220"/>
                  <a:pt x="55" y="220"/>
                  <a:pt x="55" y="220"/>
                </a:cubicBezTo>
                <a:cubicBezTo>
                  <a:pt x="56" y="219"/>
                  <a:pt x="57" y="217"/>
                  <a:pt x="57" y="214"/>
                </a:cubicBezTo>
                <a:cubicBezTo>
                  <a:pt x="57" y="213"/>
                  <a:pt x="57" y="213"/>
                  <a:pt x="57" y="212"/>
                </a:cubicBezTo>
                <a:cubicBezTo>
                  <a:pt x="57" y="209"/>
                  <a:pt x="57" y="202"/>
                  <a:pt x="62" y="201"/>
                </a:cubicBezTo>
                <a:cubicBezTo>
                  <a:pt x="62" y="201"/>
                  <a:pt x="63" y="200"/>
                  <a:pt x="63" y="200"/>
                </a:cubicBezTo>
                <a:cubicBezTo>
                  <a:pt x="64" y="200"/>
                  <a:pt x="65" y="201"/>
                  <a:pt x="65" y="201"/>
                </a:cubicBezTo>
                <a:cubicBezTo>
                  <a:pt x="66" y="201"/>
                  <a:pt x="66" y="201"/>
                  <a:pt x="66" y="201"/>
                </a:cubicBezTo>
                <a:cubicBezTo>
                  <a:pt x="66" y="201"/>
                  <a:pt x="66" y="201"/>
                  <a:pt x="66" y="200"/>
                </a:cubicBezTo>
                <a:cubicBezTo>
                  <a:pt x="66" y="200"/>
                  <a:pt x="66" y="200"/>
                  <a:pt x="66" y="200"/>
                </a:cubicBezTo>
                <a:cubicBezTo>
                  <a:pt x="66" y="197"/>
                  <a:pt x="68" y="196"/>
                  <a:pt x="71" y="196"/>
                </a:cubicBezTo>
                <a:cubicBezTo>
                  <a:pt x="75" y="196"/>
                  <a:pt x="77" y="195"/>
                  <a:pt x="80" y="191"/>
                </a:cubicBezTo>
                <a:cubicBezTo>
                  <a:pt x="80" y="190"/>
                  <a:pt x="80" y="190"/>
                  <a:pt x="80" y="190"/>
                </a:cubicBezTo>
                <a:cubicBezTo>
                  <a:pt x="80" y="190"/>
                  <a:pt x="81" y="189"/>
                  <a:pt x="81" y="189"/>
                </a:cubicBezTo>
                <a:cubicBezTo>
                  <a:pt x="81" y="187"/>
                  <a:pt x="81" y="186"/>
                  <a:pt x="82" y="185"/>
                </a:cubicBezTo>
                <a:cubicBezTo>
                  <a:pt x="83" y="182"/>
                  <a:pt x="86" y="182"/>
                  <a:pt x="87" y="182"/>
                </a:cubicBezTo>
                <a:cubicBezTo>
                  <a:pt x="87" y="185"/>
                  <a:pt x="87" y="185"/>
                  <a:pt x="87" y="185"/>
                </a:cubicBezTo>
                <a:cubicBezTo>
                  <a:pt x="87" y="182"/>
                  <a:pt x="87" y="182"/>
                  <a:pt x="87" y="182"/>
                </a:cubicBezTo>
                <a:cubicBezTo>
                  <a:pt x="88" y="182"/>
                  <a:pt x="88" y="182"/>
                  <a:pt x="88" y="182"/>
                </a:cubicBezTo>
                <a:cubicBezTo>
                  <a:pt x="89" y="181"/>
                  <a:pt x="91" y="181"/>
                  <a:pt x="92" y="181"/>
                </a:cubicBezTo>
                <a:cubicBezTo>
                  <a:pt x="94" y="181"/>
                  <a:pt x="96" y="181"/>
                  <a:pt x="98" y="182"/>
                </a:cubicBezTo>
                <a:cubicBezTo>
                  <a:pt x="100" y="182"/>
                  <a:pt x="100" y="182"/>
                  <a:pt x="100" y="182"/>
                </a:cubicBezTo>
                <a:cubicBezTo>
                  <a:pt x="102" y="182"/>
                  <a:pt x="104" y="182"/>
                  <a:pt x="105" y="182"/>
                </a:cubicBezTo>
                <a:cubicBezTo>
                  <a:pt x="108" y="182"/>
                  <a:pt x="109" y="182"/>
                  <a:pt x="109" y="182"/>
                </a:cubicBezTo>
                <a:cubicBezTo>
                  <a:pt x="109" y="181"/>
                  <a:pt x="109" y="181"/>
                  <a:pt x="109" y="180"/>
                </a:cubicBezTo>
                <a:cubicBezTo>
                  <a:pt x="109" y="177"/>
                  <a:pt x="109" y="177"/>
                  <a:pt x="109" y="177"/>
                </a:cubicBezTo>
                <a:cubicBezTo>
                  <a:pt x="112" y="177"/>
                  <a:pt x="112" y="177"/>
                  <a:pt x="112" y="177"/>
                </a:cubicBezTo>
                <a:cubicBezTo>
                  <a:pt x="112" y="177"/>
                  <a:pt x="113" y="177"/>
                  <a:pt x="113" y="177"/>
                </a:cubicBezTo>
                <a:cubicBezTo>
                  <a:pt x="114" y="177"/>
                  <a:pt x="115" y="177"/>
                  <a:pt x="115" y="177"/>
                </a:cubicBezTo>
                <a:cubicBezTo>
                  <a:pt x="118" y="177"/>
                  <a:pt x="118" y="177"/>
                  <a:pt x="119" y="177"/>
                </a:cubicBezTo>
                <a:cubicBezTo>
                  <a:pt x="119" y="177"/>
                  <a:pt x="119" y="176"/>
                  <a:pt x="118" y="176"/>
                </a:cubicBezTo>
                <a:cubicBezTo>
                  <a:pt x="118" y="172"/>
                  <a:pt x="118" y="172"/>
                  <a:pt x="118" y="172"/>
                </a:cubicBezTo>
                <a:cubicBezTo>
                  <a:pt x="121" y="172"/>
                  <a:pt x="121" y="172"/>
                  <a:pt x="121" y="172"/>
                </a:cubicBezTo>
                <a:cubicBezTo>
                  <a:pt x="123" y="172"/>
                  <a:pt x="125" y="172"/>
                  <a:pt x="126" y="172"/>
                </a:cubicBezTo>
                <a:cubicBezTo>
                  <a:pt x="128" y="172"/>
                  <a:pt x="130" y="172"/>
                  <a:pt x="131" y="172"/>
                </a:cubicBezTo>
                <a:cubicBezTo>
                  <a:pt x="134" y="172"/>
                  <a:pt x="139" y="172"/>
                  <a:pt x="143" y="173"/>
                </a:cubicBezTo>
                <a:cubicBezTo>
                  <a:pt x="145" y="174"/>
                  <a:pt x="147" y="175"/>
                  <a:pt x="148" y="176"/>
                </a:cubicBezTo>
                <a:cubicBezTo>
                  <a:pt x="150" y="177"/>
                  <a:pt x="152" y="178"/>
                  <a:pt x="154" y="178"/>
                </a:cubicBezTo>
                <a:cubicBezTo>
                  <a:pt x="154" y="178"/>
                  <a:pt x="154" y="178"/>
                  <a:pt x="154" y="178"/>
                </a:cubicBezTo>
                <a:cubicBezTo>
                  <a:pt x="156" y="177"/>
                  <a:pt x="157" y="176"/>
                  <a:pt x="159" y="174"/>
                </a:cubicBezTo>
                <a:cubicBezTo>
                  <a:pt x="161" y="171"/>
                  <a:pt x="163" y="168"/>
                  <a:pt x="169" y="168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72" y="171"/>
                  <a:pt x="172" y="171"/>
                  <a:pt x="172" y="171"/>
                </a:cubicBezTo>
                <a:cubicBezTo>
                  <a:pt x="172" y="172"/>
                  <a:pt x="172" y="172"/>
                  <a:pt x="172" y="172"/>
                </a:cubicBezTo>
                <a:cubicBezTo>
                  <a:pt x="172" y="172"/>
                  <a:pt x="174" y="172"/>
                  <a:pt x="174" y="172"/>
                </a:cubicBezTo>
                <a:cubicBezTo>
                  <a:pt x="176" y="173"/>
                  <a:pt x="179" y="173"/>
                  <a:pt x="181" y="176"/>
                </a:cubicBezTo>
                <a:cubicBezTo>
                  <a:pt x="182" y="178"/>
                  <a:pt x="181" y="179"/>
                  <a:pt x="181" y="181"/>
                </a:cubicBezTo>
                <a:cubicBezTo>
                  <a:pt x="181" y="181"/>
                  <a:pt x="181" y="181"/>
                  <a:pt x="181" y="181"/>
                </a:cubicBezTo>
                <a:cubicBezTo>
                  <a:pt x="181" y="181"/>
                  <a:pt x="181" y="182"/>
                  <a:pt x="181" y="182"/>
                </a:cubicBezTo>
                <a:cubicBezTo>
                  <a:pt x="182" y="182"/>
                  <a:pt x="183" y="182"/>
                  <a:pt x="183" y="182"/>
                </a:cubicBezTo>
                <a:cubicBezTo>
                  <a:pt x="186" y="182"/>
                  <a:pt x="186" y="182"/>
                  <a:pt x="186" y="182"/>
                </a:cubicBezTo>
                <a:cubicBezTo>
                  <a:pt x="186" y="188"/>
                  <a:pt x="186" y="188"/>
                  <a:pt x="186" y="188"/>
                </a:cubicBezTo>
                <a:cubicBezTo>
                  <a:pt x="186" y="189"/>
                  <a:pt x="186" y="189"/>
                  <a:pt x="186" y="190"/>
                </a:cubicBezTo>
                <a:cubicBezTo>
                  <a:pt x="186" y="190"/>
                  <a:pt x="186" y="191"/>
                  <a:pt x="186" y="191"/>
                </a:cubicBezTo>
                <a:cubicBezTo>
                  <a:pt x="186" y="191"/>
                  <a:pt x="187" y="191"/>
                  <a:pt x="188" y="191"/>
                </a:cubicBezTo>
                <a:cubicBezTo>
                  <a:pt x="191" y="192"/>
                  <a:pt x="191" y="192"/>
                  <a:pt x="191" y="192"/>
                </a:cubicBezTo>
                <a:cubicBezTo>
                  <a:pt x="190" y="195"/>
                  <a:pt x="190" y="195"/>
                  <a:pt x="190" y="195"/>
                </a:cubicBezTo>
                <a:cubicBezTo>
                  <a:pt x="190" y="197"/>
                  <a:pt x="190" y="199"/>
                  <a:pt x="190" y="200"/>
                </a:cubicBezTo>
                <a:cubicBezTo>
                  <a:pt x="191" y="201"/>
                  <a:pt x="192" y="201"/>
                  <a:pt x="193" y="201"/>
                </a:cubicBezTo>
                <a:cubicBezTo>
                  <a:pt x="193" y="201"/>
                  <a:pt x="194" y="201"/>
                  <a:pt x="194" y="201"/>
                </a:cubicBezTo>
                <a:cubicBezTo>
                  <a:pt x="196" y="201"/>
                  <a:pt x="197" y="201"/>
                  <a:pt x="199" y="201"/>
                </a:cubicBezTo>
                <a:cubicBezTo>
                  <a:pt x="200" y="201"/>
                  <a:pt x="202" y="200"/>
                  <a:pt x="204" y="200"/>
                </a:cubicBezTo>
                <a:cubicBezTo>
                  <a:pt x="205" y="200"/>
                  <a:pt x="206" y="201"/>
                  <a:pt x="207" y="201"/>
                </a:cubicBezTo>
                <a:cubicBezTo>
                  <a:pt x="210" y="201"/>
                  <a:pt x="210" y="201"/>
                  <a:pt x="210" y="201"/>
                </a:cubicBezTo>
                <a:cubicBezTo>
                  <a:pt x="209" y="204"/>
                  <a:pt x="209" y="204"/>
                  <a:pt x="209" y="204"/>
                </a:cubicBezTo>
                <a:cubicBezTo>
                  <a:pt x="209" y="205"/>
                  <a:pt x="209" y="205"/>
                  <a:pt x="209" y="205"/>
                </a:cubicBezTo>
                <a:cubicBezTo>
                  <a:pt x="209" y="205"/>
                  <a:pt x="209" y="205"/>
                  <a:pt x="209" y="205"/>
                </a:cubicBezTo>
                <a:cubicBezTo>
                  <a:pt x="209" y="205"/>
                  <a:pt x="210" y="206"/>
                  <a:pt x="214" y="206"/>
                </a:cubicBezTo>
                <a:cubicBezTo>
                  <a:pt x="215" y="206"/>
                  <a:pt x="217" y="206"/>
                  <a:pt x="218" y="205"/>
                </a:cubicBezTo>
                <a:cubicBezTo>
                  <a:pt x="219" y="205"/>
                  <a:pt x="220" y="205"/>
                  <a:pt x="221" y="205"/>
                </a:cubicBezTo>
                <a:cubicBezTo>
                  <a:pt x="224" y="205"/>
                  <a:pt x="224" y="205"/>
                  <a:pt x="224" y="205"/>
                </a:cubicBezTo>
                <a:cubicBezTo>
                  <a:pt x="224" y="209"/>
                  <a:pt x="224" y="209"/>
                  <a:pt x="224" y="209"/>
                </a:cubicBezTo>
                <a:cubicBezTo>
                  <a:pt x="223" y="209"/>
                  <a:pt x="223" y="210"/>
                  <a:pt x="223" y="210"/>
                </a:cubicBezTo>
                <a:cubicBezTo>
                  <a:pt x="224" y="210"/>
                  <a:pt x="224" y="210"/>
                  <a:pt x="224" y="210"/>
                </a:cubicBezTo>
                <a:cubicBezTo>
                  <a:pt x="224" y="210"/>
                  <a:pt x="224" y="210"/>
                  <a:pt x="226" y="210"/>
                </a:cubicBezTo>
                <a:cubicBezTo>
                  <a:pt x="229" y="210"/>
                  <a:pt x="229" y="210"/>
                  <a:pt x="229" y="210"/>
                </a:cubicBezTo>
                <a:cubicBezTo>
                  <a:pt x="228" y="214"/>
                  <a:pt x="228" y="214"/>
                  <a:pt x="228" y="214"/>
                </a:cubicBezTo>
                <a:cubicBezTo>
                  <a:pt x="228" y="214"/>
                  <a:pt x="228" y="214"/>
                  <a:pt x="228" y="214"/>
                </a:cubicBezTo>
                <a:cubicBezTo>
                  <a:pt x="228" y="214"/>
                  <a:pt x="228" y="214"/>
                  <a:pt x="228" y="214"/>
                </a:cubicBezTo>
                <a:cubicBezTo>
                  <a:pt x="228" y="214"/>
                  <a:pt x="229" y="215"/>
                  <a:pt x="232" y="215"/>
                </a:cubicBezTo>
                <a:cubicBezTo>
                  <a:pt x="232" y="215"/>
                  <a:pt x="233" y="215"/>
                  <a:pt x="233" y="215"/>
                </a:cubicBezTo>
                <a:cubicBezTo>
                  <a:pt x="234" y="215"/>
                  <a:pt x="234" y="215"/>
                  <a:pt x="235" y="215"/>
                </a:cubicBezTo>
                <a:cubicBezTo>
                  <a:pt x="238" y="215"/>
                  <a:pt x="238" y="215"/>
                  <a:pt x="238" y="215"/>
                </a:cubicBezTo>
                <a:cubicBezTo>
                  <a:pt x="238" y="218"/>
                  <a:pt x="238" y="218"/>
                  <a:pt x="238" y="218"/>
                </a:cubicBezTo>
                <a:cubicBezTo>
                  <a:pt x="238" y="219"/>
                  <a:pt x="241" y="219"/>
                  <a:pt x="241" y="219"/>
                </a:cubicBezTo>
                <a:cubicBezTo>
                  <a:pt x="243" y="219"/>
                  <a:pt x="243" y="219"/>
                  <a:pt x="243" y="219"/>
                </a:cubicBezTo>
                <a:cubicBezTo>
                  <a:pt x="244" y="219"/>
                  <a:pt x="244" y="219"/>
                  <a:pt x="244" y="219"/>
                </a:cubicBezTo>
                <a:cubicBezTo>
                  <a:pt x="245" y="220"/>
                  <a:pt x="246" y="220"/>
                  <a:pt x="247" y="220"/>
                </a:cubicBezTo>
                <a:cubicBezTo>
                  <a:pt x="248" y="220"/>
                  <a:pt x="249" y="219"/>
                  <a:pt x="249" y="219"/>
                </a:cubicBezTo>
                <a:cubicBezTo>
                  <a:pt x="250" y="216"/>
                  <a:pt x="250" y="213"/>
                  <a:pt x="250" y="210"/>
                </a:cubicBezTo>
                <a:cubicBezTo>
                  <a:pt x="250" y="205"/>
                  <a:pt x="250" y="205"/>
                  <a:pt x="250" y="205"/>
                </a:cubicBezTo>
                <a:cubicBezTo>
                  <a:pt x="254" y="205"/>
                  <a:pt x="254" y="205"/>
                  <a:pt x="254" y="205"/>
                </a:cubicBezTo>
                <a:cubicBezTo>
                  <a:pt x="257" y="206"/>
                  <a:pt x="258" y="207"/>
                  <a:pt x="260" y="208"/>
                </a:cubicBezTo>
                <a:cubicBezTo>
                  <a:pt x="261" y="209"/>
                  <a:pt x="262" y="210"/>
                  <a:pt x="263" y="210"/>
                </a:cubicBezTo>
                <a:cubicBezTo>
                  <a:pt x="267" y="210"/>
                  <a:pt x="267" y="210"/>
                  <a:pt x="267" y="210"/>
                </a:cubicBezTo>
                <a:cubicBezTo>
                  <a:pt x="266" y="214"/>
                  <a:pt x="266" y="214"/>
                  <a:pt x="266" y="214"/>
                </a:cubicBezTo>
                <a:cubicBezTo>
                  <a:pt x="266" y="214"/>
                  <a:pt x="266" y="215"/>
                  <a:pt x="266" y="215"/>
                </a:cubicBezTo>
                <a:cubicBezTo>
                  <a:pt x="266" y="215"/>
                  <a:pt x="269" y="215"/>
                  <a:pt x="270" y="215"/>
                </a:cubicBezTo>
                <a:cubicBezTo>
                  <a:pt x="270" y="215"/>
                  <a:pt x="271" y="215"/>
                  <a:pt x="271" y="215"/>
                </a:cubicBezTo>
                <a:cubicBezTo>
                  <a:pt x="272" y="215"/>
                  <a:pt x="273" y="215"/>
                  <a:pt x="274" y="215"/>
                </a:cubicBezTo>
                <a:cubicBezTo>
                  <a:pt x="276" y="215"/>
                  <a:pt x="279" y="215"/>
                  <a:pt x="280" y="217"/>
                </a:cubicBezTo>
                <a:cubicBezTo>
                  <a:pt x="280" y="218"/>
                  <a:pt x="281" y="218"/>
                  <a:pt x="281" y="218"/>
                </a:cubicBezTo>
                <a:cubicBezTo>
                  <a:pt x="282" y="219"/>
                  <a:pt x="283" y="219"/>
                  <a:pt x="285" y="219"/>
                </a:cubicBezTo>
                <a:cubicBezTo>
                  <a:pt x="286" y="219"/>
                  <a:pt x="288" y="219"/>
                  <a:pt x="288" y="218"/>
                </a:cubicBezTo>
                <a:cubicBezTo>
                  <a:pt x="288" y="214"/>
                  <a:pt x="288" y="214"/>
                  <a:pt x="288" y="214"/>
                </a:cubicBezTo>
                <a:cubicBezTo>
                  <a:pt x="292" y="215"/>
                  <a:pt x="292" y="215"/>
                  <a:pt x="292" y="215"/>
                </a:cubicBezTo>
                <a:cubicBezTo>
                  <a:pt x="293" y="215"/>
                  <a:pt x="293" y="215"/>
                  <a:pt x="294" y="215"/>
                </a:cubicBezTo>
                <a:cubicBezTo>
                  <a:pt x="295" y="215"/>
                  <a:pt x="296" y="215"/>
                  <a:pt x="297" y="212"/>
                </a:cubicBezTo>
                <a:cubicBezTo>
                  <a:pt x="297" y="211"/>
                  <a:pt x="297" y="211"/>
                  <a:pt x="297" y="211"/>
                </a:cubicBezTo>
                <a:cubicBezTo>
                  <a:pt x="297" y="210"/>
                  <a:pt x="298" y="208"/>
                  <a:pt x="298" y="207"/>
                </a:cubicBezTo>
                <a:cubicBezTo>
                  <a:pt x="297" y="207"/>
                  <a:pt x="296" y="207"/>
                  <a:pt x="296" y="207"/>
                </a:cubicBezTo>
                <a:cubicBezTo>
                  <a:pt x="293" y="207"/>
                  <a:pt x="293" y="207"/>
                  <a:pt x="293" y="207"/>
                </a:cubicBezTo>
                <a:cubicBezTo>
                  <a:pt x="293" y="204"/>
                  <a:pt x="293" y="204"/>
                  <a:pt x="293" y="204"/>
                </a:cubicBezTo>
                <a:cubicBezTo>
                  <a:pt x="293" y="203"/>
                  <a:pt x="293" y="202"/>
                  <a:pt x="293" y="201"/>
                </a:cubicBezTo>
                <a:cubicBezTo>
                  <a:pt x="293" y="200"/>
                  <a:pt x="293" y="198"/>
                  <a:pt x="293" y="198"/>
                </a:cubicBezTo>
                <a:cubicBezTo>
                  <a:pt x="293" y="198"/>
                  <a:pt x="293" y="198"/>
                  <a:pt x="293" y="198"/>
                </a:cubicBezTo>
                <a:cubicBezTo>
                  <a:pt x="293" y="198"/>
                  <a:pt x="293" y="198"/>
                  <a:pt x="292" y="198"/>
                </a:cubicBezTo>
                <a:cubicBezTo>
                  <a:pt x="288" y="197"/>
                  <a:pt x="288" y="194"/>
                  <a:pt x="288" y="193"/>
                </a:cubicBezTo>
                <a:cubicBezTo>
                  <a:pt x="288" y="192"/>
                  <a:pt x="288" y="192"/>
                  <a:pt x="288" y="192"/>
                </a:cubicBezTo>
                <a:cubicBezTo>
                  <a:pt x="288" y="186"/>
                  <a:pt x="288" y="186"/>
                  <a:pt x="288" y="186"/>
                </a:cubicBezTo>
                <a:cubicBezTo>
                  <a:pt x="288" y="186"/>
                  <a:pt x="288" y="185"/>
                  <a:pt x="288" y="185"/>
                </a:cubicBezTo>
                <a:cubicBezTo>
                  <a:pt x="288" y="184"/>
                  <a:pt x="288" y="184"/>
                  <a:pt x="288" y="184"/>
                </a:cubicBezTo>
                <a:cubicBezTo>
                  <a:pt x="288" y="183"/>
                  <a:pt x="287" y="183"/>
                  <a:pt x="286" y="183"/>
                </a:cubicBezTo>
                <a:cubicBezTo>
                  <a:pt x="283" y="183"/>
                  <a:pt x="283" y="183"/>
                  <a:pt x="283" y="183"/>
                </a:cubicBezTo>
                <a:cubicBezTo>
                  <a:pt x="283" y="180"/>
                  <a:pt x="283" y="180"/>
                  <a:pt x="283" y="180"/>
                </a:cubicBezTo>
                <a:cubicBezTo>
                  <a:pt x="284" y="179"/>
                  <a:pt x="284" y="179"/>
                  <a:pt x="284" y="179"/>
                </a:cubicBezTo>
                <a:cubicBezTo>
                  <a:pt x="284" y="179"/>
                  <a:pt x="284" y="179"/>
                  <a:pt x="284" y="179"/>
                </a:cubicBezTo>
                <a:cubicBezTo>
                  <a:pt x="283" y="179"/>
                  <a:pt x="283" y="179"/>
                  <a:pt x="282" y="179"/>
                </a:cubicBezTo>
                <a:cubicBezTo>
                  <a:pt x="281" y="179"/>
                  <a:pt x="281" y="179"/>
                  <a:pt x="281" y="179"/>
                </a:cubicBezTo>
                <a:cubicBezTo>
                  <a:pt x="281" y="179"/>
                  <a:pt x="281" y="179"/>
                  <a:pt x="281" y="179"/>
                </a:cubicBezTo>
                <a:cubicBezTo>
                  <a:pt x="281" y="178"/>
                  <a:pt x="281" y="178"/>
                  <a:pt x="281" y="178"/>
                </a:cubicBezTo>
                <a:cubicBezTo>
                  <a:pt x="281" y="178"/>
                  <a:pt x="281" y="178"/>
                  <a:pt x="281" y="178"/>
                </a:cubicBezTo>
                <a:cubicBezTo>
                  <a:pt x="281" y="178"/>
                  <a:pt x="280" y="179"/>
                  <a:pt x="280" y="180"/>
                </a:cubicBezTo>
                <a:cubicBezTo>
                  <a:pt x="280" y="183"/>
                  <a:pt x="280" y="183"/>
                  <a:pt x="280" y="183"/>
                </a:cubicBezTo>
                <a:cubicBezTo>
                  <a:pt x="278" y="183"/>
                  <a:pt x="278" y="183"/>
                  <a:pt x="278" y="183"/>
                </a:cubicBezTo>
                <a:cubicBezTo>
                  <a:pt x="277" y="183"/>
                  <a:pt x="276" y="183"/>
                  <a:pt x="275" y="183"/>
                </a:cubicBezTo>
                <a:cubicBezTo>
                  <a:pt x="273" y="183"/>
                  <a:pt x="270" y="183"/>
                  <a:pt x="268" y="181"/>
                </a:cubicBezTo>
                <a:cubicBezTo>
                  <a:pt x="266" y="179"/>
                  <a:pt x="264" y="179"/>
                  <a:pt x="263" y="179"/>
                </a:cubicBezTo>
                <a:cubicBezTo>
                  <a:pt x="259" y="178"/>
                  <a:pt x="259" y="178"/>
                  <a:pt x="259" y="178"/>
                </a:cubicBezTo>
                <a:cubicBezTo>
                  <a:pt x="260" y="175"/>
                  <a:pt x="260" y="175"/>
                  <a:pt x="260" y="175"/>
                </a:cubicBezTo>
                <a:cubicBezTo>
                  <a:pt x="260" y="175"/>
                  <a:pt x="260" y="174"/>
                  <a:pt x="260" y="174"/>
                </a:cubicBezTo>
                <a:cubicBezTo>
                  <a:pt x="259" y="174"/>
                  <a:pt x="258" y="174"/>
                  <a:pt x="258" y="174"/>
                </a:cubicBezTo>
                <a:cubicBezTo>
                  <a:pt x="257" y="174"/>
                  <a:pt x="257" y="174"/>
                  <a:pt x="256" y="174"/>
                </a:cubicBezTo>
                <a:cubicBezTo>
                  <a:pt x="251" y="174"/>
                  <a:pt x="251" y="168"/>
                  <a:pt x="251" y="166"/>
                </a:cubicBezTo>
                <a:cubicBezTo>
                  <a:pt x="251" y="166"/>
                  <a:pt x="251" y="165"/>
                  <a:pt x="251" y="165"/>
                </a:cubicBezTo>
                <a:cubicBezTo>
                  <a:pt x="250" y="165"/>
                  <a:pt x="250" y="165"/>
                  <a:pt x="250" y="165"/>
                </a:cubicBezTo>
                <a:cubicBezTo>
                  <a:pt x="247" y="164"/>
                  <a:pt x="246" y="162"/>
                  <a:pt x="245" y="161"/>
                </a:cubicBezTo>
                <a:cubicBezTo>
                  <a:pt x="244" y="160"/>
                  <a:pt x="244" y="160"/>
                  <a:pt x="244" y="160"/>
                </a:cubicBezTo>
                <a:cubicBezTo>
                  <a:pt x="242" y="156"/>
                  <a:pt x="241" y="152"/>
                  <a:pt x="241" y="147"/>
                </a:cubicBezTo>
                <a:cubicBezTo>
                  <a:pt x="241" y="143"/>
                  <a:pt x="241" y="143"/>
                  <a:pt x="241" y="143"/>
                </a:cubicBezTo>
                <a:cubicBezTo>
                  <a:pt x="245" y="144"/>
                  <a:pt x="245" y="144"/>
                  <a:pt x="245" y="144"/>
                </a:cubicBezTo>
                <a:cubicBezTo>
                  <a:pt x="245" y="144"/>
                  <a:pt x="245" y="144"/>
                  <a:pt x="245" y="144"/>
                </a:cubicBezTo>
                <a:cubicBezTo>
                  <a:pt x="245" y="144"/>
                  <a:pt x="245" y="144"/>
                  <a:pt x="245" y="144"/>
                </a:cubicBezTo>
                <a:cubicBezTo>
                  <a:pt x="245" y="144"/>
                  <a:pt x="245" y="144"/>
                  <a:pt x="245" y="144"/>
                </a:cubicBezTo>
                <a:cubicBezTo>
                  <a:pt x="246" y="143"/>
                  <a:pt x="246" y="143"/>
                  <a:pt x="246" y="143"/>
                </a:cubicBezTo>
                <a:cubicBezTo>
                  <a:pt x="246" y="140"/>
                  <a:pt x="248" y="139"/>
                  <a:pt x="251" y="139"/>
                </a:cubicBezTo>
                <a:cubicBezTo>
                  <a:pt x="261" y="139"/>
                  <a:pt x="261" y="139"/>
                  <a:pt x="261" y="139"/>
                </a:cubicBezTo>
                <a:cubicBezTo>
                  <a:pt x="260" y="138"/>
                  <a:pt x="259" y="137"/>
                  <a:pt x="258" y="135"/>
                </a:cubicBezTo>
                <a:cubicBezTo>
                  <a:pt x="258" y="135"/>
                  <a:pt x="258" y="134"/>
                  <a:pt x="258" y="134"/>
                </a:cubicBezTo>
                <a:cubicBezTo>
                  <a:pt x="256" y="132"/>
                  <a:pt x="253" y="129"/>
                  <a:pt x="251" y="128"/>
                </a:cubicBezTo>
                <a:cubicBezTo>
                  <a:pt x="250" y="127"/>
                  <a:pt x="249" y="127"/>
                  <a:pt x="248" y="127"/>
                </a:cubicBezTo>
                <a:cubicBezTo>
                  <a:pt x="246" y="126"/>
                  <a:pt x="246" y="124"/>
                  <a:pt x="246" y="122"/>
                </a:cubicBezTo>
                <a:cubicBezTo>
                  <a:pt x="246" y="122"/>
                  <a:pt x="245" y="122"/>
                  <a:pt x="245" y="122"/>
                </a:cubicBezTo>
                <a:cubicBezTo>
                  <a:pt x="244" y="122"/>
                  <a:pt x="243" y="122"/>
                  <a:pt x="241" y="121"/>
                </a:cubicBezTo>
                <a:cubicBezTo>
                  <a:pt x="239" y="119"/>
                  <a:pt x="239" y="119"/>
                  <a:pt x="239" y="119"/>
                </a:cubicBezTo>
                <a:cubicBezTo>
                  <a:pt x="237" y="118"/>
                  <a:pt x="235" y="116"/>
                  <a:pt x="233" y="115"/>
                </a:cubicBezTo>
                <a:cubicBezTo>
                  <a:pt x="231" y="113"/>
                  <a:pt x="227" y="112"/>
                  <a:pt x="224" y="112"/>
                </a:cubicBezTo>
                <a:cubicBezTo>
                  <a:pt x="223" y="112"/>
                  <a:pt x="222" y="112"/>
                  <a:pt x="221" y="112"/>
                </a:cubicBezTo>
                <a:cubicBezTo>
                  <a:pt x="221" y="113"/>
                  <a:pt x="220" y="113"/>
                  <a:pt x="219" y="114"/>
                </a:cubicBezTo>
                <a:cubicBezTo>
                  <a:pt x="219" y="115"/>
                  <a:pt x="219" y="116"/>
                  <a:pt x="219" y="117"/>
                </a:cubicBezTo>
                <a:cubicBezTo>
                  <a:pt x="219" y="118"/>
                  <a:pt x="219" y="118"/>
                  <a:pt x="219" y="118"/>
                </a:cubicBezTo>
                <a:cubicBezTo>
                  <a:pt x="220" y="120"/>
                  <a:pt x="221" y="121"/>
                  <a:pt x="222" y="123"/>
                </a:cubicBezTo>
                <a:cubicBezTo>
                  <a:pt x="224" y="125"/>
                  <a:pt x="224" y="125"/>
                  <a:pt x="224" y="125"/>
                </a:cubicBezTo>
                <a:cubicBezTo>
                  <a:pt x="228" y="130"/>
                  <a:pt x="232" y="137"/>
                  <a:pt x="233" y="145"/>
                </a:cubicBezTo>
                <a:cubicBezTo>
                  <a:pt x="233" y="149"/>
                  <a:pt x="232" y="153"/>
                  <a:pt x="229" y="157"/>
                </a:cubicBezTo>
                <a:cubicBezTo>
                  <a:pt x="229" y="157"/>
                  <a:pt x="229" y="157"/>
                  <a:pt x="228" y="158"/>
                </a:cubicBezTo>
                <a:cubicBezTo>
                  <a:pt x="229" y="159"/>
                  <a:pt x="228" y="160"/>
                  <a:pt x="228" y="161"/>
                </a:cubicBezTo>
                <a:cubicBezTo>
                  <a:pt x="226" y="164"/>
                  <a:pt x="223" y="164"/>
                  <a:pt x="222" y="164"/>
                </a:cubicBezTo>
                <a:cubicBezTo>
                  <a:pt x="222" y="164"/>
                  <a:pt x="221" y="164"/>
                  <a:pt x="221" y="164"/>
                </a:cubicBezTo>
                <a:cubicBezTo>
                  <a:pt x="219" y="164"/>
                  <a:pt x="218" y="162"/>
                  <a:pt x="217" y="162"/>
                </a:cubicBezTo>
                <a:cubicBezTo>
                  <a:pt x="217" y="161"/>
                  <a:pt x="217" y="161"/>
                  <a:pt x="217" y="161"/>
                </a:cubicBezTo>
                <a:cubicBezTo>
                  <a:pt x="217" y="161"/>
                  <a:pt x="216" y="160"/>
                  <a:pt x="216" y="159"/>
                </a:cubicBezTo>
                <a:cubicBezTo>
                  <a:pt x="215" y="158"/>
                  <a:pt x="214" y="157"/>
                  <a:pt x="214" y="156"/>
                </a:cubicBezTo>
                <a:cubicBezTo>
                  <a:pt x="213" y="156"/>
                  <a:pt x="212" y="155"/>
                  <a:pt x="211" y="155"/>
                </a:cubicBezTo>
                <a:cubicBezTo>
                  <a:pt x="209" y="155"/>
                  <a:pt x="209" y="155"/>
                  <a:pt x="209" y="155"/>
                </a:cubicBezTo>
                <a:cubicBezTo>
                  <a:pt x="208" y="153"/>
                  <a:pt x="208" y="153"/>
                  <a:pt x="208" y="153"/>
                </a:cubicBezTo>
                <a:cubicBezTo>
                  <a:pt x="208" y="152"/>
                  <a:pt x="207" y="151"/>
                  <a:pt x="207" y="150"/>
                </a:cubicBezTo>
                <a:cubicBezTo>
                  <a:pt x="206" y="149"/>
                  <a:pt x="204" y="147"/>
                  <a:pt x="204" y="145"/>
                </a:cubicBezTo>
                <a:cubicBezTo>
                  <a:pt x="203" y="144"/>
                  <a:pt x="203" y="143"/>
                  <a:pt x="203" y="142"/>
                </a:cubicBezTo>
                <a:cubicBezTo>
                  <a:pt x="203" y="142"/>
                  <a:pt x="203" y="141"/>
                  <a:pt x="203" y="141"/>
                </a:cubicBezTo>
                <a:cubicBezTo>
                  <a:pt x="203" y="141"/>
                  <a:pt x="203" y="141"/>
                  <a:pt x="203" y="141"/>
                </a:cubicBezTo>
                <a:cubicBezTo>
                  <a:pt x="203" y="141"/>
                  <a:pt x="203" y="141"/>
                  <a:pt x="201" y="141"/>
                </a:cubicBezTo>
                <a:cubicBezTo>
                  <a:pt x="200" y="141"/>
                  <a:pt x="199" y="141"/>
                  <a:pt x="199" y="141"/>
                </a:cubicBezTo>
                <a:cubicBezTo>
                  <a:pt x="198" y="141"/>
                  <a:pt x="197" y="141"/>
                  <a:pt x="197" y="141"/>
                </a:cubicBezTo>
                <a:cubicBezTo>
                  <a:pt x="193" y="141"/>
                  <a:pt x="193" y="141"/>
                  <a:pt x="193" y="141"/>
                </a:cubicBezTo>
                <a:cubicBezTo>
                  <a:pt x="194" y="137"/>
                  <a:pt x="194" y="137"/>
                  <a:pt x="194" y="137"/>
                </a:cubicBezTo>
                <a:cubicBezTo>
                  <a:pt x="194" y="137"/>
                  <a:pt x="194" y="136"/>
                  <a:pt x="194" y="136"/>
                </a:cubicBezTo>
                <a:cubicBezTo>
                  <a:pt x="194" y="136"/>
                  <a:pt x="194" y="136"/>
                  <a:pt x="194" y="136"/>
                </a:cubicBezTo>
                <a:cubicBezTo>
                  <a:pt x="194" y="136"/>
                  <a:pt x="193" y="136"/>
                  <a:pt x="191" y="136"/>
                </a:cubicBezTo>
                <a:cubicBezTo>
                  <a:pt x="190" y="136"/>
                  <a:pt x="189" y="136"/>
                  <a:pt x="189" y="136"/>
                </a:cubicBezTo>
                <a:cubicBezTo>
                  <a:pt x="189" y="136"/>
                  <a:pt x="188" y="136"/>
                  <a:pt x="188" y="136"/>
                </a:cubicBezTo>
                <a:cubicBezTo>
                  <a:pt x="190" y="139"/>
                  <a:pt x="192" y="141"/>
                  <a:pt x="195" y="143"/>
                </a:cubicBezTo>
                <a:cubicBezTo>
                  <a:pt x="195" y="143"/>
                  <a:pt x="196" y="143"/>
                  <a:pt x="196" y="143"/>
                </a:cubicBezTo>
                <a:cubicBezTo>
                  <a:pt x="197" y="144"/>
                  <a:pt x="200" y="145"/>
                  <a:pt x="200" y="148"/>
                </a:cubicBezTo>
                <a:cubicBezTo>
                  <a:pt x="200" y="166"/>
                  <a:pt x="200" y="166"/>
                  <a:pt x="200" y="166"/>
                </a:cubicBezTo>
                <a:cubicBezTo>
                  <a:pt x="200" y="167"/>
                  <a:pt x="200" y="167"/>
                  <a:pt x="200" y="167"/>
                </a:cubicBezTo>
                <a:cubicBezTo>
                  <a:pt x="199" y="169"/>
                  <a:pt x="198" y="171"/>
                  <a:pt x="197" y="172"/>
                </a:cubicBezTo>
                <a:cubicBezTo>
                  <a:pt x="197" y="172"/>
                  <a:pt x="196" y="173"/>
                  <a:pt x="196" y="173"/>
                </a:cubicBezTo>
                <a:cubicBezTo>
                  <a:pt x="196" y="174"/>
                  <a:pt x="195" y="175"/>
                  <a:pt x="195" y="175"/>
                </a:cubicBezTo>
                <a:cubicBezTo>
                  <a:pt x="195" y="179"/>
                  <a:pt x="195" y="179"/>
                  <a:pt x="195" y="179"/>
                </a:cubicBezTo>
                <a:cubicBezTo>
                  <a:pt x="184" y="179"/>
                  <a:pt x="184" y="179"/>
                  <a:pt x="184" y="179"/>
                </a:cubicBezTo>
                <a:cubicBezTo>
                  <a:pt x="184" y="175"/>
                  <a:pt x="184" y="175"/>
                  <a:pt x="184" y="175"/>
                </a:cubicBezTo>
                <a:cubicBezTo>
                  <a:pt x="185" y="174"/>
                  <a:pt x="185" y="174"/>
                  <a:pt x="185" y="174"/>
                </a:cubicBezTo>
                <a:cubicBezTo>
                  <a:pt x="185" y="174"/>
                  <a:pt x="185" y="174"/>
                  <a:pt x="185" y="174"/>
                </a:cubicBezTo>
                <a:cubicBezTo>
                  <a:pt x="184" y="174"/>
                  <a:pt x="184" y="174"/>
                  <a:pt x="183" y="174"/>
                </a:cubicBezTo>
                <a:cubicBezTo>
                  <a:pt x="180" y="174"/>
                  <a:pt x="180" y="174"/>
                  <a:pt x="180" y="174"/>
                </a:cubicBezTo>
                <a:cubicBezTo>
                  <a:pt x="180" y="158"/>
                  <a:pt x="180" y="158"/>
                  <a:pt x="180" y="158"/>
                </a:cubicBezTo>
                <a:cubicBezTo>
                  <a:pt x="180" y="156"/>
                  <a:pt x="178" y="154"/>
                  <a:pt x="176" y="152"/>
                </a:cubicBezTo>
                <a:cubicBezTo>
                  <a:pt x="175" y="150"/>
                  <a:pt x="173" y="150"/>
                  <a:pt x="170" y="150"/>
                </a:cubicBezTo>
                <a:cubicBezTo>
                  <a:pt x="165" y="150"/>
                  <a:pt x="165" y="150"/>
                  <a:pt x="165" y="150"/>
                </a:cubicBezTo>
                <a:cubicBezTo>
                  <a:pt x="166" y="147"/>
                  <a:pt x="166" y="147"/>
                  <a:pt x="166" y="147"/>
                </a:cubicBezTo>
                <a:cubicBezTo>
                  <a:pt x="166" y="146"/>
                  <a:pt x="166" y="146"/>
                  <a:pt x="166" y="146"/>
                </a:cubicBezTo>
                <a:cubicBezTo>
                  <a:pt x="165" y="146"/>
                  <a:pt x="163" y="146"/>
                  <a:pt x="162" y="146"/>
                </a:cubicBezTo>
                <a:cubicBezTo>
                  <a:pt x="161" y="146"/>
                  <a:pt x="161" y="146"/>
                  <a:pt x="161" y="146"/>
                </a:cubicBezTo>
                <a:cubicBezTo>
                  <a:pt x="158" y="146"/>
                  <a:pt x="157" y="144"/>
                  <a:pt x="156" y="142"/>
                </a:cubicBezTo>
                <a:cubicBezTo>
                  <a:pt x="155" y="142"/>
                  <a:pt x="155" y="141"/>
                  <a:pt x="155" y="140"/>
                </a:cubicBezTo>
                <a:cubicBezTo>
                  <a:pt x="154" y="139"/>
                  <a:pt x="153" y="138"/>
                  <a:pt x="152" y="137"/>
                </a:cubicBezTo>
                <a:cubicBezTo>
                  <a:pt x="151" y="136"/>
                  <a:pt x="150" y="136"/>
                  <a:pt x="147" y="136"/>
                </a:cubicBezTo>
                <a:cubicBezTo>
                  <a:pt x="147" y="136"/>
                  <a:pt x="147" y="136"/>
                  <a:pt x="147" y="136"/>
                </a:cubicBezTo>
                <a:cubicBezTo>
                  <a:pt x="147" y="136"/>
                  <a:pt x="146" y="136"/>
                  <a:pt x="146" y="136"/>
                </a:cubicBezTo>
                <a:cubicBezTo>
                  <a:pt x="144" y="136"/>
                  <a:pt x="143" y="135"/>
                  <a:pt x="142" y="133"/>
                </a:cubicBezTo>
                <a:cubicBezTo>
                  <a:pt x="142" y="133"/>
                  <a:pt x="142" y="133"/>
                  <a:pt x="142" y="133"/>
                </a:cubicBezTo>
                <a:cubicBezTo>
                  <a:pt x="141" y="132"/>
                  <a:pt x="139" y="132"/>
                  <a:pt x="138" y="132"/>
                </a:cubicBezTo>
                <a:cubicBezTo>
                  <a:pt x="137" y="132"/>
                  <a:pt x="137" y="132"/>
                  <a:pt x="137" y="132"/>
                </a:cubicBezTo>
                <a:cubicBezTo>
                  <a:pt x="135" y="132"/>
                  <a:pt x="134" y="132"/>
                  <a:pt x="134" y="133"/>
                </a:cubicBezTo>
                <a:cubicBezTo>
                  <a:pt x="133" y="136"/>
                  <a:pt x="131" y="136"/>
                  <a:pt x="130" y="136"/>
                </a:cubicBezTo>
                <a:cubicBezTo>
                  <a:pt x="130" y="136"/>
                  <a:pt x="130" y="136"/>
                  <a:pt x="129" y="136"/>
                </a:cubicBezTo>
                <a:cubicBezTo>
                  <a:pt x="129" y="136"/>
                  <a:pt x="129" y="136"/>
                  <a:pt x="129" y="136"/>
                </a:cubicBezTo>
                <a:cubicBezTo>
                  <a:pt x="116" y="136"/>
                  <a:pt x="116" y="136"/>
                  <a:pt x="116" y="136"/>
                </a:cubicBezTo>
                <a:cubicBezTo>
                  <a:pt x="116" y="136"/>
                  <a:pt x="116" y="136"/>
                  <a:pt x="116" y="136"/>
                </a:cubicBezTo>
                <a:cubicBezTo>
                  <a:pt x="116" y="136"/>
                  <a:pt x="116" y="136"/>
                  <a:pt x="116" y="136"/>
                </a:cubicBezTo>
                <a:cubicBezTo>
                  <a:pt x="115" y="136"/>
                  <a:pt x="115" y="137"/>
                  <a:pt x="115" y="140"/>
                </a:cubicBezTo>
                <a:cubicBezTo>
                  <a:pt x="115" y="145"/>
                  <a:pt x="113" y="149"/>
                  <a:pt x="108" y="150"/>
                </a:cubicBezTo>
                <a:cubicBezTo>
                  <a:pt x="105" y="151"/>
                  <a:pt x="105" y="151"/>
                  <a:pt x="105" y="151"/>
                </a:cubicBezTo>
                <a:cubicBezTo>
                  <a:pt x="104" y="148"/>
                  <a:pt x="104" y="148"/>
                  <a:pt x="104" y="148"/>
                </a:cubicBezTo>
                <a:cubicBezTo>
                  <a:pt x="103" y="137"/>
                  <a:pt x="98" y="127"/>
                  <a:pt x="89" y="118"/>
                </a:cubicBezTo>
                <a:cubicBezTo>
                  <a:pt x="87" y="116"/>
                  <a:pt x="85" y="114"/>
                  <a:pt x="83" y="112"/>
                </a:cubicBezTo>
                <a:cubicBezTo>
                  <a:pt x="77" y="106"/>
                  <a:pt x="71" y="100"/>
                  <a:pt x="67" y="92"/>
                </a:cubicBezTo>
                <a:cubicBezTo>
                  <a:pt x="65" y="89"/>
                  <a:pt x="65" y="89"/>
                  <a:pt x="65" y="89"/>
                </a:cubicBezTo>
                <a:cubicBezTo>
                  <a:pt x="69" y="88"/>
                  <a:pt x="69" y="88"/>
                  <a:pt x="69" y="88"/>
                </a:cubicBezTo>
                <a:cubicBezTo>
                  <a:pt x="71" y="87"/>
                  <a:pt x="73" y="86"/>
                  <a:pt x="74" y="84"/>
                </a:cubicBezTo>
                <a:cubicBezTo>
                  <a:pt x="75" y="83"/>
                  <a:pt x="75" y="82"/>
                  <a:pt x="76" y="81"/>
                </a:cubicBezTo>
                <a:cubicBezTo>
                  <a:pt x="76" y="80"/>
                  <a:pt x="77" y="79"/>
                  <a:pt x="77" y="78"/>
                </a:cubicBezTo>
                <a:cubicBezTo>
                  <a:pt x="78" y="76"/>
                  <a:pt x="80" y="73"/>
                  <a:pt x="82" y="71"/>
                </a:cubicBezTo>
                <a:cubicBezTo>
                  <a:pt x="85" y="69"/>
                  <a:pt x="88" y="69"/>
                  <a:pt x="90" y="69"/>
                </a:cubicBezTo>
                <a:cubicBezTo>
                  <a:pt x="91" y="69"/>
                  <a:pt x="91" y="69"/>
                  <a:pt x="91" y="69"/>
                </a:cubicBezTo>
                <a:cubicBezTo>
                  <a:pt x="92" y="69"/>
                  <a:pt x="94" y="68"/>
                  <a:pt x="94" y="68"/>
                </a:cubicBezTo>
                <a:cubicBezTo>
                  <a:pt x="94" y="67"/>
                  <a:pt x="94" y="67"/>
                  <a:pt x="95" y="67"/>
                </a:cubicBezTo>
                <a:cubicBezTo>
                  <a:pt x="95" y="66"/>
                  <a:pt x="96" y="64"/>
                  <a:pt x="99" y="64"/>
                </a:cubicBezTo>
                <a:cubicBezTo>
                  <a:pt x="104" y="64"/>
                  <a:pt x="104" y="64"/>
                  <a:pt x="104" y="64"/>
                </a:cubicBezTo>
                <a:cubicBezTo>
                  <a:pt x="104" y="64"/>
                  <a:pt x="105" y="64"/>
                  <a:pt x="106" y="64"/>
                </a:cubicBezTo>
                <a:cubicBezTo>
                  <a:pt x="106" y="64"/>
                  <a:pt x="107" y="64"/>
                  <a:pt x="108" y="64"/>
                </a:cubicBezTo>
                <a:cubicBezTo>
                  <a:pt x="108" y="64"/>
                  <a:pt x="108" y="64"/>
                  <a:pt x="109" y="64"/>
                </a:cubicBezTo>
                <a:cubicBezTo>
                  <a:pt x="109" y="64"/>
                  <a:pt x="109" y="63"/>
                  <a:pt x="109" y="63"/>
                </a:cubicBezTo>
                <a:cubicBezTo>
                  <a:pt x="109" y="61"/>
                  <a:pt x="110" y="59"/>
                  <a:pt x="114" y="59"/>
                </a:cubicBezTo>
                <a:cubicBezTo>
                  <a:pt x="114" y="59"/>
                  <a:pt x="114" y="59"/>
                  <a:pt x="115" y="59"/>
                </a:cubicBezTo>
                <a:cubicBezTo>
                  <a:pt x="115" y="59"/>
                  <a:pt x="115" y="59"/>
                  <a:pt x="116" y="59"/>
                </a:cubicBezTo>
                <a:cubicBezTo>
                  <a:pt x="128" y="59"/>
                  <a:pt x="128" y="59"/>
                  <a:pt x="128" y="59"/>
                </a:cubicBezTo>
                <a:cubicBezTo>
                  <a:pt x="129" y="61"/>
                  <a:pt x="129" y="61"/>
                  <a:pt x="129" y="61"/>
                </a:cubicBezTo>
                <a:cubicBezTo>
                  <a:pt x="130" y="61"/>
                  <a:pt x="131" y="60"/>
                  <a:pt x="132" y="60"/>
                </a:cubicBezTo>
                <a:cubicBezTo>
                  <a:pt x="132" y="60"/>
                  <a:pt x="132" y="60"/>
                  <a:pt x="133" y="60"/>
                </a:cubicBezTo>
                <a:cubicBezTo>
                  <a:pt x="133" y="59"/>
                  <a:pt x="133" y="59"/>
                  <a:pt x="133" y="58"/>
                </a:cubicBezTo>
                <a:cubicBezTo>
                  <a:pt x="132" y="58"/>
                  <a:pt x="132" y="57"/>
                  <a:pt x="131" y="56"/>
                </a:cubicBezTo>
                <a:cubicBezTo>
                  <a:pt x="128" y="55"/>
                  <a:pt x="127" y="53"/>
                  <a:pt x="127" y="51"/>
                </a:cubicBezTo>
                <a:cubicBezTo>
                  <a:pt x="126" y="51"/>
                  <a:pt x="126" y="50"/>
                  <a:pt x="126" y="50"/>
                </a:cubicBezTo>
                <a:cubicBezTo>
                  <a:pt x="124" y="48"/>
                  <a:pt x="123" y="47"/>
                  <a:pt x="122" y="47"/>
                </a:cubicBezTo>
                <a:cubicBezTo>
                  <a:pt x="118" y="46"/>
                  <a:pt x="118" y="41"/>
                  <a:pt x="118" y="40"/>
                </a:cubicBezTo>
                <a:cubicBezTo>
                  <a:pt x="118" y="39"/>
                  <a:pt x="118" y="39"/>
                  <a:pt x="118" y="39"/>
                </a:cubicBezTo>
                <a:cubicBezTo>
                  <a:pt x="118" y="30"/>
                  <a:pt x="118" y="30"/>
                  <a:pt x="118" y="30"/>
                </a:cubicBezTo>
                <a:cubicBezTo>
                  <a:pt x="122" y="31"/>
                  <a:pt x="122" y="31"/>
                  <a:pt x="122" y="31"/>
                </a:cubicBezTo>
                <a:cubicBezTo>
                  <a:pt x="122" y="31"/>
                  <a:pt x="123" y="31"/>
                  <a:pt x="123" y="31"/>
                </a:cubicBezTo>
                <a:cubicBezTo>
                  <a:pt x="123" y="31"/>
                  <a:pt x="123" y="30"/>
                  <a:pt x="123" y="29"/>
                </a:cubicBezTo>
                <a:cubicBezTo>
                  <a:pt x="123" y="29"/>
                  <a:pt x="123" y="28"/>
                  <a:pt x="123" y="27"/>
                </a:cubicBezTo>
                <a:cubicBezTo>
                  <a:pt x="123" y="26"/>
                  <a:pt x="124" y="24"/>
                  <a:pt x="123" y="23"/>
                </a:cubicBezTo>
                <a:cubicBezTo>
                  <a:pt x="123" y="23"/>
                  <a:pt x="122" y="23"/>
                  <a:pt x="122" y="23"/>
                </a:cubicBezTo>
                <a:cubicBezTo>
                  <a:pt x="120" y="23"/>
                  <a:pt x="120" y="22"/>
                  <a:pt x="119" y="22"/>
                </a:cubicBezTo>
                <a:cubicBezTo>
                  <a:pt x="118" y="20"/>
                  <a:pt x="118" y="19"/>
                  <a:pt x="118" y="18"/>
                </a:cubicBezTo>
                <a:cubicBezTo>
                  <a:pt x="118" y="18"/>
                  <a:pt x="118" y="18"/>
                  <a:pt x="118" y="17"/>
                </a:cubicBezTo>
                <a:cubicBezTo>
                  <a:pt x="118" y="17"/>
                  <a:pt x="118" y="16"/>
                  <a:pt x="118" y="16"/>
                </a:cubicBezTo>
                <a:cubicBezTo>
                  <a:pt x="119" y="15"/>
                  <a:pt x="119" y="14"/>
                  <a:pt x="119" y="14"/>
                </a:cubicBezTo>
                <a:cubicBezTo>
                  <a:pt x="118" y="14"/>
                  <a:pt x="118" y="14"/>
                  <a:pt x="118" y="14"/>
                </a:cubicBezTo>
                <a:cubicBezTo>
                  <a:pt x="118" y="14"/>
                  <a:pt x="117" y="14"/>
                  <a:pt x="117" y="14"/>
                </a:cubicBezTo>
                <a:cubicBezTo>
                  <a:pt x="115" y="14"/>
                  <a:pt x="114" y="12"/>
                  <a:pt x="114" y="9"/>
                </a:cubicBezTo>
                <a:cubicBezTo>
                  <a:pt x="114" y="0"/>
                  <a:pt x="114" y="0"/>
                  <a:pt x="114" y="0"/>
                </a:cubicBezTo>
                <a:cubicBezTo>
                  <a:pt x="119" y="3"/>
                  <a:pt x="119" y="3"/>
                  <a:pt x="119" y="3"/>
                </a:cubicBezTo>
                <a:cubicBezTo>
                  <a:pt x="126" y="7"/>
                  <a:pt x="132" y="10"/>
                  <a:pt x="139" y="13"/>
                </a:cubicBezTo>
                <a:cubicBezTo>
                  <a:pt x="147" y="17"/>
                  <a:pt x="156" y="22"/>
                  <a:pt x="164" y="27"/>
                </a:cubicBezTo>
                <a:cubicBezTo>
                  <a:pt x="172" y="31"/>
                  <a:pt x="179" y="36"/>
                  <a:pt x="185" y="41"/>
                </a:cubicBezTo>
                <a:cubicBezTo>
                  <a:pt x="186" y="42"/>
                  <a:pt x="188" y="44"/>
                  <a:pt x="189" y="45"/>
                </a:cubicBezTo>
                <a:cubicBezTo>
                  <a:pt x="191" y="45"/>
                  <a:pt x="191" y="45"/>
                  <a:pt x="191" y="45"/>
                </a:cubicBezTo>
                <a:cubicBezTo>
                  <a:pt x="192" y="45"/>
                  <a:pt x="195" y="45"/>
                  <a:pt x="196" y="48"/>
                </a:cubicBezTo>
                <a:cubicBezTo>
                  <a:pt x="196" y="48"/>
                  <a:pt x="196" y="49"/>
                  <a:pt x="196" y="49"/>
                </a:cubicBezTo>
                <a:cubicBezTo>
                  <a:pt x="196" y="51"/>
                  <a:pt x="198" y="52"/>
                  <a:pt x="201" y="54"/>
                </a:cubicBezTo>
                <a:cubicBezTo>
                  <a:pt x="202" y="54"/>
                  <a:pt x="203" y="54"/>
                  <a:pt x="205" y="54"/>
                </a:cubicBezTo>
                <a:cubicBezTo>
                  <a:pt x="208" y="54"/>
                  <a:pt x="208" y="54"/>
                  <a:pt x="208" y="54"/>
                </a:cubicBezTo>
                <a:cubicBezTo>
                  <a:pt x="209" y="56"/>
                  <a:pt x="209" y="56"/>
                  <a:pt x="209" y="56"/>
                </a:cubicBezTo>
                <a:cubicBezTo>
                  <a:pt x="210" y="58"/>
                  <a:pt x="211" y="59"/>
                  <a:pt x="211" y="61"/>
                </a:cubicBezTo>
                <a:cubicBezTo>
                  <a:pt x="213" y="63"/>
                  <a:pt x="215" y="65"/>
                  <a:pt x="217" y="67"/>
                </a:cubicBezTo>
                <a:cubicBezTo>
                  <a:pt x="219" y="68"/>
                  <a:pt x="220" y="69"/>
                  <a:pt x="222" y="69"/>
                </a:cubicBezTo>
                <a:cubicBezTo>
                  <a:pt x="227" y="69"/>
                  <a:pt x="227" y="69"/>
                  <a:pt x="227" y="69"/>
                </a:cubicBezTo>
                <a:cubicBezTo>
                  <a:pt x="228" y="71"/>
                  <a:pt x="228" y="71"/>
                  <a:pt x="228" y="71"/>
                </a:cubicBezTo>
                <a:cubicBezTo>
                  <a:pt x="228" y="71"/>
                  <a:pt x="229" y="72"/>
                  <a:pt x="229" y="73"/>
                </a:cubicBezTo>
                <a:cubicBezTo>
                  <a:pt x="230" y="75"/>
                  <a:pt x="232" y="78"/>
                  <a:pt x="235" y="80"/>
                </a:cubicBezTo>
                <a:cubicBezTo>
                  <a:pt x="236" y="81"/>
                  <a:pt x="238" y="82"/>
                  <a:pt x="240" y="83"/>
                </a:cubicBezTo>
                <a:cubicBezTo>
                  <a:pt x="241" y="83"/>
                  <a:pt x="243" y="84"/>
                  <a:pt x="244" y="84"/>
                </a:cubicBezTo>
                <a:cubicBezTo>
                  <a:pt x="247" y="86"/>
                  <a:pt x="250" y="89"/>
                  <a:pt x="251" y="91"/>
                </a:cubicBezTo>
                <a:cubicBezTo>
                  <a:pt x="252" y="91"/>
                  <a:pt x="253" y="92"/>
                  <a:pt x="253" y="93"/>
                </a:cubicBezTo>
                <a:cubicBezTo>
                  <a:pt x="257" y="97"/>
                  <a:pt x="259" y="100"/>
                  <a:pt x="264" y="102"/>
                </a:cubicBezTo>
                <a:cubicBezTo>
                  <a:pt x="265" y="102"/>
                  <a:pt x="265" y="102"/>
                  <a:pt x="265" y="102"/>
                </a:cubicBezTo>
                <a:cubicBezTo>
                  <a:pt x="266" y="103"/>
                  <a:pt x="266" y="103"/>
                  <a:pt x="266" y="103"/>
                </a:cubicBezTo>
                <a:cubicBezTo>
                  <a:pt x="270" y="110"/>
                  <a:pt x="276" y="116"/>
                  <a:pt x="282" y="122"/>
                </a:cubicBezTo>
                <a:cubicBezTo>
                  <a:pt x="285" y="125"/>
                  <a:pt x="288" y="128"/>
                  <a:pt x="292" y="131"/>
                </a:cubicBezTo>
                <a:cubicBezTo>
                  <a:pt x="294" y="132"/>
                  <a:pt x="295" y="133"/>
                  <a:pt x="297" y="135"/>
                </a:cubicBezTo>
                <a:cubicBezTo>
                  <a:pt x="299" y="136"/>
                  <a:pt x="299" y="138"/>
                  <a:pt x="299" y="139"/>
                </a:cubicBezTo>
                <a:cubicBezTo>
                  <a:pt x="300" y="139"/>
                  <a:pt x="300" y="139"/>
                  <a:pt x="300" y="140"/>
                </a:cubicBezTo>
                <a:cubicBezTo>
                  <a:pt x="301" y="142"/>
                  <a:pt x="303" y="143"/>
                  <a:pt x="305" y="145"/>
                </a:cubicBezTo>
                <a:cubicBezTo>
                  <a:pt x="307" y="146"/>
                  <a:pt x="310" y="148"/>
                  <a:pt x="311" y="151"/>
                </a:cubicBezTo>
                <a:cubicBezTo>
                  <a:pt x="312" y="153"/>
                  <a:pt x="313" y="154"/>
                  <a:pt x="314" y="156"/>
                </a:cubicBezTo>
                <a:cubicBezTo>
                  <a:pt x="314" y="157"/>
                  <a:pt x="315" y="159"/>
                  <a:pt x="316" y="160"/>
                </a:cubicBezTo>
                <a:cubicBezTo>
                  <a:pt x="317" y="163"/>
                  <a:pt x="319" y="165"/>
                  <a:pt x="322" y="166"/>
                </a:cubicBezTo>
                <a:cubicBezTo>
                  <a:pt x="323" y="167"/>
                  <a:pt x="324" y="167"/>
                  <a:pt x="325" y="168"/>
                </a:cubicBezTo>
                <a:cubicBezTo>
                  <a:pt x="326" y="168"/>
                  <a:pt x="327" y="169"/>
                  <a:pt x="327" y="170"/>
                </a:cubicBezTo>
                <a:cubicBezTo>
                  <a:pt x="327" y="170"/>
                  <a:pt x="327" y="171"/>
                  <a:pt x="328" y="171"/>
                </a:cubicBezTo>
                <a:cubicBezTo>
                  <a:pt x="328" y="171"/>
                  <a:pt x="328" y="172"/>
                  <a:pt x="329" y="173"/>
                </a:cubicBezTo>
                <a:cubicBezTo>
                  <a:pt x="330" y="173"/>
                  <a:pt x="330" y="173"/>
                  <a:pt x="330" y="173"/>
                </a:cubicBezTo>
                <a:cubicBezTo>
                  <a:pt x="331" y="175"/>
                  <a:pt x="332" y="177"/>
                  <a:pt x="332" y="179"/>
                </a:cubicBezTo>
                <a:cubicBezTo>
                  <a:pt x="332" y="180"/>
                  <a:pt x="333" y="181"/>
                  <a:pt x="333" y="182"/>
                </a:cubicBezTo>
                <a:cubicBezTo>
                  <a:pt x="334" y="183"/>
                  <a:pt x="335" y="184"/>
                  <a:pt x="336" y="185"/>
                </a:cubicBezTo>
                <a:cubicBezTo>
                  <a:pt x="337" y="185"/>
                  <a:pt x="337" y="185"/>
                  <a:pt x="337" y="185"/>
                </a:cubicBezTo>
                <a:cubicBezTo>
                  <a:pt x="339" y="186"/>
                  <a:pt x="341" y="187"/>
                  <a:pt x="342" y="189"/>
                </a:cubicBezTo>
                <a:cubicBezTo>
                  <a:pt x="342" y="190"/>
                  <a:pt x="342" y="191"/>
                  <a:pt x="343" y="192"/>
                </a:cubicBezTo>
                <a:cubicBezTo>
                  <a:pt x="344" y="193"/>
                  <a:pt x="345" y="194"/>
                  <a:pt x="346" y="197"/>
                </a:cubicBezTo>
                <a:cubicBezTo>
                  <a:pt x="346" y="198"/>
                  <a:pt x="346" y="199"/>
                  <a:pt x="346" y="200"/>
                </a:cubicBezTo>
                <a:cubicBezTo>
                  <a:pt x="346" y="200"/>
                  <a:pt x="346" y="200"/>
                  <a:pt x="346" y="200"/>
                </a:cubicBezTo>
                <a:cubicBezTo>
                  <a:pt x="346" y="200"/>
                  <a:pt x="347" y="201"/>
                  <a:pt x="347" y="201"/>
                </a:cubicBezTo>
                <a:cubicBezTo>
                  <a:pt x="350" y="201"/>
                  <a:pt x="351" y="203"/>
                  <a:pt x="352" y="204"/>
                </a:cubicBezTo>
                <a:cubicBezTo>
                  <a:pt x="352" y="204"/>
                  <a:pt x="352" y="205"/>
                  <a:pt x="352" y="205"/>
                </a:cubicBezTo>
                <a:cubicBezTo>
                  <a:pt x="352" y="206"/>
                  <a:pt x="352" y="206"/>
                  <a:pt x="352" y="206"/>
                </a:cubicBezTo>
                <a:cubicBezTo>
                  <a:pt x="353" y="206"/>
                  <a:pt x="354" y="207"/>
                  <a:pt x="355" y="209"/>
                </a:cubicBezTo>
                <a:cubicBezTo>
                  <a:pt x="355" y="210"/>
                  <a:pt x="356" y="212"/>
                  <a:pt x="356" y="213"/>
                </a:cubicBezTo>
                <a:cubicBezTo>
                  <a:pt x="356" y="214"/>
                  <a:pt x="356" y="214"/>
                  <a:pt x="356" y="215"/>
                </a:cubicBezTo>
                <a:cubicBezTo>
                  <a:pt x="356" y="215"/>
                  <a:pt x="356" y="215"/>
                  <a:pt x="356" y="215"/>
                </a:cubicBezTo>
                <a:cubicBezTo>
                  <a:pt x="356" y="215"/>
                  <a:pt x="357" y="215"/>
                  <a:pt x="358" y="215"/>
                </a:cubicBezTo>
                <a:cubicBezTo>
                  <a:pt x="360" y="215"/>
                  <a:pt x="360" y="215"/>
                  <a:pt x="360" y="215"/>
                </a:cubicBezTo>
                <a:cubicBezTo>
                  <a:pt x="360" y="221"/>
                  <a:pt x="360" y="221"/>
                  <a:pt x="360" y="221"/>
                </a:cubicBezTo>
                <a:cubicBezTo>
                  <a:pt x="360" y="222"/>
                  <a:pt x="360" y="222"/>
                  <a:pt x="360" y="223"/>
                </a:cubicBezTo>
                <a:cubicBezTo>
                  <a:pt x="360" y="223"/>
                  <a:pt x="360" y="224"/>
                  <a:pt x="360" y="224"/>
                </a:cubicBezTo>
                <a:cubicBezTo>
                  <a:pt x="361" y="224"/>
                  <a:pt x="362" y="224"/>
                  <a:pt x="362" y="224"/>
                </a:cubicBezTo>
                <a:cubicBezTo>
                  <a:pt x="364" y="224"/>
                  <a:pt x="364" y="224"/>
                  <a:pt x="364" y="224"/>
                </a:cubicBezTo>
                <a:cubicBezTo>
                  <a:pt x="365" y="227"/>
                  <a:pt x="365" y="227"/>
                  <a:pt x="365" y="227"/>
                </a:cubicBezTo>
                <a:cubicBezTo>
                  <a:pt x="365" y="227"/>
                  <a:pt x="366" y="228"/>
                  <a:pt x="366" y="229"/>
                </a:cubicBezTo>
                <a:cubicBezTo>
                  <a:pt x="367" y="230"/>
                  <a:pt x="369" y="231"/>
                  <a:pt x="369" y="233"/>
                </a:cubicBezTo>
                <a:cubicBezTo>
                  <a:pt x="370" y="235"/>
                  <a:pt x="370" y="236"/>
                  <a:pt x="370" y="237"/>
                </a:cubicBezTo>
                <a:cubicBezTo>
                  <a:pt x="370" y="237"/>
                  <a:pt x="370" y="238"/>
                  <a:pt x="370" y="238"/>
                </a:cubicBezTo>
                <a:cubicBezTo>
                  <a:pt x="370" y="238"/>
                  <a:pt x="370" y="238"/>
                  <a:pt x="370" y="238"/>
                </a:cubicBezTo>
                <a:cubicBezTo>
                  <a:pt x="371" y="238"/>
                  <a:pt x="371" y="238"/>
                  <a:pt x="371" y="238"/>
                </a:cubicBezTo>
                <a:cubicBezTo>
                  <a:pt x="373" y="238"/>
                  <a:pt x="375" y="240"/>
                  <a:pt x="375" y="243"/>
                </a:cubicBezTo>
                <a:cubicBezTo>
                  <a:pt x="375" y="247"/>
                  <a:pt x="375" y="247"/>
                  <a:pt x="375" y="247"/>
                </a:cubicBezTo>
                <a:cubicBezTo>
                  <a:pt x="374" y="247"/>
                  <a:pt x="374" y="247"/>
                  <a:pt x="374" y="247"/>
                </a:cubicBezTo>
                <a:cubicBezTo>
                  <a:pt x="374" y="247"/>
                  <a:pt x="374" y="247"/>
                  <a:pt x="374" y="247"/>
                </a:cubicBezTo>
                <a:cubicBezTo>
                  <a:pt x="374" y="247"/>
                  <a:pt x="374" y="247"/>
                  <a:pt x="374" y="247"/>
                </a:cubicBezTo>
                <a:cubicBezTo>
                  <a:pt x="375" y="247"/>
                  <a:pt x="375" y="248"/>
                  <a:pt x="376" y="248"/>
                </a:cubicBezTo>
                <a:cubicBezTo>
                  <a:pt x="379" y="248"/>
                  <a:pt x="379" y="248"/>
                  <a:pt x="379" y="248"/>
                </a:cubicBezTo>
                <a:cubicBezTo>
                  <a:pt x="379" y="251"/>
                  <a:pt x="379" y="251"/>
                  <a:pt x="379" y="251"/>
                </a:cubicBezTo>
                <a:cubicBezTo>
                  <a:pt x="379" y="252"/>
                  <a:pt x="379" y="252"/>
                  <a:pt x="379" y="253"/>
                </a:cubicBezTo>
                <a:cubicBezTo>
                  <a:pt x="379" y="254"/>
                  <a:pt x="379" y="256"/>
                  <a:pt x="379" y="257"/>
                </a:cubicBezTo>
                <a:cubicBezTo>
                  <a:pt x="380" y="257"/>
                  <a:pt x="381" y="257"/>
                  <a:pt x="381" y="257"/>
                </a:cubicBezTo>
                <a:cubicBezTo>
                  <a:pt x="384" y="257"/>
                  <a:pt x="384" y="257"/>
                  <a:pt x="384" y="257"/>
                </a:cubicBezTo>
                <a:cubicBezTo>
                  <a:pt x="384" y="264"/>
                  <a:pt x="384" y="264"/>
                  <a:pt x="384" y="264"/>
                </a:cubicBezTo>
                <a:cubicBezTo>
                  <a:pt x="384" y="264"/>
                  <a:pt x="384" y="265"/>
                  <a:pt x="384" y="265"/>
                </a:cubicBezTo>
                <a:cubicBezTo>
                  <a:pt x="384" y="266"/>
                  <a:pt x="384" y="266"/>
                  <a:pt x="384" y="266"/>
                </a:cubicBezTo>
                <a:cubicBezTo>
                  <a:pt x="384" y="267"/>
                  <a:pt x="385" y="267"/>
                  <a:pt x="386" y="267"/>
                </a:cubicBezTo>
                <a:cubicBezTo>
                  <a:pt x="388" y="267"/>
                  <a:pt x="388" y="267"/>
                  <a:pt x="388" y="267"/>
                </a:cubicBezTo>
                <a:cubicBezTo>
                  <a:pt x="389" y="270"/>
                  <a:pt x="389" y="270"/>
                  <a:pt x="389" y="270"/>
                </a:cubicBezTo>
                <a:cubicBezTo>
                  <a:pt x="389" y="271"/>
                  <a:pt x="389" y="272"/>
                  <a:pt x="389" y="273"/>
                </a:cubicBezTo>
                <a:cubicBezTo>
                  <a:pt x="388" y="274"/>
                  <a:pt x="388" y="275"/>
                  <a:pt x="389" y="276"/>
                </a:cubicBezTo>
                <a:cubicBezTo>
                  <a:pt x="389" y="276"/>
                  <a:pt x="389" y="276"/>
                  <a:pt x="389" y="276"/>
                </a:cubicBezTo>
                <a:cubicBezTo>
                  <a:pt x="389" y="276"/>
                  <a:pt x="390" y="276"/>
                  <a:pt x="390" y="276"/>
                </a:cubicBezTo>
                <a:cubicBezTo>
                  <a:pt x="391" y="276"/>
                  <a:pt x="392" y="277"/>
                  <a:pt x="393" y="277"/>
                </a:cubicBezTo>
                <a:cubicBezTo>
                  <a:pt x="394" y="279"/>
                  <a:pt x="394" y="280"/>
                  <a:pt x="393" y="281"/>
                </a:cubicBezTo>
                <a:cubicBezTo>
                  <a:pt x="393" y="281"/>
                  <a:pt x="393" y="281"/>
                  <a:pt x="393" y="282"/>
                </a:cubicBezTo>
                <a:cubicBezTo>
                  <a:pt x="393" y="284"/>
                  <a:pt x="393" y="286"/>
                  <a:pt x="392" y="288"/>
                </a:cubicBezTo>
                <a:cubicBezTo>
                  <a:pt x="392" y="289"/>
                  <a:pt x="392" y="290"/>
                  <a:pt x="392" y="291"/>
                </a:cubicBezTo>
                <a:cubicBezTo>
                  <a:pt x="391" y="293"/>
                  <a:pt x="391" y="296"/>
                  <a:pt x="391" y="299"/>
                </a:cubicBezTo>
                <a:cubicBezTo>
                  <a:pt x="391" y="305"/>
                  <a:pt x="392" y="311"/>
                  <a:pt x="393" y="319"/>
                </a:cubicBezTo>
                <a:cubicBezTo>
                  <a:pt x="395" y="334"/>
                  <a:pt x="399" y="348"/>
                  <a:pt x="403" y="358"/>
                </a:cubicBezTo>
                <a:cubicBezTo>
                  <a:pt x="405" y="365"/>
                  <a:pt x="405" y="365"/>
                  <a:pt x="405" y="365"/>
                </a:cubicBezTo>
                <a:cubicBezTo>
                  <a:pt x="398" y="362"/>
                  <a:pt x="398" y="362"/>
                  <a:pt x="398" y="362"/>
                </a:cubicBezTo>
                <a:cubicBezTo>
                  <a:pt x="395" y="361"/>
                  <a:pt x="392" y="359"/>
                  <a:pt x="389" y="356"/>
                </a:cubicBezTo>
                <a:cubicBezTo>
                  <a:pt x="388" y="353"/>
                  <a:pt x="387" y="351"/>
                  <a:pt x="387" y="349"/>
                </a:cubicBezTo>
                <a:cubicBezTo>
                  <a:pt x="387" y="349"/>
                  <a:pt x="387" y="349"/>
                  <a:pt x="387" y="349"/>
                </a:cubicBezTo>
                <a:cubicBezTo>
                  <a:pt x="383" y="348"/>
                  <a:pt x="382" y="346"/>
                  <a:pt x="382" y="344"/>
                </a:cubicBezTo>
                <a:cubicBezTo>
                  <a:pt x="382" y="337"/>
                  <a:pt x="382" y="337"/>
                  <a:pt x="382" y="337"/>
                </a:cubicBezTo>
                <a:cubicBezTo>
                  <a:pt x="382" y="336"/>
                  <a:pt x="382" y="335"/>
                  <a:pt x="382" y="334"/>
                </a:cubicBezTo>
                <a:cubicBezTo>
                  <a:pt x="382" y="334"/>
                  <a:pt x="382" y="334"/>
                  <a:pt x="382" y="334"/>
                </a:cubicBezTo>
                <a:cubicBezTo>
                  <a:pt x="382" y="334"/>
                  <a:pt x="382" y="334"/>
                  <a:pt x="381" y="334"/>
                </a:cubicBezTo>
                <a:cubicBezTo>
                  <a:pt x="377" y="334"/>
                  <a:pt x="378" y="329"/>
                  <a:pt x="378" y="328"/>
                </a:cubicBezTo>
                <a:cubicBezTo>
                  <a:pt x="378" y="327"/>
                  <a:pt x="378" y="326"/>
                  <a:pt x="378" y="325"/>
                </a:cubicBezTo>
                <a:cubicBezTo>
                  <a:pt x="378" y="325"/>
                  <a:pt x="378" y="325"/>
                  <a:pt x="377" y="325"/>
                </a:cubicBezTo>
                <a:cubicBezTo>
                  <a:pt x="376" y="325"/>
                  <a:pt x="374" y="325"/>
                  <a:pt x="373" y="322"/>
                </a:cubicBezTo>
                <a:cubicBezTo>
                  <a:pt x="373" y="321"/>
                  <a:pt x="372" y="321"/>
                  <a:pt x="371" y="320"/>
                </a:cubicBezTo>
                <a:cubicBezTo>
                  <a:pt x="370" y="318"/>
                  <a:pt x="369" y="317"/>
                  <a:pt x="369" y="315"/>
                </a:cubicBezTo>
                <a:cubicBezTo>
                  <a:pt x="368" y="314"/>
                  <a:pt x="368" y="313"/>
                  <a:pt x="368" y="312"/>
                </a:cubicBezTo>
                <a:cubicBezTo>
                  <a:pt x="368" y="311"/>
                  <a:pt x="368" y="311"/>
                  <a:pt x="368" y="311"/>
                </a:cubicBezTo>
                <a:cubicBezTo>
                  <a:pt x="368" y="311"/>
                  <a:pt x="368" y="311"/>
                  <a:pt x="368" y="311"/>
                </a:cubicBezTo>
                <a:cubicBezTo>
                  <a:pt x="367" y="311"/>
                  <a:pt x="367" y="311"/>
                  <a:pt x="367" y="311"/>
                </a:cubicBezTo>
                <a:cubicBezTo>
                  <a:pt x="365" y="311"/>
                  <a:pt x="364" y="309"/>
                  <a:pt x="364" y="306"/>
                </a:cubicBezTo>
                <a:cubicBezTo>
                  <a:pt x="364" y="304"/>
                  <a:pt x="364" y="304"/>
                  <a:pt x="364" y="304"/>
                </a:cubicBezTo>
                <a:cubicBezTo>
                  <a:pt x="364" y="303"/>
                  <a:pt x="364" y="302"/>
                  <a:pt x="363" y="301"/>
                </a:cubicBezTo>
                <a:cubicBezTo>
                  <a:pt x="363" y="301"/>
                  <a:pt x="363" y="301"/>
                  <a:pt x="363" y="301"/>
                </a:cubicBezTo>
                <a:cubicBezTo>
                  <a:pt x="363" y="301"/>
                  <a:pt x="363" y="301"/>
                  <a:pt x="362" y="301"/>
                </a:cubicBezTo>
                <a:cubicBezTo>
                  <a:pt x="358" y="301"/>
                  <a:pt x="359" y="296"/>
                  <a:pt x="359" y="295"/>
                </a:cubicBezTo>
                <a:cubicBezTo>
                  <a:pt x="359" y="294"/>
                  <a:pt x="359" y="293"/>
                  <a:pt x="359" y="292"/>
                </a:cubicBezTo>
                <a:cubicBezTo>
                  <a:pt x="359" y="292"/>
                  <a:pt x="359" y="292"/>
                  <a:pt x="359" y="292"/>
                </a:cubicBezTo>
                <a:cubicBezTo>
                  <a:pt x="355" y="292"/>
                  <a:pt x="354" y="289"/>
                  <a:pt x="354" y="287"/>
                </a:cubicBezTo>
                <a:cubicBezTo>
                  <a:pt x="354" y="285"/>
                  <a:pt x="354" y="285"/>
                  <a:pt x="353" y="283"/>
                </a:cubicBezTo>
                <a:cubicBezTo>
                  <a:pt x="352" y="280"/>
                  <a:pt x="351" y="279"/>
                  <a:pt x="349" y="278"/>
                </a:cubicBezTo>
                <a:cubicBezTo>
                  <a:pt x="349" y="278"/>
                  <a:pt x="348" y="278"/>
                  <a:pt x="347" y="278"/>
                </a:cubicBezTo>
                <a:cubicBezTo>
                  <a:pt x="345" y="278"/>
                  <a:pt x="341" y="277"/>
                  <a:pt x="340" y="273"/>
                </a:cubicBezTo>
                <a:cubicBezTo>
                  <a:pt x="340" y="271"/>
                  <a:pt x="340" y="270"/>
                  <a:pt x="340" y="270"/>
                </a:cubicBezTo>
                <a:cubicBezTo>
                  <a:pt x="340" y="269"/>
                  <a:pt x="340" y="269"/>
                  <a:pt x="340" y="268"/>
                </a:cubicBezTo>
                <a:cubicBezTo>
                  <a:pt x="340" y="268"/>
                  <a:pt x="340" y="268"/>
                  <a:pt x="340" y="268"/>
                </a:cubicBezTo>
                <a:cubicBezTo>
                  <a:pt x="339" y="268"/>
                  <a:pt x="339" y="268"/>
                  <a:pt x="338" y="268"/>
                </a:cubicBezTo>
                <a:cubicBezTo>
                  <a:pt x="335" y="268"/>
                  <a:pt x="335" y="268"/>
                  <a:pt x="335" y="268"/>
                </a:cubicBezTo>
                <a:cubicBezTo>
                  <a:pt x="335" y="260"/>
                  <a:pt x="335" y="260"/>
                  <a:pt x="335" y="260"/>
                </a:cubicBezTo>
                <a:cubicBezTo>
                  <a:pt x="335" y="258"/>
                  <a:pt x="335" y="256"/>
                  <a:pt x="335" y="254"/>
                </a:cubicBezTo>
                <a:cubicBezTo>
                  <a:pt x="335" y="254"/>
                  <a:pt x="335" y="254"/>
                  <a:pt x="335" y="254"/>
                </a:cubicBezTo>
                <a:cubicBezTo>
                  <a:pt x="335" y="254"/>
                  <a:pt x="335" y="254"/>
                  <a:pt x="333" y="254"/>
                </a:cubicBezTo>
                <a:cubicBezTo>
                  <a:pt x="330" y="254"/>
                  <a:pt x="330" y="254"/>
                  <a:pt x="330" y="254"/>
                </a:cubicBezTo>
                <a:cubicBezTo>
                  <a:pt x="331" y="250"/>
                  <a:pt x="331" y="250"/>
                  <a:pt x="331" y="250"/>
                </a:cubicBezTo>
                <a:cubicBezTo>
                  <a:pt x="331" y="250"/>
                  <a:pt x="331" y="250"/>
                  <a:pt x="331" y="250"/>
                </a:cubicBezTo>
                <a:cubicBezTo>
                  <a:pt x="331" y="250"/>
                  <a:pt x="331" y="250"/>
                  <a:pt x="331" y="250"/>
                </a:cubicBezTo>
                <a:cubicBezTo>
                  <a:pt x="331" y="250"/>
                  <a:pt x="330" y="249"/>
                  <a:pt x="329" y="249"/>
                </a:cubicBezTo>
                <a:cubicBezTo>
                  <a:pt x="327" y="249"/>
                  <a:pt x="327" y="249"/>
                  <a:pt x="327" y="249"/>
                </a:cubicBezTo>
                <a:cubicBezTo>
                  <a:pt x="326" y="247"/>
                  <a:pt x="326" y="247"/>
                  <a:pt x="326" y="247"/>
                </a:cubicBezTo>
                <a:cubicBezTo>
                  <a:pt x="325" y="245"/>
                  <a:pt x="324" y="243"/>
                  <a:pt x="323" y="242"/>
                </a:cubicBezTo>
                <a:cubicBezTo>
                  <a:pt x="323" y="242"/>
                  <a:pt x="322" y="245"/>
                  <a:pt x="322" y="245"/>
                </a:cubicBezTo>
                <a:cubicBezTo>
                  <a:pt x="316" y="245"/>
                  <a:pt x="316" y="245"/>
                  <a:pt x="316" y="245"/>
                </a:cubicBezTo>
                <a:cubicBezTo>
                  <a:pt x="320" y="250"/>
                  <a:pt x="324" y="256"/>
                  <a:pt x="327" y="261"/>
                </a:cubicBezTo>
                <a:cubicBezTo>
                  <a:pt x="330" y="265"/>
                  <a:pt x="330" y="265"/>
                  <a:pt x="330" y="265"/>
                </a:cubicBezTo>
                <a:cubicBezTo>
                  <a:pt x="334" y="270"/>
                  <a:pt x="338" y="276"/>
                  <a:pt x="342" y="282"/>
                </a:cubicBezTo>
                <a:cubicBezTo>
                  <a:pt x="343" y="283"/>
                  <a:pt x="344" y="285"/>
                  <a:pt x="346" y="287"/>
                </a:cubicBezTo>
                <a:cubicBezTo>
                  <a:pt x="346" y="288"/>
                  <a:pt x="346" y="288"/>
                  <a:pt x="346" y="288"/>
                </a:cubicBezTo>
                <a:cubicBezTo>
                  <a:pt x="346" y="289"/>
                  <a:pt x="346" y="289"/>
                  <a:pt x="346" y="289"/>
                </a:cubicBezTo>
                <a:cubicBezTo>
                  <a:pt x="346" y="290"/>
                  <a:pt x="346" y="290"/>
                  <a:pt x="346" y="290"/>
                </a:cubicBezTo>
                <a:cubicBezTo>
                  <a:pt x="347" y="290"/>
                  <a:pt x="347" y="290"/>
                  <a:pt x="348" y="290"/>
                </a:cubicBezTo>
                <a:cubicBezTo>
                  <a:pt x="351" y="290"/>
                  <a:pt x="351" y="290"/>
                  <a:pt x="351" y="290"/>
                </a:cubicBezTo>
                <a:cubicBezTo>
                  <a:pt x="351" y="293"/>
                  <a:pt x="351" y="293"/>
                  <a:pt x="351" y="293"/>
                </a:cubicBezTo>
                <a:cubicBezTo>
                  <a:pt x="351" y="294"/>
                  <a:pt x="351" y="294"/>
                  <a:pt x="351" y="294"/>
                </a:cubicBezTo>
                <a:cubicBezTo>
                  <a:pt x="351" y="296"/>
                  <a:pt x="351" y="297"/>
                  <a:pt x="351" y="299"/>
                </a:cubicBezTo>
                <a:cubicBezTo>
                  <a:pt x="351" y="299"/>
                  <a:pt x="351" y="299"/>
                  <a:pt x="351" y="299"/>
                </a:cubicBezTo>
                <a:cubicBezTo>
                  <a:pt x="352" y="299"/>
                  <a:pt x="355" y="300"/>
                  <a:pt x="356" y="303"/>
                </a:cubicBezTo>
                <a:cubicBezTo>
                  <a:pt x="356" y="304"/>
                  <a:pt x="358" y="306"/>
                  <a:pt x="360" y="307"/>
                </a:cubicBezTo>
                <a:cubicBezTo>
                  <a:pt x="360" y="308"/>
                  <a:pt x="360" y="308"/>
                  <a:pt x="360" y="308"/>
                </a:cubicBezTo>
                <a:cubicBezTo>
                  <a:pt x="362" y="310"/>
                  <a:pt x="365" y="314"/>
                  <a:pt x="365" y="318"/>
                </a:cubicBezTo>
                <a:cubicBezTo>
                  <a:pt x="365" y="318"/>
                  <a:pt x="365" y="318"/>
                  <a:pt x="367" y="319"/>
                </a:cubicBezTo>
                <a:cubicBezTo>
                  <a:pt x="371" y="319"/>
                  <a:pt x="371" y="319"/>
                  <a:pt x="371" y="319"/>
                </a:cubicBezTo>
                <a:cubicBezTo>
                  <a:pt x="370" y="322"/>
                  <a:pt x="370" y="322"/>
                  <a:pt x="370" y="322"/>
                </a:cubicBezTo>
                <a:cubicBezTo>
                  <a:pt x="368" y="330"/>
                  <a:pt x="369" y="336"/>
                  <a:pt x="373" y="340"/>
                </a:cubicBezTo>
                <a:cubicBezTo>
                  <a:pt x="374" y="341"/>
                  <a:pt x="375" y="342"/>
                  <a:pt x="376" y="343"/>
                </a:cubicBezTo>
                <a:cubicBezTo>
                  <a:pt x="377" y="344"/>
                  <a:pt x="378" y="345"/>
                  <a:pt x="379" y="346"/>
                </a:cubicBezTo>
                <a:cubicBezTo>
                  <a:pt x="380" y="348"/>
                  <a:pt x="381" y="349"/>
                  <a:pt x="382" y="350"/>
                </a:cubicBezTo>
                <a:cubicBezTo>
                  <a:pt x="383" y="351"/>
                  <a:pt x="383" y="352"/>
                  <a:pt x="383" y="353"/>
                </a:cubicBezTo>
                <a:cubicBezTo>
                  <a:pt x="384" y="354"/>
                  <a:pt x="384" y="355"/>
                  <a:pt x="384" y="356"/>
                </a:cubicBezTo>
                <a:cubicBezTo>
                  <a:pt x="384" y="356"/>
                  <a:pt x="384" y="356"/>
                  <a:pt x="384" y="356"/>
                </a:cubicBezTo>
                <a:cubicBezTo>
                  <a:pt x="384" y="356"/>
                  <a:pt x="384" y="356"/>
                  <a:pt x="385" y="356"/>
                </a:cubicBezTo>
                <a:cubicBezTo>
                  <a:pt x="389" y="357"/>
                  <a:pt x="389" y="361"/>
                  <a:pt x="389" y="364"/>
                </a:cubicBezTo>
                <a:cubicBezTo>
                  <a:pt x="389" y="364"/>
                  <a:pt x="389" y="365"/>
                  <a:pt x="389" y="365"/>
                </a:cubicBezTo>
                <a:cubicBezTo>
                  <a:pt x="389" y="365"/>
                  <a:pt x="389" y="366"/>
                  <a:pt x="390" y="366"/>
                </a:cubicBezTo>
                <a:cubicBezTo>
                  <a:pt x="392" y="366"/>
                  <a:pt x="393" y="368"/>
                  <a:pt x="394" y="370"/>
                </a:cubicBezTo>
                <a:cubicBezTo>
                  <a:pt x="395" y="370"/>
                  <a:pt x="395" y="371"/>
                  <a:pt x="395" y="371"/>
                </a:cubicBezTo>
                <a:cubicBezTo>
                  <a:pt x="396" y="372"/>
                  <a:pt x="398" y="375"/>
                  <a:pt x="398" y="378"/>
                </a:cubicBezTo>
                <a:cubicBezTo>
                  <a:pt x="398" y="379"/>
                  <a:pt x="398" y="379"/>
                  <a:pt x="398" y="379"/>
                </a:cubicBezTo>
                <a:cubicBezTo>
                  <a:pt x="398" y="379"/>
                  <a:pt x="398" y="379"/>
                  <a:pt x="398" y="379"/>
                </a:cubicBezTo>
                <a:cubicBezTo>
                  <a:pt x="398" y="379"/>
                  <a:pt x="398" y="380"/>
                  <a:pt x="398" y="380"/>
                </a:cubicBezTo>
                <a:cubicBezTo>
                  <a:pt x="399" y="380"/>
                  <a:pt x="403" y="380"/>
                  <a:pt x="403" y="380"/>
                </a:cubicBezTo>
                <a:cubicBezTo>
                  <a:pt x="403" y="394"/>
                  <a:pt x="403" y="394"/>
                  <a:pt x="403" y="394"/>
                </a:cubicBezTo>
                <a:cubicBezTo>
                  <a:pt x="404" y="395"/>
                  <a:pt x="405" y="397"/>
                  <a:pt x="405" y="398"/>
                </a:cubicBezTo>
                <a:cubicBezTo>
                  <a:pt x="408" y="401"/>
                  <a:pt x="412" y="405"/>
                  <a:pt x="415" y="408"/>
                </a:cubicBezTo>
                <a:cubicBezTo>
                  <a:pt x="418" y="411"/>
                  <a:pt x="417" y="415"/>
                  <a:pt x="417" y="418"/>
                </a:cubicBezTo>
                <a:cubicBezTo>
                  <a:pt x="417" y="419"/>
                  <a:pt x="417" y="419"/>
                  <a:pt x="417" y="420"/>
                </a:cubicBezTo>
                <a:cubicBezTo>
                  <a:pt x="417" y="442"/>
                  <a:pt x="417" y="442"/>
                  <a:pt x="417" y="442"/>
                </a:cubicBezTo>
                <a:cubicBezTo>
                  <a:pt x="414" y="443"/>
                  <a:pt x="414" y="443"/>
                  <a:pt x="414" y="443"/>
                </a:cubicBezTo>
                <a:cubicBezTo>
                  <a:pt x="414" y="443"/>
                  <a:pt x="413" y="443"/>
                  <a:pt x="413" y="443"/>
                </a:cubicBezTo>
                <a:cubicBezTo>
                  <a:pt x="413" y="445"/>
                  <a:pt x="412" y="447"/>
                  <a:pt x="412" y="450"/>
                </a:cubicBezTo>
                <a:cubicBezTo>
                  <a:pt x="412" y="451"/>
                  <a:pt x="412" y="452"/>
                  <a:pt x="412" y="453"/>
                </a:cubicBezTo>
                <a:cubicBezTo>
                  <a:pt x="412" y="455"/>
                  <a:pt x="412" y="457"/>
                  <a:pt x="412" y="459"/>
                </a:cubicBezTo>
                <a:cubicBezTo>
                  <a:pt x="412" y="460"/>
                  <a:pt x="412" y="461"/>
                  <a:pt x="412" y="462"/>
                </a:cubicBezTo>
                <a:cubicBezTo>
                  <a:pt x="412" y="465"/>
                  <a:pt x="410" y="466"/>
                  <a:pt x="409" y="466"/>
                </a:cubicBezTo>
                <a:cubicBezTo>
                  <a:pt x="409" y="466"/>
                  <a:pt x="409" y="466"/>
                  <a:pt x="409" y="467"/>
                </a:cubicBezTo>
                <a:cubicBezTo>
                  <a:pt x="407" y="469"/>
                  <a:pt x="408" y="473"/>
                  <a:pt x="408" y="477"/>
                </a:cubicBezTo>
                <a:cubicBezTo>
                  <a:pt x="408" y="478"/>
                  <a:pt x="408" y="478"/>
                  <a:pt x="408" y="478"/>
                </a:cubicBezTo>
                <a:cubicBezTo>
                  <a:pt x="408" y="479"/>
                  <a:pt x="407" y="480"/>
                  <a:pt x="407" y="481"/>
                </a:cubicBezTo>
                <a:cubicBezTo>
                  <a:pt x="407" y="485"/>
                  <a:pt x="407" y="487"/>
                  <a:pt x="409" y="488"/>
                </a:cubicBezTo>
                <a:cubicBezTo>
                  <a:pt x="409" y="488"/>
                  <a:pt x="409" y="488"/>
                  <a:pt x="409" y="488"/>
                </a:cubicBezTo>
                <a:cubicBezTo>
                  <a:pt x="411" y="489"/>
                  <a:pt x="412" y="490"/>
                  <a:pt x="412" y="493"/>
                </a:cubicBezTo>
                <a:cubicBezTo>
                  <a:pt x="412" y="509"/>
                  <a:pt x="412" y="509"/>
                  <a:pt x="412" y="509"/>
                </a:cubicBezTo>
                <a:cubicBezTo>
                  <a:pt x="408" y="509"/>
                  <a:pt x="408" y="509"/>
                  <a:pt x="408" y="509"/>
                </a:cubicBezTo>
                <a:cubicBezTo>
                  <a:pt x="408" y="509"/>
                  <a:pt x="408" y="509"/>
                  <a:pt x="408" y="509"/>
                </a:cubicBezTo>
                <a:cubicBezTo>
                  <a:pt x="407" y="509"/>
                  <a:pt x="407" y="512"/>
                  <a:pt x="408" y="514"/>
                </a:cubicBezTo>
                <a:cubicBezTo>
                  <a:pt x="408" y="514"/>
                  <a:pt x="408" y="515"/>
                  <a:pt x="408" y="515"/>
                </a:cubicBezTo>
                <a:cubicBezTo>
                  <a:pt x="408" y="519"/>
                  <a:pt x="408" y="519"/>
                  <a:pt x="408" y="519"/>
                </a:cubicBezTo>
                <a:cubicBezTo>
                  <a:pt x="404" y="518"/>
                  <a:pt x="404" y="518"/>
                  <a:pt x="404" y="518"/>
                </a:cubicBezTo>
                <a:cubicBezTo>
                  <a:pt x="403" y="518"/>
                  <a:pt x="403" y="518"/>
                  <a:pt x="403" y="518"/>
                </a:cubicBezTo>
                <a:cubicBezTo>
                  <a:pt x="403" y="518"/>
                  <a:pt x="403" y="518"/>
                  <a:pt x="403" y="518"/>
                </a:cubicBezTo>
                <a:cubicBezTo>
                  <a:pt x="403" y="518"/>
                  <a:pt x="403" y="518"/>
                  <a:pt x="403" y="520"/>
                </a:cubicBezTo>
                <a:cubicBezTo>
                  <a:pt x="403" y="521"/>
                  <a:pt x="403" y="521"/>
                  <a:pt x="403" y="521"/>
                </a:cubicBezTo>
                <a:cubicBezTo>
                  <a:pt x="402" y="521"/>
                  <a:pt x="402" y="521"/>
                  <a:pt x="402" y="521"/>
                </a:cubicBezTo>
                <a:cubicBezTo>
                  <a:pt x="401" y="523"/>
                  <a:pt x="400" y="525"/>
                  <a:pt x="400" y="528"/>
                </a:cubicBezTo>
                <a:cubicBezTo>
                  <a:pt x="398" y="533"/>
                  <a:pt x="398" y="539"/>
                  <a:pt x="398" y="545"/>
                </a:cubicBezTo>
                <a:cubicBezTo>
                  <a:pt x="398" y="550"/>
                  <a:pt x="398" y="555"/>
                  <a:pt x="398" y="560"/>
                </a:cubicBezTo>
                <a:cubicBezTo>
                  <a:pt x="398" y="569"/>
                  <a:pt x="399" y="577"/>
                  <a:pt x="398" y="586"/>
                </a:cubicBezTo>
                <a:cubicBezTo>
                  <a:pt x="398" y="589"/>
                  <a:pt x="398" y="589"/>
                  <a:pt x="398" y="589"/>
                </a:cubicBezTo>
                <a:cubicBezTo>
                  <a:pt x="394" y="589"/>
                  <a:pt x="394" y="589"/>
                  <a:pt x="394" y="589"/>
                </a:cubicBezTo>
                <a:cubicBezTo>
                  <a:pt x="394" y="589"/>
                  <a:pt x="394" y="589"/>
                  <a:pt x="394" y="589"/>
                </a:cubicBezTo>
                <a:cubicBezTo>
                  <a:pt x="394" y="589"/>
                  <a:pt x="394" y="589"/>
                  <a:pt x="394" y="589"/>
                </a:cubicBezTo>
                <a:cubicBezTo>
                  <a:pt x="394" y="589"/>
                  <a:pt x="394" y="589"/>
                  <a:pt x="394" y="589"/>
                </a:cubicBezTo>
                <a:cubicBezTo>
                  <a:pt x="393" y="590"/>
                  <a:pt x="393" y="590"/>
                  <a:pt x="393" y="590"/>
                </a:cubicBezTo>
                <a:cubicBezTo>
                  <a:pt x="393" y="591"/>
                  <a:pt x="393" y="592"/>
                  <a:pt x="392" y="593"/>
                </a:cubicBezTo>
                <a:cubicBezTo>
                  <a:pt x="391" y="594"/>
                  <a:pt x="391" y="594"/>
                  <a:pt x="391" y="595"/>
                </a:cubicBezTo>
                <a:cubicBezTo>
                  <a:pt x="389" y="598"/>
                  <a:pt x="389" y="603"/>
                  <a:pt x="388" y="607"/>
                </a:cubicBezTo>
                <a:cubicBezTo>
                  <a:pt x="388" y="611"/>
                  <a:pt x="388" y="615"/>
                  <a:pt x="389" y="619"/>
                </a:cubicBezTo>
                <a:cubicBezTo>
                  <a:pt x="389" y="620"/>
                  <a:pt x="389" y="621"/>
                  <a:pt x="389" y="623"/>
                </a:cubicBezTo>
                <a:cubicBezTo>
                  <a:pt x="389" y="625"/>
                  <a:pt x="389" y="628"/>
                  <a:pt x="389" y="631"/>
                </a:cubicBezTo>
                <a:cubicBezTo>
                  <a:pt x="389" y="634"/>
                  <a:pt x="388" y="635"/>
                  <a:pt x="386" y="636"/>
                </a:cubicBezTo>
                <a:cubicBezTo>
                  <a:pt x="384" y="637"/>
                  <a:pt x="383" y="638"/>
                  <a:pt x="382" y="639"/>
                </a:cubicBezTo>
                <a:cubicBezTo>
                  <a:pt x="378" y="642"/>
                  <a:pt x="374" y="646"/>
                  <a:pt x="370" y="650"/>
                </a:cubicBezTo>
                <a:cubicBezTo>
                  <a:pt x="368" y="652"/>
                  <a:pt x="367" y="655"/>
                  <a:pt x="365" y="657"/>
                </a:cubicBezTo>
                <a:cubicBezTo>
                  <a:pt x="365" y="658"/>
                  <a:pt x="365" y="659"/>
                  <a:pt x="365" y="660"/>
                </a:cubicBezTo>
                <a:cubicBezTo>
                  <a:pt x="365" y="661"/>
                  <a:pt x="365" y="662"/>
                  <a:pt x="365" y="663"/>
                </a:cubicBezTo>
                <a:cubicBezTo>
                  <a:pt x="365" y="666"/>
                  <a:pt x="365" y="669"/>
                  <a:pt x="363" y="671"/>
                </a:cubicBezTo>
                <a:cubicBezTo>
                  <a:pt x="361" y="673"/>
                  <a:pt x="359" y="673"/>
                  <a:pt x="358" y="674"/>
                </a:cubicBezTo>
                <a:cubicBezTo>
                  <a:pt x="357" y="674"/>
                  <a:pt x="356" y="675"/>
                  <a:pt x="356" y="675"/>
                </a:cubicBezTo>
                <a:cubicBezTo>
                  <a:pt x="354" y="676"/>
                  <a:pt x="352" y="677"/>
                  <a:pt x="352" y="678"/>
                </a:cubicBezTo>
                <a:cubicBezTo>
                  <a:pt x="351" y="680"/>
                  <a:pt x="351" y="681"/>
                  <a:pt x="351" y="684"/>
                </a:cubicBezTo>
                <a:cubicBezTo>
                  <a:pt x="351" y="689"/>
                  <a:pt x="351" y="689"/>
                  <a:pt x="351" y="689"/>
                </a:cubicBezTo>
                <a:cubicBezTo>
                  <a:pt x="347" y="688"/>
                  <a:pt x="347" y="688"/>
                  <a:pt x="347" y="688"/>
                </a:cubicBezTo>
                <a:cubicBezTo>
                  <a:pt x="347" y="688"/>
                  <a:pt x="347" y="688"/>
                  <a:pt x="347" y="688"/>
                </a:cubicBezTo>
                <a:cubicBezTo>
                  <a:pt x="346" y="688"/>
                  <a:pt x="346" y="692"/>
                  <a:pt x="346" y="693"/>
                </a:cubicBezTo>
                <a:cubicBezTo>
                  <a:pt x="346" y="696"/>
                  <a:pt x="346" y="696"/>
                  <a:pt x="346" y="696"/>
                </a:cubicBezTo>
                <a:cubicBezTo>
                  <a:pt x="346" y="700"/>
                  <a:pt x="347" y="705"/>
                  <a:pt x="346" y="709"/>
                </a:cubicBezTo>
                <a:cubicBezTo>
                  <a:pt x="345" y="716"/>
                  <a:pt x="341" y="719"/>
                  <a:pt x="338" y="720"/>
                </a:cubicBezTo>
                <a:cubicBezTo>
                  <a:pt x="337" y="720"/>
                  <a:pt x="336" y="721"/>
                  <a:pt x="335" y="721"/>
                </a:cubicBezTo>
                <a:cubicBezTo>
                  <a:pt x="334" y="721"/>
                  <a:pt x="334" y="721"/>
                  <a:pt x="334" y="721"/>
                </a:cubicBezTo>
                <a:cubicBezTo>
                  <a:pt x="333" y="721"/>
                  <a:pt x="332" y="721"/>
                  <a:pt x="332" y="721"/>
                </a:cubicBezTo>
                <a:cubicBezTo>
                  <a:pt x="332" y="721"/>
                  <a:pt x="332" y="722"/>
                  <a:pt x="332" y="723"/>
                </a:cubicBezTo>
                <a:cubicBezTo>
                  <a:pt x="332" y="726"/>
                  <a:pt x="332" y="726"/>
                  <a:pt x="332" y="726"/>
                </a:cubicBezTo>
                <a:cubicBezTo>
                  <a:pt x="328" y="725"/>
                  <a:pt x="328" y="725"/>
                  <a:pt x="328" y="725"/>
                </a:cubicBezTo>
                <a:cubicBezTo>
                  <a:pt x="328" y="725"/>
                  <a:pt x="328" y="725"/>
                  <a:pt x="328" y="725"/>
                </a:cubicBezTo>
                <a:cubicBezTo>
                  <a:pt x="328" y="725"/>
                  <a:pt x="328" y="725"/>
                  <a:pt x="328" y="725"/>
                </a:cubicBezTo>
                <a:cubicBezTo>
                  <a:pt x="328" y="725"/>
                  <a:pt x="328" y="726"/>
                  <a:pt x="328" y="726"/>
                </a:cubicBezTo>
                <a:cubicBezTo>
                  <a:pt x="328" y="726"/>
                  <a:pt x="328" y="726"/>
                  <a:pt x="327" y="726"/>
                </a:cubicBezTo>
                <a:cubicBezTo>
                  <a:pt x="327" y="728"/>
                  <a:pt x="327" y="729"/>
                  <a:pt x="325" y="730"/>
                </a:cubicBezTo>
                <a:cubicBezTo>
                  <a:pt x="324" y="730"/>
                  <a:pt x="324" y="731"/>
                  <a:pt x="324" y="731"/>
                </a:cubicBezTo>
                <a:cubicBezTo>
                  <a:pt x="323" y="732"/>
                  <a:pt x="322" y="735"/>
                  <a:pt x="323" y="737"/>
                </a:cubicBezTo>
                <a:cubicBezTo>
                  <a:pt x="323" y="738"/>
                  <a:pt x="324" y="738"/>
                  <a:pt x="324" y="738"/>
                </a:cubicBezTo>
                <a:cubicBezTo>
                  <a:pt x="326" y="738"/>
                  <a:pt x="327" y="740"/>
                  <a:pt x="327" y="743"/>
                </a:cubicBezTo>
                <a:cubicBezTo>
                  <a:pt x="327" y="747"/>
                  <a:pt x="327" y="747"/>
                  <a:pt x="327" y="747"/>
                </a:cubicBezTo>
                <a:cubicBezTo>
                  <a:pt x="327" y="748"/>
                  <a:pt x="327" y="750"/>
                  <a:pt x="327" y="751"/>
                </a:cubicBezTo>
                <a:cubicBezTo>
                  <a:pt x="328" y="753"/>
                  <a:pt x="328" y="755"/>
                  <a:pt x="328" y="757"/>
                </a:cubicBezTo>
                <a:cubicBezTo>
                  <a:pt x="327" y="759"/>
                  <a:pt x="327" y="762"/>
                  <a:pt x="321" y="763"/>
                </a:cubicBezTo>
                <a:cubicBezTo>
                  <a:pt x="320" y="763"/>
                  <a:pt x="319" y="763"/>
                  <a:pt x="318" y="763"/>
                </a:cubicBezTo>
                <a:cubicBezTo>
                  <a:pt x="316" y="763"/>
                  <a:pt x="315" y="763"/>
                  <a:pt x="313" y="763"/>
                </a:cubicBezTo>
                <a:cubicBezTo>
                  <a:pt x="312" y="763"/>
                  <a:pt x="310" y="763"/>
                  <a:pt x="309" y="763"/>
                </a:cubicBezTo>
                <a:cubicBezTo>
                  <a:pt x="308" y="763"/>
                  <a:pt x="308" y="763"/>
                  <a:pt x="307" y="763"/>
                </a:cubicBezTo>
                <a:cubicBezTo>
                  <a:pt x="303" y="763"/>
                  <a:pt x="299" y="764"/>
                  <a:pt x="297" y="766"/>
                </a:cubicBezTo>
                <a:cubicBezTo>
                  <a:pt x="290" y="769"/>
                  <a:pt x="290" y="776"/>
                  <a:pt x="290" y="784"/>
                </a:cubicBezTo>
                <a:cubicBezTo>
                  <a:pt x="290" y="786"/>
                  <a:pt x="290" y="786"/>
                  <a:pt x="290" y="786"/>
                </a:cubicBezTo>
                <a:cubicBezTo>
                  <a:pt x="288" y="787"/>
                  <a:pt x="288" y="787"/>
                  <a:pt x="288" y="787"/>
                </a:cubicBezTo>
                <a:cubicBezTo>
                  <a:pt x="285" y="788"/>
                  <a:pt x="282" y="789"/>
                  <a:pt x="281" y="792"/>
                </a:cubicBezTo>
                <a:cubicBezTo>
                  <a:pt x="281" y="792"/>
                  <a:pt x="280" y="793"/>
                  <a:pt x="280" y="793"/>
                </a:cubicBezTo>
                <a:cubicBezTo>
                  <a:pt x="280" y="795"/>
                  <a:pt x="278" y="796"/>
                  <a:pt x="276" y="796"/>
                </a:cubicBezTo>
                <a:cubicBezTo>
                  <a:pt x="276" y="796"/>
                  <a:pt x="276" y="796"/>
                  <a:pt x="275" y="796"/>
                </a:cubicBezTo>
                <a:cubicBezTo>
                  <a:pt x="275" y="796"/>
                  <a:pt x="275" y="796"/>
                  <a:pt x="275" y="796"/>
                </a:cubicBezTo>
                <a:cubicBezTo>
                  <a:pt x="269" y="796"/>
                  <a:pt x="269" y="796"/>
                  <a:pt x="269" y="796"/>
                </a:cubicBezTo>
                <a:cubicBezTo>
                  <a:pt x="264" y="799"/>
                  <a:pt x="258" y="800"/>
                  <a:pt x="253" y="800"/>
                </a:cubicBezTo>
                <a:cubicBezTo>
                  <a:pt x="253" y="800"/>
                  <a:pt x="250" y="800"/>
                  <a:pt x="249" y="800"/>
                </a:cubicBezTo>
                <a:cubicBezTo>
                  <a:pt x="244" y="800"/>
                  <a:pt x="239" y="800"/>
                  <a:pt x="235" y="802"/>
                </a:cubicBezTo>
                <a:cubicBezTo>
                  <a:pt x="235" y="802"/>
                  <a:pt x="234" y="803"/>
                  <a:pt x="234" y="803"/>
                </a:cubicBezTo>
                <a:cubicBezTo>
                  <a:pt x="233" y="804"/>
                  <a:pt x="231" y="806"/>
                  <a:pt x="229" y="806"/>
                </a:cubicBezTo>
                <a:close/>
                <a:moveTo>
                  <a:pt x="172" y="130"/>
                </a:moveTo>
                <a:cubicBezTo>
                  <a:pt x="172" y="130"/>
                  <a:pt x="172" y="130"/>
                  <a:pt x="176" y="130"/>
                </a:cubicBezTo>
                <a:cubicBezTo>
                  <a:pt x="175" y="130"/>
                  <a:pt x="175" y="129"/>
                  <a:pt x="175" y="129"/>
                </a:cubicBezTo>
                <a:cubicBezTo>
                  <a:pt x="175" y="128"/>
                  <a:pt x="175" y="128"/>
                  <a:pt x="175" y="128"/>
                </a:cubicBezTo>
                <a:cubicBezTo>
                  <a:pt x="174" y="127"/>
                  <a:pt x="173" y="126"/>
                  <a:pt x="172" y="125"/>
                </a:cubicBezTo>
                <a:cubicBezTo>
                  <a:pt x="171" y="123"/>
                  <a:pt x="171" y="123"/>
                  <a:pt x="169" y="122"/>
                </a:cubicBezTo>
                <a:cubicBezTo>
                  <a:pt x="168" y="122"/>
                  <a:pt x="166" y="121"/>
                  <a:pt x="165" y="121"/>
                </a:cubicBezTo>
                <a:cubicBezTo>
                  <a:pt x="164" y="120"/>
                  <a:pt x="163" y="120"/>
                  <a:pt x="163" y="119"/>
                </a:cubicBezTo>
                <a:cubicBezTo>
                  <a:pt x="161" y="118"/>
                  <a:pt x="160" y="117"/>
                  <a:pt x="159" y="117"/>
                </a:cubicBezTo>
                <a:cubicBezTo>
                  <a:pt x="155" y="117"/>
                  <a:pt x="155" y="117"/>
                  <a:pt x="155" y="117"/>
                </a:cubicBezTo>
                <a:cubicBezTo>
                  <a:pt x="156" y="113"/>
                  <a:pt x="156" y="113"/>
                  <a:pt x="156" y="113"/>
                </a:cubicBezTo>
                <a:cubicBezTo>
                  <a:pt x="156" y="113"/>
                  <a:pt x="156" y="113"/>
                  <a:pt x="156" y="113"/>
                </a:cubicBezTo>
                <a:cubicBezTo>
                  <a:pt x="156" y="113"/>
                  <a:pt x="155" y="112"/>
                  <a:pt x="153" y="112"/>
                </a:cubicBezTo>
                <a:cubicBezTo>
                  <a:pt x="153" y="112"/>
                  <a:pt x="152" y="112"/>
                  <a:pt x="152" y="112"/>
                </a:cubicBezTo>
                <a:cubicBezTo>
                  <a:pt x="152" y="113"/>
                  <a:pt x="153" y="113"/>
                  <a:pt x="153" y="114"/>
                </a:cubicBezTo>
                <a:cubicBezTo>
                  <a:pt x="155" y="117"/>
                  <a:pt x="157" y="120"/>
                  <a:pt x="160" y="121"/>
                </a:cubicBezTo>
                <a:cubicBezTo>
                  <a:pt x="163" y="121"/>
                  <a:pt x="163" y="121"/>
                  <a:pt x="163" y="121"/>
                </a:cubicBezTo>
                <a:cubicBezTo>
                  <a:pt x="162" y="124"/>
                  <a:pt x="162" y="124"/>
                  <a:pt x="162" y="124"/>
                </a:cubicBezTo>
                <a:cubicBezTo>
                  <a:pt x="162" y="125"/>
                  <a:pt x="162" y="125"/>
                  <a:pt x="162" y="125"/>
                </a:cubicBezTo>
                <a:cubicBezTo>
                  <a:pt x="162" y="125"/>
                  <a:pt x="162" y="125"/>
                  <a:pt x="162" y="125"/>
                </a:cubicBezTo>
                <a:cubicBezTo>
                  <a:pt x="162" y="125"/>
                  <a:pt x="163" y="125"/>
                  <a:pt x="166" y="125"/>
                </a:cubicBezTo>
                <a:cubicBezTo>
                  <a:pt x="166" y="125"/>
                  <a:pt x="167" y="125"/>
                  <a:pt x="167" y="125"/>
                </a:cubicBezTo>
                <a:cubicBezTo>
                  <a:pt x="168" y="125"/>
                  <a:pt x="168" y="125"/>
                  <a:pt x="169" y="125"/>
                </a:cubicBezTo>
                <a:cubicBezTo>
                  <a:pt x="172" y="125"/>
                  <a:pt x="172" y="125"/>
                  <a:pt x="172" y="125"/>
                </a:cubicBezTo>
                <a:cubicBezTo>
                  <a:pt x="172" y="129"/>
                  <a:pt x="172" y="129"/>
                  <a:pt x="172" y="129"/>
                </a:cubicBezTo>
                <a:cubicBezTo>
                  <a:pt x="172" y="129"/>
                  <a:pt x="172" y="129"/>
                  <a:pt x="172" y="130"/>
                </a:cubicBez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2" name="Freeform 12">
            <a:extLst>
              <a:ext uri="{FF2B5EF4-FFF2-40B4-BE49-F238E27FC236}">
                <a16:creationId xmlns:a16="http://schemas.microsoft.com/office/drawing/2014/main" id="{E12458E8-C240-4A1E-83ED-3F4AED8BCD26}"/>
              </a:ext>
            </a:extLst>
          </p:cNvPr>
          <p:cNvSpPr>
            <a:spLocks noGrp="1"/>
          </p:cNvSpPr>
          <p:nvPr/>
        </p:nvSpPr>
        <p:spPr>
          <a:xfrm>
            <a:off x="4544865" y="2290031"/>
            <a:ext cx="1301475" cy="2722838"/>
          </a:xfrm>
          <a:custGeom>
            <a:avLst/>
            <a:gdLst/>
            <a:ahLst/>
            <a:cxnLst/>
            <a:rect l="0" t="0" r="r" b="b"/>
            <a:pathLst>
              <a:path w="445" h="931">
                <a:moveTo>
                  <a:pt x="272" y="931"/>
                </a:moveTo>
                <a:cubicBezTo>
                  <a:pt x="270" y="931"/>
                  <a:pt x="269" y="931"/>
                  <a:pt x="268" y="930"/>
                </a:cubicBezTo>
                <a:cubicBezTo>
                  <a:pt x="267" y="930"/>
                  <a:pt x="267" y="930"/>
                  <a:pt x="267" y="930"/>
                </a:cubicBezTo>
                <a:cubicBezTo>
                  <a:pt x="263" y="930"/>
                  <a:pt x="263" y="930"/>
                  <a:pt x="263" y="930"/>
                </a:cubicBezTo>
                <a:cubicBezTo>
                  <a:pt x="264" y="927"/>
                  <a:pt x="264" y="927"/>
                  <a:pt x="264" y="927"/>
                </a:cubicBezTo>
                <a:cubicBezTo>
                  <a:pt x="264" y="926"/>
                  <a:pt x="264" y="926"/>
                  <a:pt x="264" y="926"/>
                </a:cubicBezTo>
                <a:cubicBezTo>
                  <a:pt x="264" y="926"/>
                  <a:pt x="264" y="926"/>
                  <a:pt x="264" y="926"/>
                </a:cubicBezTo>
                <a:cubicBezTo>
                  <a:pt x="264" y="926"/>
                  <a:pt x="263" y="926"/>
                  <a:pt x="261" y="926"/>
                </a:cubicBezTo>
                <a:cubicBezTo>
                  <a:pt x="260" y="926"/>
                  <a:pt x="259" y="926"/>
                  <a:pt x="259" y="926"/>
                </a:cubicBezTo>
                <a:cubicBezTo>
                  <a:pt x="258" y="926"/>
                  <a:pt x="258" y="926"/>
                  <a:pt x="258" y="926"/>
                </a:cubicBezTo>
                <a:cubicBezTo>
                  <a:pt x="254" y="926"/>
                  <a:pt x="254" y="926"/>
                  <a:pt x="254" y="926"/>
                </a:cubicBezTo>
                <a:cubicBezTo>
                  <a:pt x="254" y="922"/>
                  <a:pt x="254" y="922"/>
                  <a:pt x="254" y="922"/>
                </a:cubicBezTo>
                <a:cubicBezTo>
                  <a:pt x="255" y="921"/>
                  <a:pt x="255" y="921"/>
                  <a:pt x="255" y="921"/>
                </a:cubicBezTo>
                <a:cubicBezTo>
                  <a:pt x="255" y="921"/>
                  <a:pt x="255" y="921"/>
                  <a:pt x="255" y="921"/>
                </a:cubicBezTo>
                <a:cubicBezTo>
                  <a:pt x="254" y="921"/>
                  <a:pt x="254" y="921"/>
                  <a:pt x="254" y="921"/>
                </a:cubicBezTo>
                <a:cubicBezTo>
                  <a:pt x="253" y="921"/>
                  <a:pt x="253" y="921"/>
                  <a:pt x="253" y="921"/>
                </a:cubicBezTo>
                <a:cubicBezTo>
                  <a:pt x="251" y="921"/>
                  <a:pt x="248" y="920"/>
                  <a:pt x="245" y="918"/>
                </a:cubicBezTo>
                <a:cubicBezTo>
                  <a:pt x="245" y="917"/>
                  <a:pt x="244" y="917"/>
                  <a:pt x="243" y="916"/>
                </a:cubicBezTo>
                <a:cubicBezTo>
                  <a:pt x="241" y="915"/>
                  <a:pt x="241" y="914"/>
                  <a:pt x="240" y="913"/>
                </a:cubicBezTo>
                <a:cubicBezTo>
                  <a:pt x="240" y="913"/>
                  <a:pt x="240" y="912"/>
                  <a:pt x="240" y="912"/>
                </a:cubicBezTo>
                <a:cubicBezTo>
                  <a:pt x="239" y="911"/>
                  <a:pt x="238" y="909"/>
                  <a:pt x="236" y="908"/>
                </a:cubicBezTo>
                <a:cubicBezTo>
                  <a:pt x="235" y="908"/>
                  <a:pt x="234" y="907"/>
                  <a:pt x="233" y="907"/>
                </a:cubicBezTo>
                <a:cubicBezTo>
                  <a:pt x="230" y="905"/>
                  <a:pt x="231" y="903"/>
                  <a:pt x="231" y="902"/>
                </a:cubicBezTo>
                <a:cubicBezTo>
                  <a:pt x="231" y="902"/>
                  <a:pt x="231" y="901"/>
                  <a:pt x="231" y="901"/>
                </a:cubicBezTo>
                <a:cubicBezTo>
                  <a:pt x="231" y="901"/>
                  <a:pt x="231" y="901"/>
                  <a:pt x="231" y="901"/>
                </a:cubicBezTo>
                <a:cubicBezTo>
                  <a:pt x="231" y="899"/>
                  <a:pt x="231" y="898"/>
                  <a:pt x="232" y="897"/>
                </a:cubicBezTo>
                <a:cubicBezTo>
                  <a:pt x="231" y="897"/>
                  <a:pt x="231" y="897"/>
                  <a:pt x="231" y="897"/>
                </a:cubicBezTo>
                <a:cubicBezTo>
                  <a:pt x="231" y="895"/>
                  <a:pt x="231" y="895"/>
                  <a:pt x="231" y="895"/>
                </a:cubicBezTo>
                <a:cubicBezTo>
                  <a:pt x="230" y="892"/>
                  <a:pt x="228" y="890"/>
                  <a:pt x="225" y="887"/>
                </a:cubicBezTo>
                <a:cubicBezTo>
                  <a:pt x="224" y="886"/>
                  <a:pt x="222" y="885"/>
                  <a:pt x="221" y="884"/>
                </a:cubicBezTo>
                <a:cubicBezTo>
                  <a:pt x="218" y="881"/>
                  <a:pt x="217" y="878"/>
                  <a:pt x="217" y="874"/>
                </a:cubicBezTo>
                <a:cubicBezTo>
                  <a:pt x="217" y="874"/>
                  <a:pt x="217" y="874"/>
                  <a:pt x="217" y="874"/>
                </a:cubicBezTo>
                <a:cubicBezTo>
                  <a:pt x="216" y="874"/>
                  <a:pt x="216" y="874"/>
                  <a:pt x="215" y="874"/>
                </a:cubicBezTo>
                <a:cubicBezTo>
                  <a:pt x="215" y="874"/>
                  <a:pt x="212" y="873"/>
                  <a:pt x="212" y="870"/>
                </a:cubicBezTo>
                <a:cubicBezTo>
                  <a:pt x="212" y="869"/>
                  <a:pt x="211" y="868"/>
                  <a:pt x="210" y="867"/>
                </a:cubicBezTo>
                <a:cubicBezTo>
                  <a:pt x="209" y="866"/>
                  <a:pt x="208" y="864"/>
                  <a:pt x="207" y="862"/>
                </a:cubicBezTo>
                <a:cubicBezTo>
                  <a:pt x="207" y="861"/>
                  <a:pt x="207" y="861"/>
                  <a:pt x="207" y="861"/>
                </a:cubicBezTo>
                <a:cubicBezTo>
                  <a:pt x="207" y="861"/>
                  <a:pt x="207" y="861"/>
                  <a:pt x="207" y="861"/>
                </a:cubicBezTo>
                <a:cubicBezTo>
                  <a:pt x="207" y="860"/>
                  <a:pt x="207" y="860"/>
                  <a:pt x="207" y="860"/>
                </a:cubicBezTo>
                <a:cubicBezTo>
                  <a:pt x="207" y="860"/>
                  <a:pt x="207" y="860"/>
                  <a:pt x="207" y="860"/>
                </a:cubicBezTo>
                <a:cubicBezTo>
                  <a:pt x="207" y="860"/>
                  <a:pt x="207" y="860"/>
                  <a:pt x="205" y="860"/>
                </a:cubicBezTo>
                <a:cubicBezTo>
                  <a:pt x="203" y="859"/>
                  <a:pt x="203" y="859"/>
                  <a:pt x="203" y="859"/>
                </a:cubicBezTo>
                <a:cubicBezTo>
                  <a:pt x="203" y="857"/>
                  <a:pt x="203" y="857"/>
                  <a:pt x="203" y="857"/>
                </a:cubicBezTo>
                <a:cubicBezTo>
                  <a:pt x="202" y="854"/>
                  <a:pt x="200" y="852"/>
                  <a:pt x="196" y="849"/>
                </a:cubicBezTo>
                <a:cubicBezTo>
                  <a:pt x="196" y="849"/>
                  <a:pt x="196" y="849"/>
                  <a:pt x="196" y="849"/>
                </a:cubicBezTo>
                <a:cubicBezTo>
                  <a:pt x="190" y="845"/>
                  <a:pt x="188" y="840"/>
                  <a:pt x="188" y="833"/>
                </a:cubicBezTo>
                <a:cubicBezTo>
                  <a:pt x="188" y="833"/>
                  <a:pt x="188" y="832"/>
                  <a:pt x="188" y="830"/>
                </a:cubicBezTo>
                <a:cubicBezTo>
                  <a:pt x="188" y="829"/>
                  <a:pt x="188" y="828"/>
                  <a:pt x="188" y="826"/>
                </a:cubicBezTo>
                <a:cubicBezTo>
                  <a:pt x="188" y="825"/>
                  <a:pt x="188" y="823"/>
                  <a:pt x="188" y="822"/>
                </a:cubicBezTo>
                <a:cubicBezTo>
                  <a:pt x="189" y="821"/>
                  <a:pt x="189" y="820"/>
                  <a:pt x="189" y="818"/>
                </a:cubicBezTo>
                <a:cubicBezTo>
                  <a:pt x="189" y="814"/>
                  <a:pt x="189" y="813"/>
                  <a:pt x="188" y="813"/>
                </a:cubicBezTo>
                <a:cubicBezTo>
                  <a:pt x="188" y="813"/>
                  <a:pt x="188" y="812"/>
                  <a:pt x="187" y="812"/>
                </a:cubicBezTo>
                <a:cubicBezTo>
                  <a:pt x="187" y="812"/>
                  <a:pt x="187" y="812"/>
                  <a:pt x="187" y="812"/>
                </a:cubicBezTo>
                <a:cubicBezTo>
                  <a:pt x="184" y="813"/>
                  <a:pt x="184" y="813"/>
                  <a:pt x="184" y="813"/>
                </a:cubicBezTo>
                <a:cubicBezTo>
                  <a:pt x="184" y="809"/>
                  <a:pt x="184" y="809"/>
                  <a:pt x="184" y="809"/>
                </a:cubicBezTo>
                <a:cubicBezTo>
                  <a:pt x="184" y="808"/>
                  <a:pt x="184" y="806"/>
                  <a:pt x="184" y="805"/>
                </a:cubicBezTo>
                <a:cubicBezTo>
                  <a:pt x="184" y="801"/>
                  <a:pt x="183" y="798"/>
                  <a:pt x="184" y="794"/>
                </a:cubicBezTo>
                <a:cubicBezTo>
                  <a:pt x="184" y="792"/>
                  <a:pt x="184" y="790"/>
                  <a:pt x="182" y="789"/>
                </a:cubicBezTo>
                <a:cubicBezTo>
                  <a:pt x="182" y="789"/>
                  <a:pt x="182" y="789"/>
                  <a:pt x="182" y="789"/>
                </a:cubicBezTo>
                <a:cubicBezTo>
                  <a:pt x="180" y="788"/>
                  <a:pt x="179" y="787"/>
                  <a:pt x="179" y="785"/>
                </a:cubicBezTo>
                <a:cubicBezTo>
                  <a:pt x="179" y="781"/>
                  <a:pt x="179" y="781"/>
                  <a:pt x="179" y="781"/>
                </a:cubicBezTo>
                <a:cubicBezTo>
                  <a:pt x="179" y="780"/>
                  <a:pt x="179" y="780"/>
                  <a:pt x="179" y="780"/>
                </a:cubicBezTo>
                <a:cubicBezTo>
                  <a:pt x="179" y="780"/>
                  <a:pt x="179" y="780"/>
                  <a:pt x="179" y="780"/>
                </a:cubicBezTo>
                <a:cubicBezTo>
                  <a:pt x="179" y="780"/>
                  <a:pt x="178" y="779"/>
                  <a:pt x="177" y="779"/>
                </a:cubicBezTo>
                <a:cubicBezTo>
                  <a:pt x="174" y="779"/>
                  <a:pt x="174" y="779"/>
                  <a:pt x="174" y="779"/>
                </a:cubicBezTo>
                <a:cubicBezTo>
                  <a:pt x="174" y="776"/>
                  <a:pt x="174" y="776"/>
                  <a:pt x="174" y="776"/>
                </a:cubicBezTo>
                <a:cubicBezTo>
                  <a:pt x="174" y="740"/>
                  <a:pt x="174" y="740"/>
                  <a:pt x="174" y="740"/>
                </a:cubicBezTo>
                <a:cubicBezTo>
                  <a:pt x="174" y="738"/>
                  <a:pt x="174" y="736"/>
                  <a:pt x="174" y="734"/>
                </a:cubicBezTo>
                <a:cubicBezTo>
                  <a:pt x="174" y="732"/>
                  <a:pt x="174" y="731"/>
                  <a:pt x="174" y="729"/>
                </a:cubicBezTo>
                <a:cubicBezTo>
                  <a:pt x="174" y="727"/>
                  <a:pt x="174" y="725"/>
                  <a:pt x="174" y="723"/>
                </a:cubicBezTo>
                <a:cubicBezTo>
                  <a:pt x="173" y="723"/>
                  <a:pt x="173" y="723"/>
                  <a:pt x="172" y="723"/>
                </a:cubicBezTo>
                <a:cubicBezTo>
                  <a:pt x="170" y="722"/>
                  <a:pt x="170" y="722"/>
                  <a:pt x="170" y="722"/>
                </a:cubicBezTo>
                <a:cubicBezTo>
                  <a:pt x="170" y="720"/>
                  <a:pt x="170" y="720"/>
                  <a:pt x="170" y="720"/>
                </a:cubicBezTo>
                <a:cubicBezTo>
                  <a:pt x="170" y="719"/>
                  <a:pt x="170" y="718"/>
                  <a:pt x="170" y="717"/>
                </a:cubicBezTo>
                <a:cubicBezTo>
                  <a:pt x="170" y="716"/>
                  <a:pt x="170" y="715"/>
                  <a:pt x="170" y="714"/>
                </a:cubicBezTo>
                <a:cubicBezTo>
                  <a:pt x="170" y="714"/>
                  <a:pt x="169" y="714"/>
                  <a:pt x="169" y="714"/>
                </a:cubicBezTo>
                <a:cubicBezTo>
                  <a:pt x="169" y="714"/>
                  <a:pt x="169" y="714"/>
                  <a:pt x="168" y="713"/>
                </a:cubicBezTo>
                <a:cubicBezTo>
                  <a:pt x="167" y="713"/>
                  <a:pt x="166" y="713"/>
                  <a:pt x="166" y="712"/>
                </a:cubicBezTo>
                <a:cubicBezTo>
                  <a:pt x="164" y="711"/>
                  <a:pt x="165" y="709"/>
                  <a:pt x="165" y="708"/>
                </a:cubicBezTo>
                <a:cubicBezTo>
                  <a:pt x="165" y="708"/>
                  <a:pt x="165" y="708"/>
                  <a:pt x="165" y="708"/>
                </a:cubicBezTo>
                <a:cubicBezTo>
                  <a:pt x="165" y="707"/>
                  <a:pt x="165" y="707"/>
                  <a:pt x="165" y="707"/>
                </a:cubicBezTo>
                <a:cubicBezTo>
                  <a:pt x="165" y="706"/>
                  <a:pt x="165" y="705"/>
                  <a:pt x="165" y="704"/>
                </a:cubicBezTo>
                <a:cubicBezTo>
                  <a:pt x="165" y="704"/>
                  <a:pt x="165" y="704"/>
                  <a:pt x="165" y="704"/>
                </a:cubicBezTo>
                <a:cubicBezTo>
                  <a:pt x="165" y="704"/>
                  <a:pt x="164" y="704"/>
                  <a:pt x="164" y="704"/>
                </a:cubicBezTo>
                <a:cubicBezTo>
                  <a:pt x="160" y="704"/>
                  <a:pt x="160" y="699"/>
                  <a:pt x="160" y="698"/>
                </a:cubicBezTo>
                <a:cubicBezTo>
                  <a:pt x="160" y="697"/>
                  <a:pt x="160" y="697"/>
                  <a:pt x="160" y="696"/>
                </a:cubicBezTo>
                <a:cubicBezTo>
                  <a:pt x="160" y="695"/>
                  <a:pt x="160" y="694"/>
                  <a:pt x="160" y="693"/>
                </a:cubicBezTo>
                <a:cubicBezTo>
                  <a:pt x="160" y="690"/>
                  <a:pt x="160" y="688"/>
                  <a:pt x="160" y="686"/>
                </a:cubicBezTo>
                <a:cubicBezTo>
                  <a:pt x="161" y="683"/>
                  <a:pt x="161" y="680"/>
                  <a:pt x="161" y="678"/>
                </a:cubicBezTo>
                <a:cubicBezTo>
                  <a:pt x="161" y="677"/>
                  <a:pt x="160" y="676"/>
                  <a:pt x="160" y="676"/>
                </a:cubicBezTo>
                <a:cubicBezTo>
                  <a:pt x="160" y="676"/>
                  <a:pt x="159" y="676"/>
                  <a:pt x="159" y="676"/>
                </a:cubicBezTo>
                <a:cubicBezTo>
                  <a:pt x="158" y="676"/>
                  <a:pt x="158" y="676"/>
                  <a:pt x="157" y="676"/>
                </a:cubicBezTo>
                <a:cubicBezTo>
                  <a:pt x="157" y="676"/>
                  <a:pt x="157" y="676"/>
                  <a:pt x="156" y="676"/>
                </a:cubicBezTo>
                <a:cubicBezTo>
                  <a:pt x="156" y="676"/>
                  <a:pt x="156" y="676"/>
                  <a:pt x="156" y="676"/>
                </a:cubicBezTo>
                <a:cubicBezTo>
                  <a:pt x="155" y="676"/>
                  <a:pt x="155" y="676"/>
                  <a:pt x="155" y="676"/>
                </a:cubicBezTo>
                <a:cubicBezTo>
                  <a:pt x="153" y="676"/>
                  <a:pt x="151" y="674"/>
                  <a:pt x="151" y="672"/>
                </a:cubicBezTo>
                <a:cubicBezTo>
                  <a:pt x="150" y="672"/>
                  <a:pt x="148" y="672"/>
                  <a:pt x="147" y="671"/>
                </a:cubicBezTo>
                <a:cubicBezTo>
                  <a:pt x="146" y="671"/>
                  <a:pt x="145" y="671"/>
                  <a:pt x="144" y="671"/>
                </a:cubicBezTo>
                <a:cubicBezTo>
                  <a:pt x="144" y="671"/>
                  <a:pt x="143" y="671"/>
                  <a:pt x="143" y="671"/>
                </a:cubicBezTo>
                <a:cubicBezTo>
                  <a:pt x="142" y="671"/>
                  <a:pt x="142" y="671"/>
                  <a:pt x="142" y="671"/>
                </a:cubicBezTo>
                <a:cubicBezTo>
                  <a:pt x="142" y="671"/>
                  <a:pt x="142" y="671"/>
                  <a:pt x="141" y="671"/>
                </a:cubicBezTo>
                <a:cubicBezTo>
                  <a:pt x="141" y="671"/>
                  <a:pt x="141" y="671"/>
                  <a:pt x="140" y="671"/>
                </a:cubicBezTo>
                <a:cubicBezTo>
                  <a:pt x="139" y="671"/>
                  <a:pt x="137" y="670"/>
                  <a:pt x="137" y="667"/>
                </a:cubicBezTo>
                <a:cubicBezTo>
                  <a:pt x="137" y="660"/>
                  <a:pt x="137" y="660"/>
                  <a:pt x="137" y="660"/>
                </a:cubicBezTo>
                <a:cubicBezTo>
                  <a:pt x="137" y="659"/>
                  <a:pt x="137" y="659"/>
                  <a:pt x="137" y="658"/>
                </a:cubicBezTo>
                <a:cubicBezTo>
                  <a:pt x="137" y="658"/>
                  <a:pt x="137" y="657"/>
                  <a:pt x="137" y="657"/>
                </a:cubicBezTo>
                <a:cubicBezTo>
                  <a:pt x="136" y="657"/>
                  <a:pt x="135" y="657"/>
                  <a:pt x="135" y="657"/>
                </a:cubicBezTo>
                <a:cubicBezTo>
                  <a:pt x="117" y="657"/>
                  <a:pt x="117" y="657"/>
                  <a:pt x="117" y="657"/>
                </a:cubicBezTo>
                <a:cubicBezTo>
                  <a:pt x="118" y="653"/>
                  <a:pt x="118" y="653"/>
                  <a:pt x="118" y="653"/>
                </a:cubicBezTo>
                <a:cubicBezTo>
                  <a:pt x="118" y="651"/>
                  <a:pt x="118" y="649"/>
                  <a:pt x="117" y="648"/>
                </a:cubicBezTo>
                <a:cubicBezTo>
                  <a:pt x="116" y="648"/>
                  <a:pt x="116" y="648"/>
                  <a:pt x="116" y="647"/>
                </a:cubicBezTo>
                <a:cubicBezTo>
                  <a:pt x="114" y="647"/>
                  <a:pt x="113" y="646"/>
                  <a:pt x="113" y="642"/>
                </a:cubicBezTo>
                <a:cubicBezTo>
                  <a:pt x="113" y="642"/>
                  <a:pt x="113" y="642"/>
                  <a:pt x="113" y="642"/>
                </a:cubicBezTo>
                <a:cubicBezTo>
                  <a:pt x="113" y="641"/>
                  <a:pt x="113" y="640"/>
                  <a:pt x="112" y="639"/>
                </a:cubicBezTo>
                <a:cubicBezTo>
                  <a:pt x="111" y="636"/>
                  <a:pt x="109" y="635"/>
                  <a:pt x="108" y="634"/>
                </a:cubicBezTo>
                <a:cubicBezTo>
                  <a:pt x="107" y="634"/>
                  <a:pt x="107" y="633"/>
                  <a:pt x="106" y="633"/>
                </a:cubicBezTo>
                <a:cubicBezTo>
                  <a:pt x="104" y="633"/>
                  <a:pt x="104" y="633"/>
                  <a:pt x="104" y="633"/>
                </a:cubicBezTo>
                <a:cubicBezTo>
                  <a:pt x="104" y="627"/>
                  <a:pt x="104" y="627"/>
                  <a:pt x="104" y="627"/>
                </a:cubicBezTo>
                <a:cubicBezTo>
                  <a:pt x="104" y="626"/>
                  <a:pt x="103" y="626"/>
                  <a:pt x="103" y="625"/>
                </a:cubicBezTo>
                <a:cubicBezTo>
                  <a:pt x="103" y="625"/>
                  <a:pt x="103" y="624"/>
                  <a:pt x="103" y="624"/>
                </a:cubicBezTo>
                <a:cubicBezTo>
                  <a:pt x="103" y="622"/>
                  <a:pt x="103" y="620"/>
                  <a:pt x="104" y="617"/>
                </a:cubicBezTo>
                <a:cubicBezTo>
                  <a:pt x="104" y="613"/>
                  <a:pt x="105" y="607"/>
                  <a:pt x="103" y="605"/>
                </a:cubicBezTo>
                <a:cubicBezTo>
                  <a:pt x="103" y="605"/>
                  <a:pt x="103" y="605"/>
                  <a:pt x="102" y="605"/>
                </a:cubicBezTo>
                <a:cubicBezTo>
                  <a:pt x="102" y="605"/>
                  <a:pt x="102" y="605"/>
                  <a:pt x="102" y="605"/>
                </a:cubicBezTo>
                <a:cubicBezTo>
                  <a:pt x="99" y="605"/>
                  <a:pt x="99" y="605"/>
                  <a:pt x="99" y="605"/>
                </a:cubicBezTo>
                <a:cubicBezTo>
                  <a:pt x="99" y="602"/>
                  <a:pt x="99" y="602"/>
                  <a:pt x="99" y="602"/>
                </a:cubicBezTo>
                <a:cubicBezTo>
                  <a:pt x="99" y="601"/>
                  <a:pt x="99" y="600"/>
                  <a:pt x="99" y="600"/>
                </a:cubicBezTo>
                <a:cubicBezTo>
                  <a:pt x="99" y="599"/>
                  <a:pt x="99" y="596"/>
                  <a:pt x="99" y="596"/>
                </a:cubicBezTo>
                <a:cubicBezTo>
                  <a:pt x="99" y="596"/>
                  <a:pt x="98" y="596"/>
                  <a:pt x="98" y="596"/>
                </a:cubicBezTo>
                <a:cubicBezTo>
                  <a:pt x="96" y="595"/>
                  <a:pt x="95" y="595"/>
                  <a:pt x="95" y="594"/>
                </a:cubicBezTo>
                <a:cubicBezTo>
                  <a:pt x="94" y="593"/>
                  <a:pt x="94" y="591"/>
                  <a:pt x="94" y="590"/>
                </a:cubicBezTo>
                <a:cubicBezTo>
                  <a:pt x="94" y="590"/>
                  <a:pt x="94" y="590"/>
                  <a:pt x="94" y="590"/>
                </a:cubicBezTo>
                <a:cubicBezTo>
                  <a:pt x="94" y="590"/>
                  <a:pt x="94" y="589"/>
                  <a:pt x="94" y="588"/>
                </a:cubicBezTo>
                <a:cubicBezTo>
                  <a:pt x="94" y="588"/>
                  <a:pt x="94" y="587"/>
                  <a:pt x="94" y="586"/>
                </a:cubicBezTo>
                <a:cubicBezTo>
                  <a:pt x="94" y="586"/>
                  <a:pt x="94" y="586"/>
                  <a:pt x="93" y="586"/>
                </a:cubicBezTo>
                <a:cubicBezTo>
                  <a:pt x="93" y="586"/>
                  <a:pt x="93" y="586"/>
                  <a:pt x="93" y="586"/>
                </a:cubicBezTo>
                <a:cubicBezTo>
                  <a:pt x="91" y="586"/>
                  <a:pt x="90" y="585"/>
                  <a:pt x="89" y="583"/>
                </a:cubicBezTo>
                <a:cubicBezTo>
                  <a:pt x="89" y="582"/>
                  <a:pt x="88" y="581"/>
                  <a:pt x="88" y="581"/>
                </a:cubicBezTo>
                <a:cubicBezTo>
                  <a:pt x="87" y="579"/>
                  <a:pt x="86" y="577"/>
                  <a:pt x="85" y="575"/>
                </a:cubicBezTo>
                <a:cubicBezTo>
                  <a:pt x="84" y="574"/>
                  <a:pt x="84" y="573"/>
                  <a:pt x="83" y="571"/>
                </a:cubicBezTo>
                <a:cubicBezTo>
                  <a:pt x="82" y="570"/>
                  <a:pt x="81" y="568"/>
                  <a:pt x="81" y="567"/>
                </a:cubicBezTo>
                <a:cubicBezTo>
                  <a:pt x="78" y="562"/>
                  <a:pt x="77" y="558"/>
                  <a:pt x="73" y="555"/>
                </a:cubicBezTo>
                <a:cubicBezTo>
                  <a:pt x="71" y="555"/>
                  <a:pt x="70" y="554"/>
                  <a:pt x="69" y="553"/>
                </a:cubicBezTo>
                <a:cubicBezTo>
                  <a:pt x="65" y="552"/>
                  <a:pt x="66" y="548"/>
                  <a:pt x="66" y="545"/>
                </a:cubicBezTo>
                <a:cubicBezTo>
                  <a:pt x="66" y="545"/>
                  <a:pt x="66" y="544"/>
                  <a:pt x="66" y="544"/>
                </a:cubicBezTo>
                <a:cubicBezTo>
                  <a:pt x="66" y="527"/>
                  <a:pt x="66" y="527"/>
                  <a:pt x="66" y="527"/>
                </a:cubicBezTo>
                <a:cubicBezTo>
                  <a:pt x="70" y="528"/>
                  <a:pt x="70" y="528"/>
                  <a:pt x="70" y="528"/>
                </a:cubicBezTo>
                <a:cubicBezTo>
                  <a:pt x="70" y="528"/>
                  <a:pt x="70" y="528"/>
                  <a:pt x="70" y="528"/>
                </a:cubicBezTo>
                <a:cubicBezTo>
                  <a:pt x="70" y="528"/>
                  <a:pt x="70" y="528"/>
                  <a:pt x="70" y="528"/>
                </a:cubicBezTo>
                <a:cubicBezTo>
                  <a:pt x="70" y="528"/>
                  <a:pt x="70" y="525"/>
                  <a:pt x="70" y="524"/>
                </a:cubicBezTo>
                <a:cubicBezTo>
                  <a:pt x="70" y="523"/>
                  <a:pt x="70" y="523"/>
                  <a:pt x="70" y="523"/>
                </a:cubicBezTo>
                <a:cubicBezTo>
                  <a:pt x="70" y="521"/>
                  <a:pt x="71" y="520"/>
                  <a:pt x="74" y="518"/>
                </a:cubicBezTo>
                <a:cubicBezTo>
                  <a:pt x="74" y="518"/>
                  <a:pt x="74" y="518"/>
                  <a:pt x="74" y="518"/>
                </a:cubicBezTo>
                <a:cubicBezTo>
                  <a:pt x="74" y="518"/>
                  <a:pt x="74" y="518"/>
                  <a:pt x="75" y="517"/>
                </a:cubicBezTo>
                <a:cubicBezTo>
                  <a:pt x="75" y="516"/>
                  <a:pt x="74" y="515"/>
                  <a:pt x="74" y="515"/>
                </a:cubicBezTo>
                <a:cubicBezTo>
                  <a:pt x="70" y="515"/>
                  <a:pt x="70" y="510"/>
                  <a:pt x="70" y="506"/>
                </a:cubicBezTo>
                <a:cubicBezTo>
                  <a:pt x="70" y="506"/>
                  <a:pt x="70" y="505"/>
                  <a:pt x="70" y="505"/>
                </a:cubicBezTo>
                <a:cubicBezTo>
                  <a:pt x="70" y="494"/>
                  <a:pt x="70" y="494"/>
                  <a:pt x="70" y="494"/>
                </a:cubicBezTo>
                <a:cubicBezTo>
                  <a:pt x="74" y="495"/>
                  <a:pt x="74" y="495"/>
                  <a:pt x="74" y="495"/>
                </a:cubicBezTo>
                <a:cubicBezTo>
                  <a:pt x="74" y="495"/>
                  <a:pt x="75" y="495"/>
                  <a:pt x="75" y="495"/>
                </a:cubicBezTo>
                <a:cubicBezTo>
                  <a:pt x="75" y="495"/>
                  <a:pt x="75" y="494"/>
                  <a:pt x="75" y="494"/>
                </a:cubicBezTo>
                <a:cubicBezTo>
                  <a:pt x="75" y="493"/>
                  <a:pt x="75" y="492"/>
                  <a:pt x="76" y="491"/>
                </a:cubicBezTo>
                <a:cubicBezTo>
                  <a:pt x="77" y="489"/>
                  <a:pt x="78" y="488"/>
                  <a:pt x="78" y="487"/>
                </a:cubicBezTo>
                <a:cubicBezTo>
                  <a:pt x="79" y="486"/>
                  <a:pt x="80" y="485"/>
                  <a:pt x="80" y="484"/>
                </a:cubicBezTo>
                <a:cubicBezTo>
                  <a:pt x="80" y="480"/>
                  <a:pt x="80" y="480"/>
                  <a:pt x="80" y="480"/>
                </a:cubicBezTo>
                <a:cubicBezTo>
                  <a:pt x="84" y="481"/>
                  <a:pt x="84" y="481"/>
                  <a:pt x="84" y="481"/>
                </a:cubicBezTo>
                <a:cubicBezTo>
                  <a:pt x="84" y="481"/>
                  <a:pt x="84" y="481"/>
                  <a:pt x="84" y="481"/>
                </a:cubicBezTo>
                <a:cubicBezTo>
                  <a:pt x="84" y="481"/>
                  <a:pt x="84" y="481"/>
                  <a:pt x="84" y="481"/>
                </a:cubicBezTo>
                <a:cubicBezTo>
                  <a:pt x="84" y="481"/>
                  <a:pt x="84" y="481"/>
                  <a:pt x="85" y="479"/>
                </a:cubicBezTo>
                <a:cubicBezTo>
                  <a:pt x="85" y="460"/>
                  <a:pt x="85" y="460"/>
                  <a:pt x="85" y="460"/>
                </a:cubicBezTo>
                <a:cubicBezTo>
                  <a:pt x="89" y="462"/>
                  <a:pt x="89" y="462"/>
                  <a:pt x="89" y="462"/>
                </a:cubicBezTo>
                <a:cubicBezTo>
                  <a:pt x="90" y="462"/>
                  <a:pt x="91" y="460"/>
                  <a:pt x="91" y="456"/>
                </a:cubicBezTo>
                <a:cubicBezTo>
                  <a:pt x="91" y="452"/>
                  <a:pt x="90" y="449"/>
                  <a:pt x="89" y="449"/>
                </a:cubicBezTo>
                <a:cubicBezTo>
                  <a:pt x="85" y="451"/>
                  <a:pt x="85" y="451"/>
                  <a:pt x="85" y="451"/>
                </a:cubicBezTo>
                <a:cubicBezTo>
                  <a:pt x="85" y="446"/>
                  <a:pt x="85" y="446"/>
                  <a:pt x="85" y="446"/>
                </a:cubicBezTo>
                <a:cubicBezTo>
                  <a:pt x="85" y="445"/>
                  <a:pt x="85" y="444"/>
                  <a:pt x="85" y="443"/>
                </a:cubicBezTo>
                <a:cubicBezTo>
                  <a:pt x="85" y="441"/>
                  <a:pt x="85" y="438"/>
                  <a:pt x="84" y="436"/>
                </a:cubicBezTo>
                <a:cubicBezTo>
                  <a:pt x="84" y="436"/>
                  <a:pt x="83" y="436"/>
                  <a:pt x="83" y="436"/>
                </a:cubicBezTo>
                <a:cubicBezTo>
                  <a:pt x="82" y="435"/>
                  <a:pt x="80" y="434"/>
                  <a:pt x="80" y="431"/>
                </a:cubicBezTo>
                <a:cubicBezTo>
                  <a:pt x="80" y="425"/>
                  <a:pt x="80" y="425"/>
                  <a:pt x="80" y="425"/>
                </a:cubicBezTo>
                <a:cubicBezTo>
                  <a:pt x="79" y="426"/>
                  <a:pt x="78" y="426"/>
                  <a:pt x="77" y="426"/>
                </a:cubicBezTo>
                <a:cubicBezTo>
                  <a:pt x="77" y="426"/>
                  <a:pt x="77" y="426"/>
                  <a:pt x="77" y="426"/>
                </a:cubicBezTo>
                <a:cubicBezTo>
                  <a:pt x="76" y="426"/>
                  <a:pt x="76" y="426"/>
                  <a:pt x="76" y="426"/>
                </a:cubicBezTo>
                <a:cubicBezTo>
                  <a:pt x="60" y="426"/>
                  <a:pt x="60" y="426"/>
                  <a:pt x="60" y="426"/>
                </a:cubicBezTo>
                <a:cubicBezTo>
                  <a:pt x="61" y="422"/>
                  <a:pt x="61" y="422"/>
                  <a:pt x="61" y="422"/>
                </a:cubicBezTo>
                <a:cubicBezTo>
                  <a:pt x="61" y="422"/>
                  <a:pt x="61" y="421"/>
                  <a:pt x="61" y="421"/>
                </a:cubicBezTo>
                <a:cubicBezTo>
                  <a:pt x="61" y="421"/>
                  <a:pt x="61" y="421"/>
                  <a:pt x="61" y="421"/>
                </a:cubicBezTo>
                <a:cubicBezTo>
                  <a:pt x="61" y="421"/>
                  <a:pt x="61" y="421"/>
                  <a:pt x="60" y="421"/>
                </a:cubicBezTo>
                <a:cubicBezTo>
                  <a:pt x="60" y="421"/>
                  <a:pt x="60" y="421"/>
                  <a:pt x="60" y="421"/>
                </a:cubicBezTo>
                <a:cubicBezTo>
                  <a:pt x="58" y="421"/>
                  <a:pt x="56" y="420"/>
                  <a:pt x="56" y="417"/>
                </a:cubicBezTo>
                <a:cubicBezTo>
                  <a:pt x="56" y="414"/>
                  <a:pt x="56" y="414"/>
                  <a:pt x="56" y="414"/>
                </a:cubicBezTo>
                <a:cubicBezTo>
                  <a:pt x="56" y="413"/>
                  <a:pt x="56" y="413"/>
                  <a:pt x="56" y="413"/>
                </a:cubicBezTo>
                <a:cubicBezTo>
                  <a:pt x="56" y="412"/>
                  <a:pt x="56" y="412"/>
                  <a:pt x="56" y="411"/>
                </a:cubicBezTo>
                <a:cubicBezTo>
                  <a:pt x="56" y="410"/>
                  <a:pt x="56" y="409"/>
                  <a:pt x="56" y="407"/>
                </a:cubicBezTo>
                <a:cubicBezTo>
                  <a:pt x="57" y="404"/>
                  <a:pt x="57" y="401"/>
                  <a:pt x="56" y="399"/>
                </a:cubicBezTo>
                <a:cubicBezTo>
                  <a:pt x="56" y="398"/>
                  <a:pt x="55" y="398"/>
                  <a:pt x="54" y="397"/>
                </a:cubicBezTo>
                <a:cubicBezTo>
                  <a:pt x="52" y="397"/>
                  <a:pt x="52" y="397"/>
                  <a:pt x="52" y="397"/>
                </a:cubicBezTo>
                <a:cubicBezTo>
                  <a:pt x="52" y="395"/>
                  <a:pt x="52" y="395"/>
                  <a:pt x="52" y="395"/>
                </a:cubicBezTo>
                <a:cubicBezTo>
                  <a:pt x="52" y="394"/>
                  <a:pt x="51" y="393"/>
                  <a:pt x="50" y="393"/>
                </a:cubicBezTo>
                <a:cubicBezTo>
                  <a:pt x="50" y="392"/>
                  <a:pt x="49" y="392"/>
                  <a:pt x="49" y="391"/>
                </a:cubicBezTo>
                <a:cubicBezTo>
                  <a:pt x="47" y="389"/>
                  <a:pt x="47" y="387"/>
                  <a:pt x="47" y="385"/>
                </a:cubicBezTo>
                <a:cubicBezTo>
                  <a:pt x="47" y="385"/>
                  <a:pt x="47" y="384"/>
                  <a:pt x="47" y="384"/>
                </a:cubicBezTo>
                <a:cubicBezTo>
                  <a:pt x="47" y="383"/>
                  <a:pt x="46" y="383"/>
                  <a:pt x="45" y="383"/>
                </a:cubicBezTo>
                <a:cubicBezTo>
                  <a:pt x="42" y="383"/>
                  <a:pt x="42" y="383"/>
                  <a:pt x="42" y="383"/>
                </a:cubicBezTo>
                <a:cubicBezTo>
                  <a:pt x="42" y="380"/>
                  <a:pt x="42" y="380"/>
                  <a:pt x="42" y="380"/>
                </a:cubicBezTo>
                <a:cubicBezTo>
                  <a:pt x="42" y="379"/>
                  <a:pt x="42" y="379"/>
                  <a:pt x="42" y="379"/>
                </a:cubicBezTo>
                <a:cubicBezTo>
                  <a:pt x="42" y="379"/>
                  <a:pt x="42" y="379"/>
                  <a:pt x="42" y="379"/>
                </a:cubicBezTo>
                <a:cubicBezTo>
                  <a:pt x="42" y="379"/>
                  <a:pt x="42" y="379"/>
                  <a:pt x="40" y="379"/>
                </a:cubicBezTo>
                <a:cubicBezTo>
                  <a:pt x="37" y="378"/>
                  <a:pt x="37" y="378"/>
                  <a:pt x="37" y="378"/>
                </a:cubicBezTo>
                <a:cubicBezTo>
                  <a:pt x="38" y="375"/>
                  <a:pt x="38" y="375"/>
                  <a:pt x="38" y="375"/>
                </a:cubicBezTo>
                <a:cubicBezTo>
                  <a:pt x="38" y="374"/>
                  <a:pt x="38" y="374"/>
                  <a:pt x="38" y="374"/>
                </a:cubicBezTo>
                <a:cubicBezTo>
                  <a:pt x="38" y="374"/>
                  <a:pt x="38" y="374"/>
                  <a:pt x="38" y="374"/>
                </a:cubicBezTo>
                <a:cubicBezTo>
                  <a:pt x="37" y="374"/>
                  <a:pt x="37" y="374"/>
                  <a:pt x="34" y="374"/>
                </a:cubicBezTo>
                <a:cubicBezTo>
                  <a:pt x="34" y="374"/>
                  <a:pt x="33" y="374"/>
                  <a:pt x="33" y="374"/>
                </a:cubicBezTo>
                <a:cubicBezTo>
                  <a:pt x="32" y="374"/>
                  <a:pt x="32" y="374"/>
                  <a:pt x="31" y="374"/>
                </a:cubicBezTo>
                <a:cubicBezTo>
                  <a:pt x="29" y="374"/>
                  <a:pt x="29" y="374"/>
                  <a:pt x="29" y="374"/>
                </a:cubicBezTo>
                <a:cubicBezTo>
                  <a:pt x="28" y="372"/>
                  <a:pt x="28" y="372"/>
                  <a:pt x="28" y="372"/>
                </a:cubicBezTo>
                <a:cubicBezTo>
                  <a:pt x="27" y="369"/>
                  <a:pt x="25" y="366"/>
                  <a:pt x="22" y="365"/>
                </a:cubicBezTo>
                <a:cubicBezTo>
                  <a:pt x="22" y="365"/>
                  <a:pt x="22" y="365"/>
                  <a:pt x="22" y="365"/>
                </a:cubicBezTo>
                <a:cubicBezTo>
                  <a:pt x="19" y="364"/>
                  <a:pt x="19" y="362"/>
                  <a:pt x="19" y="360"/>
                </a:cubicBezTo>
                <a:cubicBezTo>
                  <a:pt x="19" y="359"/>
                  <a:pt x="19" y="359"/>
                  <a:pt x="19" y="359"/>
                </a:cubicBezTo>
                <a:cubicBezTo>
                  <a:pt x="19" y="359"/>
                  <a:pt x="19" y="358"/>
                  <a:pt x="19" y="357"/>
                </a:cubicBezTo>
                <a:cubicBezTo>
                  <a:pt x="19" y="357"/>
                  <a:pt x="18" y="357"/>
                  <a:pt x="18" y="356"/>
                </a:cubicBezTo>
                <a:cubicBezTo>
                  <a:pt x="17" y="356"/>
                  <a:pt x="16" y="356"/>
                  <a:pt x="14" y="355"/>
                </a:cubicBezTo>
                <a:cubicBezTo>
                  <a:pt x="12" y="355"/>
                  <a:pt x="10" y="355"/>
                  <a:pt x="8" y="353"/>
                </a:cubicBezTo>
                <a:cubicBezTo>
                  <a:pt x="7" y="353"/>
                  <a:pt x="7" y="352"/>
                  <a:pt x="6" y="352"/>
                </a:cubicBezTo>
                <a:cubicBezTo>
                  <a:pt x="6" y="351"/>
                  <a:pt x="5" y="351"/>
                  <a:pt x="4" y="351"/>
                </a:cubicBezTo>
                <a:cubicBezTo>
                  <a:pt x="4" y="351"/>
                  <a:pt x="4" y="351"/>
                  <a:pt x="4" y="350"/>
                </a:cubicBezTo>
                <a:cubicBezTo>
                  <a:pt x="0" y="350"/>
                  <a:pt x="0" y="348"/>
                  <a:pt x="0" y="346"/>
                </a:cubicBezTo>
                <a:cubicBezTo>
                  <a:pt x="0" y="282"/>
                  <a:pt x="0" y="282"/>
                  <a:pt x="0" y="282"/>
                </a:cubicBezTo>
                <a:cubicBezTo>
                  <a:pt x="4" y="283"/>
                  <a:pt x="4" y="283"/>
                  <a:pt x="4" y="283"/>
                </a:cubicBezTo>
                <a:cubicBezTo>
                  <a:pt x="4" y="283"/>
                  <a:pt x="4" y="283"/>
                  <a:pt x="4" y="283"/>
                </a:cubicBezTo>
                <a:cubicBezTo>
                  <a:pt x="5" y="282"/>
                  <a:pt x="5" y="279"/>
                  <a:pt x="4" y="278"/>
                </a:cubicBezTo>
                <a:cubicBezTo>
                  <a:pt x="4" y="277"/>
                  <a:pt x="4" y="277"/>
                  <a:pt x="4" y="276"/>
                </a:cubicBezTo>
                <a:cubicBezTo>
                  <a:pt x="4" y="273"/>
                  <a:pt x="4" y="273"/>
                  <a:pt x="4" y="273"/>
                </a:cubicBezTo>
                <a:cubicBezTo>
                  <a:pt x="8" y="273"/>
                  <a:pt x="8" y="273"/>
                  <a:pt x="8" y="273"/>
                </a:cubicBezTo>
                <a:cubicBezTo>
                  <a:pt x="8" y="273"/>
                  <a:pt x="9" y="274"/>
                  <a:pt x="9" y="274"/>
                </a:cubicBezTo>
                <a:cubicBezTo>
                  <a:pt x="9" y="274"/>
                  <a:pt x="9" y="274"/>
                  <a:pt x="9" y="274"/>
                </a:cubicBezTo>
                <a:cubicBezTo>
                  <a:pt x="9" y="274"/>
                  <a:pt x="9" y="273"/>
                  <a:pt x="9" y="271"/>
                </a:cubicBezTo>
                <a:cubicBezTo>
                  <a:pt x="9" y="264"/>
                  <a:pt x="9" y="264"/>
                  <a:pt x="9" y="264"/>
                </a:cubicBezTo>
                <a:cubicBezTo>
                  <a:pt x="9" y="260"/>
                  <a:pt x="12" y="259"/>
                  <a:pt x="12" y="259"/>
                </a:cubicBezTo>
                <a:cubicBezTo>
                  <a:pt x="13" y="259"/>
                  <a:pt x="13" y="259"/>
                  <a:pt x="13" y="259"/>
                </a:cubicBezTo>
                <a:cubicBezTo>
                  <a:pt x="13" y="258"/>
                  <a:pt x="13" y="257"/>
                  <a:pt x="13" y="256"/>
                </a:cubicBezTo>
                <a:cubicBezTo>
                  <a:pt x="13" y="256"/>
                  <a:pt x="13" y="256"/>
                  <a:pt x="11" y="256"/>
                </a:cubicBezTo>
                <a:cubicBezTo>
                  <a:pt x="10" y="256"/>
                  <a:pt x="10" y="256"/>
                  <a:pt x="9" y="256"/>
                </a:cubicBezTo>
                <a:cubicBezTo>
                  <a:pt x="9" y="256"/>
                  <a:pt x="8" y="256"/>
                  <a:pt x="8" y="256"/>
                </a:cubicBezTo>
                <a:cubicBezTo>
                  <a:pt x="2" y="256"/>
                  <a:pt x="2" y="256"/>
                  <a:pt x="2" y="256"/>
                </a:cubicBezTo>
                <a:cubicBezTo>
                  <a:pt x="5" y="251"/>
                  <a:pt x="5" y="251"/>
                  <a:pt x="5" y="251"/>
                </a:cubicBezTo>
                <a:cubicBezTo>
                  <a:pt x="17" y="229"/>
                  <a:pt x="31" y="208"/>
                  <a:pt x="46" y="188"/>
                </a:cubicBezTo>
                <a:cubicBezTo>
                  <a:pt x="83" y="137"/>
                  <a:pt x="129" y="92"/>
                  <a:pt x="183" y="53"/>
                </a:cubicBezTo>
                <a:cubicBezTo>
                  <a:pt x="209" y="35"/>
                  <a:pt x="238" y="18"/>
                  <a:pt x="268" y="2"/>
                </a:cubicBezTo>
                <a:cubicBezTo>
                  <a:pt x="271" y="0"/>
                  <a:pt x="273" y="0"/>
                  <a:pt x="276" y="0"/>
                </a:cubicBezTo>
                <a:cubicBezTo>
                  <a:pt x="283" y="0"/>
                  <a:pt x="283" y="0"/>
                  <a:pt x="283" y="0"/>
                </a:cubicBezTo>
                <a:cubicBezTo>
                  <a:pt x="286" y="0"/>
                  <a:pt x="292" y="0"/>
                  <a:pt x="293" y="6"/>
                </a:cubicBezTo>
                <a:cubicBezTo>
                  <a:pt x="293" y="9"/>
                  <a:pt x="293" y="12"/>
                  <a:pt x="291" y="16"/>
                </a:cubicBezTo>
                <a:cubicBezTo>
                  <a:pt x="290" y="17"/>
                  <a:pt x="289" y="18"/>
                  <a:pt x="288" y="19"/>
                </a:cubicBezTo>
                <a:cubicBezTo>
                  <a:pt x="287" y="21"/>
                  <a:pt x="287" y="21"/>
                  <a:pt x="287" y="21"/>
                </a:cubicBezTo>
                <a:cubicBezTo>
                  <a:pt x="285" y="20"/>
                  <a:pt x="285" y="20"/>
                  <a:pt x="285" y="20"/>
                </a:cubicBezTo>
                <a:cubicBezTo>
                  <a:pt x="285" y="20"/>
                  <a:pt x="285" y="20"/>
                  <a:pt x="285" y="20"/>
                </a:cubicBezTo>
                <a:cubicBezTo>
                  <a:pt x="284" y="20"/>
                  <a:pt x="284" y="20"/>
                  <a:pt x="284" y="21"/>
                </a:cubicBezTo>
                <a:cubicBezTo>
                  <a:pt x="284" y="21"/>
                  <a:pt x="284" y="21"/>
                  <a:pt x="284" y="21"/>
                </a:cubicBezTo>
                <a:cubicBezTo>
                  <a:pt x="284" y="24"/>
                  <a:pt x="283" y="25"/>
                  <a:pt x="280" y="25"/>
                </a:cubicBezTo>
                <a:cubicBezTo>
                  <a:pt x="273" y="25"/>
                  <a:pt x="273" y="25"/>
                  <a:pt x="273" y="25"/>
                </a:cubicBezTo>
                <a:cubicBezTo>
                  <a:pt x="272" y="25"/>
                  <a:pt x="271" y="25"/>
                  <a:pt x="270" y="25"/>
                </a:cubicBezTo>
                <a:cubicBezTo>
                  <a:pt x="270" y="25"/>
                  <a:pt x="270" y="25"/>
                  <a:pt x="270" y="26"/>
                </a:cubicBezTo>
                <a:cubicBezTo>
                  <a:pt x="270" y="28"/>
                  <a:pt x="269" y="30"/>
                  <a:pt x="265" y="30"/>
                </a:cubicBezTo>
                <a:cubicBezTo>
                  <a:pt x="265" y="30"/>
                  <a:pt x="264" y="30"/>
                  <a:pt x="264" y="30"/>
                </a:cubicBezTo>
                <a:cubicBezTo>
                  <a:pt x="264" y="30"/>
                  <a:pt x="264" y="30"/>
                  <a:pt x="263" y="30"/>
                </a:cubicBezTo>
                <a:cubicBezTo>
                  <a:pt x="252" y="30"/>
                  <a:pt x="252" y="30"/>
                  <a:pt x="252" y="30"/>
                </a:cubicBezTo>
                <a:cubicBezTo>
                  <a:pt x="252" y="30"/>
                  <a:pt x="252" y="30"/>
                  <a:pt x="252" y="30"/>
                </a:cubicBezTo>
                <a:cubicBezTo>
                  <a:pt x="252" y="30"/>
                  <a:pt x="252" y="30"/>
                  <a:pt x="252" y="30"/>
                </a:cubicBezTo>
                <a:cubicBezTo>
                  <a:pt x="252" y="30"/>
                  <a:pt x="252" y="30"/>
                  <a:pt x="252" y="30"/>
                </a:cubicBezTo>
                <a:cubicBezTo>
                  <a:pt x="252" y="30"/>
                  <a:pt x="251" y="30"/>
                  <a:pt x="251" y="32"/>
                </a:cubicBezTo>
                <a:cubicBezTo>
                  <a:pt x="251" y="35"/>
                  <a:pt x="251" y="35"/>
                  <a:pt x="251" y="35"/>
                </a:cubicBezTo>
                <a:cubicBezTo>
                  <a:pt x="247" y="34"/>
                  <a:pt x="247" y="34"/>
                  <a:pt x="247" y="34"/>
                </a:cubicBezTo>
                <a:cubicBezTo>
                  <a:pt x="247" y="34"/>
                  <a:pt x="247" y="34"/>
                  <a:pt x="247" y="34"/>
                </a:cubicBezTo>
                <a:cubicBezTo>
                  <a:pt x="246" y="35"/>
                  <a:pt x="246" y="37"/>
                  <a:pt x="246" y="38"/>
                </a:cubicBezTo>
                <a:cubicBezTo>
                  <a:pt x="246" y="43"/>
                  <a:pt x="246" y="43"/>
                  <a:pt x="246" y="43"/>
                </a:cubicBezTo>
                <a:cubicBezTo>
                  <a:pt x="246" y="43"/>
                  <a:pt x="246" y="44"/>
                  <a:pt x="247" y="44"/>
                </a:cubicBezTo>
                <a:cubicBezTo>
                  <a:pt x="247" y="44"/>
                  <a:pt x="247" y="46"/>
                  <a:pt x="246" y="47"/>
                </a:cubicBezTo>
                <a:cubicBezTo>
                  <a:pt x="244" y="49"/>
                  <a:pt x="243" y="49"/>
                  <a:pt x="242" y="49"/>
                </a:cubicBezTo>
                <a:cubicBezTo>
                  <a:pt x="242" y="49"/>
                  <a:pt x="242" y="49"/>
                  <a:pt x="242" y="49"/>
                </a:cubicBezTo>
                <a:cubicBezTo>
                  <a:pt x="242" y="54"/>
                  <a:pt x="242" y="54"/>
                  <a:pt x="242" y="54"/>
                </a:cubicBezTo>
                <a:cubicBezTo>
                  <a:pt x="238" y="53"/>
                  <a:pt x="238" y="53"/>
                  <a:pt x="238" y="53"/>
                </a:cubicBezTo>
                <a:cubicBezTo>
                  <a:pt x="238" y="53"/>
                  <a:pt x="238" y="53"/>
                  <a:pt x="237" y="53"/>
                </a:cubicBezTo>
                <a:cubicBezTo>
                  <a:pt x="237" y="54"/>
                  <a:pt x="237" y="57"/>
                  <a:pt x="237" y="58"/>
                </a:cubicBezTo>
                <a:cubicBezTo>
                  <a:pt x="237" y="58"/>
                  <a:pt x="237" y="59"/>
                  <a:pt x="237" y="59"/>
                </a:cubicBezTo>
                <a:cubicBezTo>
                  <a:pt x="237" y="60"/>
                  <a:pt x="238" y="61"/>
                  <a:pt x="238" y="61"/>
                </a:cubicBezTo>
                <a:cubicBezTo>
                  <a:pt x="239" y="64"/>
                  <a:pt x="241" y="67"/>
                  <a:pt x="240" y="70"/>
                </a:cubicBezTo>
                <a:cubicBezTo>
                  <a:pt x="239" y="72"/>
                  <a:pt x="238" y="73"/>
                  <a:pt x="238" y="74"/>
                </a:cubicBezTo>
                <a:cubicBezTo>
                  <a:pt x="237" y="74"/>
                  <a:pt x="237" y="75"/>
                  <a:pt x="237" y="75"/>
                </a:cubicBezTo>
                <a:cubicBezTo>
                  <a:pt x="237" y="75"/>
                  <a:pt x="237" y="75"/>
                  <a:pt x="238" y="75"/>
                </a:cubicBezTo>
                <a:cubicBezTo>
                  <a:pt x="238" y="75"/>
                  <a:pt x="238" y="75"/>
                  <a:pt x="239" y="75"/>
                </a:cubicBezTo>
                <a:cubicBezTo>
                  <a:pt x="239" y="75"/>
                  <a:pt x="240" y="75"/>
                  <a:pt x="240" y="75"/>
                </a:cubicBezTo>
                <a:cubicBezTo>
                  <a:pt x="240" y="75"/>
                  <a:pt x="240" y="75"/>
                  <a:pt x="240" y="75"/>
                </a:cubicBezTo>
                <a:cubicBezTo>
                  <a:pt x="240" y="72"/>
                  <a:pt x="242" y="71"/>
                  <a:pt x="243" y="71"/>
                </a:cubicBezTo>
                <a:cubicBezTo>
                  <a:pt x="245" y="70"/>
                  <a:pt x="247" y="68"/>
                  <a:pt x="249" y="67"/>
                </a:cubicBezTo>
                <a:cubicBezTo>
                  <a:pt x="250" y="66"/>
                  <a:pt x="250" y="65"/>
                  <a:pt x="252" y="64"/>
                </a:cubicBezTo>
                <a:cubicBezTo>
                  <a:pt x="254" y="62"/>
                  <a:pt x="256" y="61"/>
                  <a:pt x="259" y="61"/>
                </a:cubicBezTo>
                <a:cubicBezTo>
                  <a:pt x="259" y="61"/>
                  <a:pt x="260" y="61"/>
                  <a:pt x="260" y="61"/>
                </a:cubicBezTo>
                <a:cubicBezTo>
                  <a:pt x="261" y="61"/>
                  <a:pt x="262" y="61"/>
                  <a:pt x="263" y="61"/>
                </a:cubicBezTo>
                <a:cubicBezTo>
                  <a:pt x="264" y="60"/>
                  <a:pt x="264" y="59"/>
                  <a:pt x="264" y="57"/>
                </a:cubicBezTo>
                <a:cubicBezTo>
                  <a:pt x="264" y="57"/>
                  <a:pt x="264" y="57"/>
                  <a:pt x="264" y="57"/>
                </a:cubicBezTo>
                <a:cubicBezTo>
                  <a:pt x="264" y="54"/>
                  <a:pt x="265" y="53"/>
                  <a:pt x="267" y="52"/>
                </a:cubicBezTo>
                <a:cubicBezTo>
                  <a:pt x="267" y="51"/>
                  <a:pt x="268" y="51"/>
                  <a:pt x="268" y="51"/>
                </a:cubicBezTo>
                <a:cubicBezTo>
                  <a:pt x="269" y="49"/>
                  <a:pt x="269" y="45"/>
                  <a:pt x="269" y="43"/>
                </a:cubicBezTo>
                <a:cubicBezTo>
                  <a:pt x="269" y="41"/>
                  <a:pt x="269" y="41"/>
                  <a:pt x="269" y="41"/>
                </a:cubicBezTo>
                <a:cubicBezTo>
                  <a:pt x="268" y="38"/>
                  <a:pt x="268" y="38"/>
                  <a:pt x="268" y="38"/>
                </a:cubicBezTo>
                <a:cubicBezTo>
                  <a:pt x="280" y="38"/>
                  <a:pt x="280" y="38"/>
                  <a:pt x="280" y="38"/>
                </a:cubicBezTo>
                <a:cubicBezTo>
                  <a:pt x="281" y="38"/>
                  <a:pt x="281" y="38"/>
                  <a:pt x="282" y="38"/>
                </a:cubicBezTo>
                <a:cubicBezTo>
                  <a:pt x="282" y="38"/>
                  <a:pt x="283" y="38"/>
                  <a:pt x="284" y="38"/>
                </a:cubicBezTo>
                <a:cubicBezTo>
                  <a:pt x="285" y="38"/>
                  <a:pt x="286" y="38"/>
                  <a:pt x="286" y="37"/>
                </a:cubicBezTo>
                <a:cubicBezTo>
                  <a:pt x="289" y="36"/>
                  <a:pt x="290" y="34"/>
                  <a:pt x="292" y="31"/>
                </a:cubicBezTo>
                <a:cubicBezTo>
                  <a:pt x="293" y="29"/>
                  <a:pt x="294" y="28"/>
                  <a:pt x="297" y="28"/>
                </a:cubicBezTo>
                <a:cubicBezTo>
                  <a:pt x="316" y="28"/>
                  <a:pt x="316" y="28"/>
                  <a:pt x="316" y="28"/>
                </a:cubicBezTo>
                <a:cubicBezTo>
                  <a:pt x="317" y="28"/>
                  <a:pt x="317" y="28"/>
                  <a:pt x="317" y="28"/>
                </a:cubicBezTo>
                <a:cubicBezTo>
                  <a:pt x="317" y="28"/>
                  <a:pt x="318" y="28"/>
                  <a:pt x="318" y="28"/>
                </a:cubicBezTo>
                <a:cubicBezTo>
                  <a:pt x="320" y="28"/>
                  <a:pt x="322" y="29"/>
                  <a:pt x="322" y="32"/>
                </a:cubicBezTo>
                <a:cubicBezTo>
                  <a:pt x="322" y="40"/>
                  <a:pt x="322" y="40"/>
                  <a:pt x="322" y="40"/>
                </a:cubicBezTo>
                <a:cubicBezTo>
                  <a:pt x="318" y="39"/>
                  <a:pt x="318" y="39"/>
                  <a:pt x="318" y="39"/>
                </a:cubicBezTo>
                <a:cubicBezTo>
                  <a:pt x="318" y="39"/>
                  <a:pt x="318" y="39"/>
                  <a:pt x="318" y="39"/>
                </a:cubicBezTo>
                <a:cubicBezTo>
                  <a:pt x="318" y="39"/>
                  <a:pt x="318" y="39"/>
                  <a:pt x="318" y="39"/>
                </a:cubicBezTo>
                <a:cubicBezTo>
                  <a:pt x="318" y="39"/>
                  <a:pt x="317" y="39"/>
                  <a:pt x="317" y="41"/>
                </a:cubicBezTo>
                <a:cubicBezTo>
                  <a:pt x="317" y="41"/>
                  <a:pt x="318" y="41"/>
                  <a:pt x="319" y="42"/>
                </a:cubicBezTo>
                <a:cubicBezTo>
                  <a:pt x="320" y="42"/>
                  <a:pt x="320" y="42"/>
                  <a:pt x="321" y="42"/>
                </a:cubicBezTo>
                <a:cubicBezTo>
                  <a:pt x="322" y="42"/>
                  <a:pt x="323" y="42"/>
                  <a:pt x="324" y="42"/>
                </a:cubicBezTo>
                <a:cubicBezTo>
                  <a:pt x="324" y="42"/>
                  <a:pt x="325" y="42"/>
                  <a:pt x="325" y="42"/>
                </a:cubicBezTo>
                <a:cubicBezTo>
                  <a:pt x="326" y="42"/>
                  <a:pt x="327" y="41"/>
                  <a:pt x="327" y="41"/>
                </a:cubicBezTo>
                <a:cubicBezTo>
                  <a:pt x="328" y="39"/>
                  <a:pt x="330" y="38"/>
                  <a:pt x="332" y="38"/>
                </a:cubicBezTo>
                <a:cubicBezTo>
                  <a:pt x="336" y="37"/>
                  <a:pt x="336" y="37"/>
                  <a:pt x="336" y="37"/>
                </a:cubicBezTo>
                <a:cubicBezTo>
                  <a:pt x="336" y="54"/>
                  <a:pt x="336" y="54"/>
                  <a:pt x="336" y="54"/>
                </a:cubicBezTo>
                <a:cubicBezTo>
                  <a:pt x="336" y="55"/>
                  <a:pt x="337" y="57"/>
                  <a:pt x="338" y="59"/>
                </a:cubicBezTo>
                <a:cubicBezTo>
                  <a:pt x="338" y="59"/>
                  <a:pt x="338" y="59"/>
                  <a:pt x="338" y="59"/>
                </a:cubicBezTo>
                <a:cubicBezTo>
                  <a:pt x="340" y="62"/>
                  <a:pt x="341" y="64"/>
                  <a:pt x="341" y="68"/>
                </a:cubicBezTo>
                <a:cubicBezTo>
                  <a:pt x="341" y="69"/>
                  <a:pt x="341" y="71"/>
                  <a:pt x="341" y="73"/>
                </a:cubicBezTo>
                <a:cubicBezTo>
                  <a:pt x="341" y="74"/>
                  <a:pt x="340" y="77"/>
                  <a:pt x="336" y="77"/>
                </a:cubicBezTo>
                <a:cubicBezTo>
                  <a:pt x="335" y="77"/>
                  <a:pt x="335" y="77"/>
                  <a:pt x="334" y="77"/>
                </a:cubicBezTo>
                <a:cubicBezTo>
                  <a:pt x="334" y="77"/>
                  <a:pt x="333" y="77"/>
                  <a:pt x="333" y="77"/>
                </a:cubicBezTo>
                <a:cubicBezTo>
                  <a:pt x="333" y="77"/>
                  <a:pt x="332" y="77"/>
                  <a:pt x="332" y="77"/>
                </a:cubicBezTo>
                <a:cubicBezTo>
                  <a:pt x="330" y="77"/>
                  <a:pt x="329" y="77"/>
                  <a:pt x="327" y="77"/>
                </a:cubicBezTo>
                <a:cubicBezTo>
                  <a:pt x="326" y="77"/>
                  <a:pt x="325" y="76"/>
                  <a:pt x="323" y="76"/>
                </a:cubicBezTo>
                <a:cubicBezTo>
                  <a:pt x="321" y="76"/>
                  <a:pt x="320" y="77"/>
                  <a:pt x="318" y="77"/>
                </a:cubicBezTo>
                <a:cubicBezTo>
                  <a:pt x="318" y="77"/>
                  <a:pt x="318" y="78"/>
                  <a:pt x="317" y="78"/>
                </a:cubicBezTo>
                <a:cubicBezTo>
                  <a:pt x="317" y="78"/>
                  <a:pt x="317" y="78"/>
                  <a:pt x="317" y="79"/>
                </a:cubicBezTo>
                <a:cubicBezTo>
                  <a:pt x="316" y="81"/>
                  <a:pt x="315" y="81"/>
                  <a:pt x="313" y="82"/>
                </a:cubicBezTo>
                <a:cubicBezTo>
                  <a:pt x="313" y="82"/>
                  <a:pt x="312" y="82"/>
                  <a:pt x="312" y="82"/>
                </a:cubicBezTo>
                <a:cubicBezTo>
                  <a:pt x="312" y="82"/>
                  <a:pt x="312" y="82"/>
                  <a:pt x="312" y="82"/>
                </a:cubicBezTo>
                <a:cubicBezTo>
                  <a:pt x="313" y="87"/>
                  <a:pt x="313" y="87"/>
                  <a:pt x="313" y="87"/>
                </a:cubicBezTo>
                <a:cubicBezTo>
                  <a:pt x="309" y="86"/>
                  <a:pt x="309" y="86"/>
                  <a:pt x="309" y="86"/>
                </a:cubicBezTo>
                <a:cubicBezTo>
                  <a:pt x="309" y="86"/>
                  <a:pt x="308" y="86"/>
                  <a:pt x="308" y="86"/>
                </a:cubicBezTo>
                <a:cubicBezTo>
                  <a:pt x="308" y="87"/>
                  <a:pt x="308" y="87"/>
                  <a:pt x="308" y="88"/>
                </a:cubicBezTo>
                <a:cubicBezTo>
                  <a:pt x="308" y="91"/>
                  <a:pt x="308" y="91"/>
                  <a:pt x="308" y="91"/>
                </a:cubicBezTo>
                <a:cubicBezTo>
                  <a:pt x="272" y="91"/>
                  <a:pt x="272" y="91"/>
                  <a:pt x="272" y="91"/>
                </a:cubicBezTo>
                <a:cubicBezTo>
                  <a:pt x="271" y="91"/>
                  <a:pt x="270" y="91"/>
                  <a:pt x="269" y="91"/>
                </a:cubicBezTo>
                <a:cubicBezTo>
                  <a:pt x="268" y="91"/>
                  <a:pt x="268" y="91"/>
                  <a:pt x="267" y="91"/>
                </a:cubicBezTo>
                <a:cubicBezTo>
                  <a:pt x="266" y="91"/>
                  <a:pt x="266" y="91"/>
                  <a:pt x="266" y="91"/>
                </a:cubicBezTo>
                <a:cubicBezTo>
                  <a:pt x="266" y="91"/>
                  <a:pt x="265" y="95"/>
                  <a:pt x="265" y="95"/>
                </a:cubicBezTo>
                <a:cubicBezTo>
                  <a:pt x="262" y="96"/>
                  <a:pt x="262" y="96"/>
                  <a:pt x="262" y="96"/>
                </a:cubicBezTo>
                <a:cubicBezTo>
                  <a:pt x="262" y="96"/>
                  <a:pt x="261" y="96"/>
                  <a:pt x="260" y="96"/>
                </a:cubicBezTo>
                <a:cubicBezTo>
                  <a:pt x="259" y="95"/>
                  <a:pt x="258" y="95"/>
                  <a:pt x="257" y="95"/>
                </a:cubicBezTo>
                <a:cubicBezTo>
                  <a:pt x="256" y="95"/>
                  <a:pt x="256" y="95"/>
                  <a:pt x="256" y="95"/>
                </a:cubicBezTo>
                <a:cubicBezTo>
                  <a:pt x="256" y="96"/>
                  <a:pt x="256" y="100"/>
                  <a:pt x="256" y="100"/>
                </a:cubicBezTo>
                <a:cubicBezTo>
                  <a:pt x="253" y="100"/>
                  <a:pt x="253" y="100"/>
                  <a:pt x="253" y="100"/>
                </a:cubicBezTo>
                <a:cubicBezTo>
                  <a:pt x="252" y="100"/>
                  <a:pt x="251" y="101"/>
                  <a:pt x="251" y="101"/>
                </a:cubicBezTo>
                <a:cubicBezTo>
                  <a:pt x="251" y="101"/>
                  <a:pt x="251" y="101"/>
                  <a:pt x="251" y="101"/>
                </a:cubicBezTo>
                <a:cubicBezTo>
                  <a:pt x="251" y="102"/>
                  <a:pt x="252" y="103"/>
                  <a:pt x="253" y="103"/>
                </a:cubicBezTo>
                <a:cubicBezTo>
                  <a:pt x="254" y="103"/>
                  <a:pt x="255" y="103"/>
                  <a:pt x="256" y="103"/>
                </a:cubicBezTo>
                <a:cubicBezTo>
                  <a:pt x="257" y="103"/>
                  <a:pt x="258" y="103"/>
                  <a:pt x="259" y="103"/>
                </a:cubicBezTo>
                <a:cubicBezTo>
                  <a:pt x="259" y="102"/>
                  <a:pt x="259" y="102"/>
                  <a:pt x="259" y="102"/>
                </a:cubicBezTo>
                <a:cubicBezTo>
                  <a:pt x="259" y="100"/>
                  <a:pt x="261" y="99"/>
                  <a:pt x="263" y="99"/>
                </a:cubicBezTo>
                <a:cubicBezTo>
                  <a:pt x="275" y="99"/>
                  <a:pt x="275" y="99"/>
                  <a:pt x="275" y="99"/>
                </a:cubicBezTo>
                <a:cubicBezTo>
                  <a:pt x="275" y="102"/>
                  <a:pt x="275" y="102"/>
                  <a:pt x="275" y="102"/>
                </a:cubicBezTo>
                <a:cubicBezTo>
                  <a:pt x="275" y="106"/>
                  <a:pt x="273" y="108"/>
                  <a:pt x="271" y="110"/>
                </a:cubicBezTo>
                <a:cubicBezTo>
                  <a:pt x="271" y="110"/>
                  <a:pt x="270" y="111"/>
                  <a:pt x="270" y="111"/>
                </a:cubicBezTo>
                <a:cubicBezTo>
                  <a:pt x="269" y="113"/>
                  <a:pt x="268" y="115"/>
                  <a:pt x="266" y="115"/>
                </a:cubicBezTo>
                <a:cubicBezTo>
                  <a:pt x="265" y="115"/>
                  <a:pt x="265" y="115"/>
                  <a:pt x="265" y="115"/>
                </a:cubicBezTo>
                <a:cubicBezTo>
                  <a:pt x="259" y="115"/>
                  <a:pt x="259" y="115"/>
                  <a:pt x="259" y="115"/>
                </a:cubicBezTo>
                <a:cubicBezTo>
                  <a:pt x="258" y="115"/>
                  <a:pt x="258" y="115"/>
                  <a:pt x="257" y="114"/>
                </a:cubicBezTo>
                <a:cubicBezTo>
                  <a:pt x="257" y="114"/>
                  <a:pt x="257" y="114"/>
                  <a:pt x="256" y="114"/>
                </a:cubicBezTo>
                <a:cubicBezTo>
                  <a:pt x="256" y="114"/>
                  <a:pt x="256" y="114"/>
                  <a:pt x="256" y="114"/>
                </a:cubicBezTo>
                <a:cubicBezTo>
                  <a:pt x="256" y="115"/>
                  <a:pt x="256" y="115"/>
                  <a:pt x="256" y="116"/>
                </a:cubicBezTo>
                <a:cubicBezTo>
                  <a:pt x="256" y="117"/>
                  <a:pt x="255" y="119"/>
                  <a:pt x="251" y="119"/>
                </a:cubicBezTo>
                <a:cubicBezTo>
                  <a:pt x="250" y="119"/>
                  <a:pt x="249" y="119"/>
                  <a:pt x="249" y="119"/>
                </a:cubicBezTo>
                <a:cubicBezTo>
                  <a:pt x="248" y="119"/>
                  <a:pt x="247" y="119"/>
                  <a:pt x="247" y="119"/>
                </a:cubicBezTo>
                <a:cubicBezTo>
                  <a:pt x="247" y="119"/>
                  <a:pt x="247" y="119"/>
                  <a:pt x="247" y="119"/>
                </a:cubicBezTo>
                <a:cubicBezTo>
                  <a:pt x="247" y="120"/>
                  <a:pt x="246" y="124"/>
                  <a:pt x="246" y="124"/>
                </a:cubicBezTo>
                <a:cubicBezTo>
                  <a:pt x="243" y="124"/>
                  <a:pt x="243" y="124"/>
                  <a:pt x="243" y="124"/>
                </a:cubicBezTo>
                <a:cubicBezTo>
                  <a:pt x="243" y="124"/>
                  <a:pt x="242" y="124"/>
                  <a:pt x="241" y="124"/>
                </a:cubicBezTo>
                <a:cubicBezTo>
                  <a:pt x="240" y="124"/>
                  <a:pt x="239" y="124"/>
                  <a:pt x="238" y="124"/>
                </a:cubicBezTo>
                <a:cubicBezTo>
                  <a:pt x="238" y="124"/>
                  <a:pt x="237" y="124"/>
                  <a:pt x="237" y="124"/>
                </a:cubicBezTo>
                <a:cubicBezTo>
                  <a:pt x="237" y="124"/>
                  <a:pt x="237" y="129"/>
                  <a:pt x="237" y="129"/>
                </a:cubicBezTo>
                <a:cubicBezTo>
                  <a:pt x="233" y="129"/>
                  <a:pt x="233" y="129"/>
                  <a:pt x="233" y="129"/>
                </a:cubicBezTo>
                <a:cubicBezTo>
                  <a:pt x="233" y="129"/>
                  <a:pt x="233" y="129"/>
                  <a:pt x="233" y="129"/>
                </a:cubicBezTo>
                <a:cubicBezTo>
                  <a:pt x="233" y="129"/>
                  <a:pt x="233" y="129"/>
                  <a:pt x="233" y="129"/>
                </a:cubicBezTo>
                <a:cubicBezTo>
                  <a:pt x="233" y="129"/>
                  <a:pt x="232" y="129"/>
                  <a:pt x="232" y="131"/>
                </a:cubicBezTo>
                <a:cubicBezTo>
                  <a:pt x="232" y="133"/>
                  <a:pt x="232" y="133"/>
                  <a:pt x="232" y="133"/>
                </a:cubicBezTo>
                <a:cubicBezTo>
                  <a:pt x="229" y="133"/>
                  <a:pt x="229" y="133"/>
                  <a:pt x="229" y="133"/>
                </a:cubicBezTo>
                <a:cubicBezTo>
                  <a:pt x="229" y="133"/>
                  <a:pt x="229" y="133"/>
                  <a:pt x="228" y="135"/>
                </a:cubicBezTo>
                <a:cubicBezTo>
                  <a:pt x="228" y="136"/>
                  <a:pt x="228" y="137"/>
                  <a:pt x="228" y="138"/>
                </a:cubicBezTo>
                <a:cubicBezTo>
                  <a:pt x="228" y="140"/>
                  <a:pt x="228" y="143"/>
                  <a:pt x="226" y="145"/>
                </a:cubicBezTo>
                <a:cubicBezTo>
                  <a:pt x="226" y="146"/>
                  <a:pt x="225" y="147"/>
                  <a:pt x="224" y="147"/>
                </a:cubicBezTo>
                <a:cubicBezTo>
                  <a:pt x="224" y="148"/>
                  <a:pt x="224" y="148"/>
                  <a:pt x="224" y="148"/>
                </a:cubicBezTo>
                <a:cubicBezTo>
                  <a:pt x="223" y="149"/>
                  <a:pt x="223" y="149"/>
                  <a:pt x="223" y="149"/>
                </a:cubicBezTo>
                <a:cubicBezTo>
                  <a:pt x="223" y="150"/>
                  <a:pt x="222" y="152"/>
                  <a:pt x="219" y="152"/>
                </a:cubicBezTo>
                <a:cubicBezTo>
                  <a:pt x="212" y="152"/>
                  <a:pt x="212" y="152"/>
                  <a:pt x="212" y="152"/>
                </a:cubicBezTo>
                <a:cubicBezTo>
                  <a:pt x="211" y="152"/>
                  <a:pt x="211" y="152"/>
                  <a:pt x="210" y="152"/>
                </a:cubicBezTo>
                <a:cubicBezTo>
                  <a:pt x="210" y="152"/>
                  <a:pt x="209" y="152"/>
                  <a:pt x="209" y="152"/>
                </a:cubicBezTo>
                <a:cubicBezTo>
                  <a:pt x="209" y="152"/>
                  <a:pt x="209" y="152"/>
                  <a:pt x="209" y="152"/>
                </a:cubicBezTo>
                <a:cubicBezTo>
                  <a:pt x="209" y="152"/>
                  <a:pt x="209" y="153"/>
                  <a:pt x="209" y="154"/>
                </a:cubicBezTo>
                <a:cubicBezTo>
                  <a:pt x="209" y="155"/>
                  <a:pt x="208" y="157"/>
                  <a:pt x="204" y="157"/>
                </a:cubicBezTo>
                <a:cubicBezTo>
                  <a:pt x="203" y="157"/>
                  <a:pt x="202" y="157"/>
                  <a:pt x="202" y="157"/>
                </a:cubicBezTo>
                <a:cubicBezTo>
                  <a:pt x="202" y="157"/>
                  <a:pt x="202" y="157"/>
                  <a:pt x="202" y="157"/>
                </a:cubicBezTo>
                <a:cubicBezTo>
                  <a:pt x="196" y="160"/>
                  <a:pt x="191" y="164"/>
                  <a:pt x="188" y="170"/>
                </a:cubicBezTo>
                <a:cubicBezTo>
                  <a:pt x="187" y="171"/>
                  <a:pt x="186" y="172"/>
                  <a:pt x="185" y="174"/>
                </a:cubicBezTo>
                <a:cubicBezTo>
                  <a:pt x="185" y="180"/>
                  <a:pt x="185" y="180"/>
                  <a:pt x="185" y="180"/>
                </a:cubicBezTo>
                <a:cubicBezTo>
                  <a:pt x="185" y="180"/>
                  <a:pt x="185" y="180"/>
                  <a:pt x="185" y="180"/>
                </a:cubicBezTo>
                <a:cubicBezTo>
                  <a:pt x="186" y="184"/>
                  <a:pt x="184" y="185"/>
                  <a:pt x="182" y="185"/>
                </a:cubicBezTo>
                <a:cubicBezTo>
                  <a:pt x="181" y="186"/>
                  <a:pt x="181" y="186"/>
                  <a:pt x="180" y="186"/>
                </a:cubicBezTo>
                <a:cubicBezTo>
                  <a:pt x="180" y="186"/>
                  <a:pt x="179" y="187"/>
                  <a:pt x="178" y="188"/>
                </a:cubicBezTo>
                <a:cubicBezTo>
                  <a:pt x="177" y="189"/>
                  <a:pt x="177" y="190"/>
                  <a:pt x="176" y="192"/>
                </a:cubicBezTo>
                <a:cubicBezTo>
                  <a:pt x="176" y="192"/>
                  <a:pt x="176" y="192"/>
                  <a:pt x="176" y="192"/>
                </a:cubicBezTo>
                <a:cubicBezTo>
                  <a:pt x="175" y="194"/>
                  <a:pt x="173" y="195"/>
                  <a:pt x="171" y="195"/>
                </a:cubicBezTo>
                <a:cubicBezTo>
                  <a:pt x="169" y="195"/>
                  <a:pt x="169" y="195"/>
                  <a:pt x="169" y="195"/>
                </a:cubicBezTo>
                <a:cubicBezTo>
                  <a:pt x="166" y="196"/>
                  <a:pt x="164" y="197"/>
                  <a:pt x="162" y="199"/>
                </a:cubicBezTo>
                <a:cubicBezTo>
                  <a:pt x="160" y="201"/>
                  <a:pt x="158" y="203"/>
                  <a:pt x="157" y="206"/>
                </a:cubicBezTo>
                <a:cubicBezTo>
                  <a:pt x="156" y="208"/>
                  <a:pt x="154" y="209"/>
                  <a:pt x="151" y="209"/>
                </a:cubicBezTo>
                <a:cubicBezTo>
                  <a:pt x="150" y="209"/>
                  <a:pt x="150" y="209"/>
                  <a:pt x="149" y="209"/>
                </a:cubicBezTo>
                <a:cubicBezTo>
                  <a:pt x="149" y="209"/>
                  <a:pt x="148" y="209"/>
                  <a:pt x="148" y="209"/>
                </a:cubicBezTo>
                <a:cubicBezTo>
                  <a:pt x="143" y="209"/>
                  <a:pt x="143" y="209"/>
                  <a:pt x="143" y="209"/>
                </a:cubicBezTo>
                <a:cubicBezTo>
                  <a:pt x="143" y="209"/>
                  <a:pt x="143" y="209"/>
                  <a:pt x="143" y="209"/>
                </a:cubicBezTo>
                <a:cubicBezTo>
                  <a:pt x="143" y="210"/>
                  <a:pt x="143" y="210"/>
                  <a:pt x="143" y="211"/>
                </a:cubicBezTo>
                <a:cubicBezTo>
                  <a:pt x="144" y="212"/>
                  <a:pt x="144" y="212"/>
                  <a:pt x="145" y="212"/>
                </a:cubicBezTo>
                <a:cubicBezTo>
                  <a:pt x="148" y="213"/>
                  <a:pt x="148" y="217"/>
                  <a:pt x="148" y="219"/>
                </a:cubicBezTo>
                <a:cubicBezTo>
                  <a:pt x="147" y="219"/>
                  <a:pt x="147" y="220"/>
                  <a:pt x="147" y="220"/>
                </a:cubicBezTo>
                <a:cubicBezTo>
                  <a:pt x="147" y="223"/>
                  <a:pt x="147" y="223"/>
                  <a:pt x="147" y="223"/>
                </a:cubicBezTo>
                <a:cubicBezTo>
                  <a:pt x="144" y="223"/>
                  <a:pt x="144" y="223"/>
                  <a:pt x="144" y="223"/>
                </a:cubicBezTo>
                <a:cubicBezTo>
                  <a:pt x="143" y="223"/>
                  <a:pt x="143" y="223"/>
                  <a:pt x="142" y="223"/>
                </a:cubicBezTo>
                <a:cubicBezTo>
                  <a:pt x="141" y="223"/>
                  <a:pt x="140" y="223"/>
                  <a:pt x="139" y="224"/>
                </a:cubicBezTo>
                <a:cubicBezTo>
                  <a:pt x="139" y="224"/>
                  <a:pt x="138" y="224"/>
                  <a:pt x="138" y="225"/>
                </a:cubicBezTo>
                <a:cubicBezTo>
                  <a:pt x="138" y="226"/>
                  <a:pt x="136" y="228"/>
                  <a:pt x="133" y="228"/>
                </a:cubicBezTo>
                <a:cubicBezTo>
                  <a:pt x="132" y="228"/>
                  <a:pt x="132" y="228"/>
                  <a:pt x="131" y="228"/>
                </a:cubicBezTo>
                <a:cubicBezTo>
                  <a:pt x="131" y="228"/>
                  <a:pt x="130" y="228"/>
                  <a:pt x="130" y="228"/>
                </a:cubicBezTo>
                <a:cubicBezTo>
                  <a:pt x="130" y="228"/>
                  <a:pt x="130" y="228"/>
                  <a:pt x="130" y="228"/>
                </a:cubicBezTo>
                <a:cubicBezTo>
                  <a:pt x="130" y="228"/>
                  <a:pt x="130" y="228"/>
                  <a:pt x="130" y="228"/>
                </a:cubicBezTo>
                <a:cubicBezTo>
                  <a:pt x="129" y="228"/>
                  <a:pt x="129" y="228"/>
                  <a:pt x="129" y="228"/>
                </a:cubicBezTo>
                <a:cubicBezTo>
                  <a:pt x="128" y="228"/>
                  <a:pt x="128" y="231"/>
                  <a:pt x="128" y="236"/>
                </a:cubicBezTo>
                <a:cubicBezTo>
                  <a:pt x="129" y="237"/>
                  <a:pt x="129" y="238"/>
                  <a:pt x="129" y="239"/>
                </a:cubicBezTo>
                <a:cubicBezTo>
                  <a:pt x="129" y="243"/>
                  <a:pt x="129" y="243"/>
                  <a:pt x="129" y="243"/>
                </a:cubicBezTo>
                <a:cubicBezTo>
                  <a:pt x="125" y="242"/>
                  <a:pt x="125" y="242"/>
                  <a:pt x="125" y="242"/>
                </a:cubicBezTo>
                <a:cubicBezTo>
                  <a:pt x="125" y="242"/>
                  <a:pt x="124" y="242"/>
                  <a:pt x="124" y="242"/>
                </a:cubicBezTo>
                <a:cubicBezTo>
                  <a:pt x="124" y="242"/>
                  <a:pt x="124" y="246"/>
                  <a:pt x="124" y="247"/>
                </a:cubicBezTo>
                <a:cubicBezTo>
                  <a:pt x="124" y="247"/>
                  <a:pt x="124" y="248"/>
                  <a:pt x="124" y="248"/>
                </a:cubicBezTo>
                <a:cubicBezTo>
                  <a:pt x="124" y="252"/>
                  <a:pt x="124" y="252"/>
                  <a:pt x="124" y="252"/>
                </a:cubicBezTo>
                <a:cubicBezTo>
                  <a:pt x="120" y="251"/>
                  <a:pt x="120" y="251"/>
                  <a:pt x="120" y="251"/>
                </a:cubicBezTo>
                <a:cubicBezTo>
                  <a:pt x="120" y="251"/>
                  <a:pt x="120" y="251"/>
                  <a:pt x="120" y="251"/>
                </a:cubicBezTo>
                <a:cubicBezTo>
                  <a:pt x="119" y="252"/>
                  <a:pt x="119" y="255"/>
                  <a:pt x="119" y="257"/>
                </a:cubicBezTo>
                <a:cubicBezTo>
                  <a:pt x="119" y="262"/>
                  <a:pt x="119" y="269"/>
                  <a:pt x="112" y="270"/>
                </a:cubicBezTo>
                <a:cubicBezTo>
                  <a:pt x="107" y="271"/>
                  <a:pt x="107" y="271"/>
                  <a:pt x="107" y="271"/>
                </a:cubicBezTo>
                <a:cubicBezTo>
                  <a:pt x="108" y="266"/>
                  <a:pt x="108" y="266"/>
                  <a:pt x="108" y="266"/>
                </a:cubicBezTo>
                <a:cubicBezTo>
                  <a:pt x="108" y="266"/>
                  <a:pt x="108" y="266"/>
                  <a:pt x="108" y="266"/>
                </a:cubicBezTo>
                <a:cubicBezTo>
                  <a:pt x="108" y="266"/>
                  <a:pt x="108" y="266"/>
                  <a:pt x="108" y="266"/>
                </a:cubicBezTo>
                <a:cubicBezTo>
                  <a:pt x="107" y="266"/>
                  <a:pt x="107" y="266"/>
                  <a:pt x="107" y="266"/>
                </a:cubicBezTo>
                <a:cubicBezTo>
                  <a:pt x="105" y="265"/>
                  <a:pt x="104" y="264"/>
                  <a:pt x="104" y="261"/>
                </a:cubicBezTo>
                <a:cubicBezTo>
                  <a:pt x="104" y="255"/>
                  <a:pt x="104" y="255"/>
                  <a:pt x="104" y="255"/>
                </a:cubicBezTo>
                <a:cubicBezTo>
                  <a:pt x="106" y="255"/>
                  <a:pt x="106" y="255"/>
                  <a:pt x="106" y="255"/>
                </a:cubicBezTo>
                <a:cubicBezTo>
                  <a:pt x="107" y="254"/>
                  <a:pt x="107" y="253"/>
                  <a:pt x="108" y="253"/>
                </a:cubicBezTo>
                <a:cubicBezTo>
                  <a:pt x="109" y="250"/>
                  <a:pt x="110" y="246"/>
                  <a:pt x="109" y="242"/>
                </a:cubicBezTo>
                <a:cubicBezTo>
                  <a:pt x="108" y="237"/>
                  <a:pt x="106" y="234"/>
                  <a:pt x="104" y="233"/>
                </a:cubicBezTo>
                <a:cubicBezTo>
                  <a:pt x="104" y="232"/>
                  <a:pt x="103" y="232"/>
                  <a:pt x="102" y="232"/>
                </a:cubicBezTo>
                <a:cubicBezTo>
                  <a:pt x="102" y="232"/>
                  <a:pt x="101" y="232"/>
                  <a:pt x="100" y="232"/>
                </a:cubicBezTo>
                <a:cubicBezTo>
                  <a:pt x="100" y="232"/>
                  <a:pt x="99" y="232"/>
                  <a:pt x="98" y="232"/>
                </a:cubicBezTo>
                <a:cubicBezTo>
                  <a:pt x="96" y="232"/>
                  <a:pt x="92" y="235"/>
                  <a:pt x="91" y="235"/>
                </a:cubicBezTo>
                <a:cubicBezTo>
                  <a:pt x="90" y="236"/>
                  <a:pt x="90" y="236"/>
                  <a:pt x="89" y="237"/>
                </a:cubicBezTo>
                <a:cubicBezTo>
                  <a:pt x="86" y="239"/>
                  <a:pt x="83" y="241"/>
                  <a:pt x="79" y="241"/>
                </a:cubicBezTo>
                <a:cubicBezTo>
                  <a:pt x="79" y="241"/>
                  <a:pt x="78" y="241"/>
                  <a:pt x="78" y="240"/>
                </a:cubicBezTo>
                <a:cubicBezTo>
                  <a:pt x="75" y="240"/>
                  <a:pt x="73" y="239"/>
                  <a:pt x="72" y="239"/>
                </a:cubicBezTo>
                <a:cubicBezTo>
                  <a:pt x="71" y="238"/>
                  <a:pt x="70" y="238"/>
                  <a:pt x="70" y="238"/>
                </a:cubicBezTo>
                <a:cubicBezTo>
                  <a:pt x="69" y="237"/>
                  <a:pt x="68" y="237"/>
                  <a:pt x="68" y="237"/>
                </a:cubicBezTo>
                <a:cubicBezTo>
                  <a:pt x="67" y="237"/>
                  <a:pt x="67" y="238"/>
                  <a:pt x="67" y="239"/>
                </a:cubicBezTo>
                <a:cubicBezTo>
                  <a:pt x="67" y="240"/>
                  <a:pt x="67" y="240"/>
                  <a:pt x="67" y="241"/>
                </a:cubicBezTo>
                <a:cubicBezTo>
                  <a:pt x="66" y="246"/>
                  <a:pt x="62" y="248"/>
                  <a:pt x="59" y="251"/>
                </a:cubicBezTo>
                <a:cubicBezTo>
                  <a:pt x="57" y="252"/>
                  <a:pt x="56" y="253"/>
                  <a:pt x="55" y="254"/>
                </a:cubicBezTo>
                <a:cubicBezTo>
                  <a:pt x="54" y="255"/>
                  <a:pt x="54" y="256"/>
                  <a:pt x="53" y="257"/>
                </a:cubicBezTo>
                <a:cubicBezTo>
                  <a:pt x="53" y="260"/>
                  <a:pt x="51" y="261"/>
                  <a:pt x="50" y="261"/>
                </a:cubicBezTo>
                <a:cubicBezTo>
                  <a:pt x="49" y="261"/>
                  <a:pt x="49" y="261"/>
                  <a:pt x="49" y="261"/>
                </a:cubicBezTo>
                <a:cubicBezTo>
                  <a:pt x="48" y="261"/>
                  <a:pt x="48" y="261"/>
                  <a:pt x="48" y="261"/>
                </a:cubicBezTo>
                <a:cubicBezTo>
                  <a:pt x="48" y="261"/>
                  <a:pt x="48" y="264"/>
                  <a:pt x="48" y="265"/>
                </a:cubicBezTo>
                <a:cubicBezTo>
                  <a:pt x="48" y="266"/>
                  <a:pt x="48" y="267"/>
                  <a:pt x="48" y="267"/>
                </a:cubicBezTo>
                <a:cubicBezTo>
                  <a:pt x="48" y="271"/>
                  <a:pt x="48" y="271"/>
                  <a:pt x="48" y="271"/>
                </a:cubicBezTo>
                <a:cubicBezTo>
                  <a:pt x="45" y="270"/>
                  <a:pt x="45" y="270"/>
                  <a:pt x="45" y="270"/>
                </a:cubicBezTo>
                <a:cubicBezTo>
                  <a:pt x="44" y="270"/>
                  <a:pt x="44" y="270"/>
                  <a:pt x="44" y="270"/>
                </a:cubicBezTo>
                <a:cubicBezTo>
                  <a:pt x="44" y="271"/>
                  <a:pt x="44" y="274"/>
                  <a:pt x="44" y="275"/>
                </a:cubicBezTo>
                <a:cubicBezTo>
                  <a:pt x="44" y="276"/>
                  <a:pt x="44" y="276"/>
                  <a:pt x="44" y="276"/>
                </a:cubicBezTo>
                <a:cubicBezTo>
                  <a:pt x="44" y="280"/>
                  <a:pt x="44" y="280"/>
                  <a:pt x="44" y="280"/>
                </a:cubicBezTo>
                <a:cubicBezTo>
                  <a:pt x="40" y="280"/>
                  <a:pt x="40" y="280"/>
                  <a:pt x="40" y="280"/>
                </a:cubicBezTo>
                <a:cubicBezTo>
                  <a:pt x="40" y="279"/>
                  <a:pt x="40" y="279"/>
                  <a:pt x="39" y="279"/>
                </a:cubicBezTo>
                <a:cubicBezTo>
                  <a:pt x="39" y="280"/>
                  <a:pt x="39" y="283"/>
                  <a:pt x="39" y="288"/>
                </a:cubicBezTo>
                <a:cubicBezTo>
                  <a:pt x="39" y="289"/>
                  <a:pt x="39" y="290"/>
                  <a:pt x="39" y="291"/>
                </a:cubicBezTo>
                <a:cubicBezTo>
                  <a:pt x="39" y="294"/>
                  <a:pt x="39" y="294"/>
                  <a:pt x="39" y="294"/>
                </a:cubicBezTo>
                <a:cubicBezTo>
                  <a:pt x="35" y="294"/>
                  <a:pt x="35" y="294"/>
                  <a:pt x="35" y="294"/>
                </a:cubicBezTo>
                <a:cubicBezTo>
                  <a:pt x="35" y="294"/>
                  <a:pt x="35" y="294"/>
                  <a:pt x="35" y="294"/>
                </a:cubicBezTo>
                <a:cubicBezTo>
                  <a:pt x="34" y="294"/>
                  <a:pt x="34" y="297"/>
                  <a:pt x="34" y="299"/>
                </a:cubicBezTo>
                <a:cubicBezTo>
                  <a:pt x="34" y="299"/>
                  <a:pt x="34" y="300"/>
                  <a:pt x="34" y="300"/>
                </a:cubicBezTo>
                <a:cubicBezTo>
                  <a:pt x="34" y="304"/>
                  <a:pt x="34" y="304"/>
                  <a:pt x="34" y="304"/>
                </a:cubicBezTo>
                <a:cubicBezTo>
                  <a:pt x="30" y="303"/>
                  <a:pt x="30" y="303"/>
                  <a:pt x="30" y="303"/>
                </a:cubicBezTo>
                <a:cubicBezTo>
                  <a:pt x="30" y="303"/>
                  <a:pt x="30" y="303"/>
                  <a:pt x="30" y="303"/>
                </a:cubicBezTo>
                <a:cubicBezTo>
                  <a:pt x="30" y="303"/>
                  <a:pt x="30" y="303"/>
                  <a:pt x="30" y="303"/>
                </a:cubicBezTo>
                <a:cubicBezTo>
                  <a:pt x="30" y="303"/>
                  <a:pt x="30" y="303"/>
                  <a:pt x="30" y="305"/>
                </a:cubicBezTo>
                <a:cubicBezTo>
                  <a:pt x="29" y="309"/>
                  <a:pt x="29" y="309"/>
                  <a:pt x="29" y="309"/>
                </a:cubicBezTo>
                <a:cubicBezTo>
                  <a:pt x="26" y="308"/>
                  <a:pt x="26" y="308"/>
                  <a:pt x="26" y="308"/>
                </a:cubicBezTo>
                <a:cubicBezTo>
                  <a:pt x="26" y="308"/>
                  <a:pt x="25" y="308"/>
                  <a:pt x="25" y="308"/>
                </a:cubicBezTo>
                <a:cubicBezTo>
                  <a:pt x="25" y="308"/>
                  <a:pt x="25" y="308"/>
                  <a:pt x="25" y="308"/>
                </a:cubicBezTo>
                <a:cubicBezTo>
                  <a:pt x="25" y="308"/>
                  <a:pt x="25" y="308"/>
                  <a:pt x="25" y="311"/>
                </a:cubicBezTo>
                <a:cubicBezTo>
                  <a:pt x="25" y="311"/>
                  <a:pt x="25" y="312"/>
                  <a:pt x="25" y="313"/>
                </a:cubicBezTo>
                <a:cubicBezTo>
                  <a:pt x="25" y="314"/>
                  <a:pt x="25" y="315"/>
                  <a:pt x="25" y="316"/>
                </a:cubicBezTo>
                <a:cubicBezTo>
                  <a:pt x="25" y="316"/>
                  <a:pt x="25" y="316"/>
                  <a:pt x="25" y="316"/>
                </a:cubicBezTo>
                <a:cubicBezTo>
                  <a:pt x="25" y="316"/>
                  <a:pt x="25" y="316"/>
                  <a:pt x="26" y="316"/>
                </a:cubicBezTo>
                <a:cubicBezTo>
                  <a:pt x="28" y="316"/>
                  <a:pt x="30" y="317"/>
                  <a:pt x="30" y="320"/>
                </a:cubicBezTo>
                <a:cubicBezTo>
                  <a:pt x="30" y="324"/>
                  <a:pt x="30" y="324"/>
                  <a:pt x="30" y="324"/>
                </a:cubicBezTo>
                <a:cubicBezTo>
                  <a:pt x="30" y="324"/>
                  <a:pt x="30" y="325"/>
                  <a:pt x="30" y="325"/>
                </a:cubicBezTo>
                <a:cubicBezTo>
                  <a:pt x="29" y="326"/>
                  <a:pt x="29" y="327"/>
                  <a:pt x="30" y="328"/>
                </a:cubicBezTo>
                <a:cubicBezTo>
                  <a:pt x="32" y="327"/>
                  <a:pt x="35" y="325"/>
                  <a:pt x="37" y="323"/>
                </a:cubicBezTo>
                <a:cubicBezTo>
                  <a:pt x="37" y="322"/>
                  <a:pt x="38" y="321"/>
                  <a:pt x="39" y="321"/>
                </a:cubicBezTo>
                <a:cubicBezTo>
                  <a:pt x="39" y="320"/>
                  <a:pt x="39" y="320"/>
                  <a:pt x="39" y="320"/>
                </a:cubicBezTo>
                <a:cubicBezTo>
                  <a:pt x="41" y="319"/>
                  <a:pt x="42" y="317"/>
                  <a:pt x="44" y="316"/>
                </a:cubicBezTo>
                <a:cubicBezTo>
                  <a:pt x="45" y="316"/>
                  <a:pt x="45" y="316"/>
                  <a:pt x="45" y="316"/>
                </a:cubicBezTo>
                <a:cubicBezTo>
                  <a:pt x="46" y="316"/>
                  <a:pt x="46" y="316"/>
                  <a:pt x="46" y="316"/>
                </a:cubicBezTo>
                <a:cubicBezTo>
                  <a:pt x="46" y="316"/>
                  <a:pt x="46" y="316"/>
                  <a:pt x="47" y="316"/>
                </a:cubicBezTo>
                <a:cubicBezTo>
                  <a:pt x="46" y="316"/>
                  <a:pt x="46" y="316"/>
                  <a:pt x="46" y="316"/>
                </a:cubicBezTo>
                <a:cubicBezTo>
                  <a:pt x="47" y="316"/>
                  <a:pt x="47" y="315"/>
                  <a:pt x="47" y="314"/>
                </a:cubicBezTo>
                <a:cubicBezTo>
                  <a:pt x="47" y="310"/>
                  <a:pt x="47" y="310"/>
                  <a:pt x="47" y="310"/>
                </a:cubicBezTo>
                <a:cubicBezTo>
                  <a:pt x="51" y="311"/>
                  <a:pt x="51" y="311"/>
                  <a:pt x="51" y="311"/>
                </a:cubicBezTo>
                <a:cubicBezTo>
                  <a:pt x="51" y="311"/>
                  <a:pt x="51" y="311"/>
                  <a:pt x="51" y="311"/>
                </a:cubicBezTo>
                <a:cubicBezTo>
                  <a:pt x="51" y="311"/>
                  <a:pt x="51" y="311"/>
                  <a:pt x="51" y="311"/>
                </a:cubicBezTo>
                <a:cubicBezTo>
                  <a:pt x="51" y="311"/>
                  <a:pt x="51" y="311"/>
                  <a:pt x="52" y="310"/>
                </a:cubicBezTo>
                <a:cubicBezTo>
                  <a:pt x="52" y="306"/>
                  <a:pt x="54" y="303"/>
                  <a:pt x="58" y="302"/>
                </a:cubicBezTo>
                <a:cubicBezTo>
                  <a:pt x="60" y="302"/>
                  <a:pt x="62" y="301"/>
                  <a:pt x="64" y="301"/>
                </a:cubicBezTo>
                <a:cubicBezTo>
                  <a:pt x="65" y="301"/>
                  <a:pt x="67" y="302"/>
                  <a:pt x="68" y="302"/>
                </a:cubicBezTo>
                <a:cubicBezTo>
                  <a:pt x="72" y="302"/>
                  <a:pt x="72" y="302"/>
                  <a:pt x="72" y="302"/>
                </a:cubicBezTo>
                <a:cubicBezTo>
                  <a:pt x="72" y="305"/>
                  <a:pt x="72" y="305"/>
                  <a:pt x="72" y="305"/>
                </a:cubicBezTo>
                <a:cubicBezTo>
                  <a:pt x="72" y="306"/>
                  <a:pt x="72" y="307"/>
                  <a:pt x="72" y="308"/>
                </a:cubicBezTo>
                <a:cubicBezTo>
                  <a:pt x="72" y="310"/>
                  <a:pt x="72" y="313"/>
                  <a:pt x="72" y="316"/>
                </a:cubicBezTo>
                <a:cubicBezTo>
                  <a:pt x="71" y="325"/>
                  <a:pt x="66" y="327"/>
                  <a:pt x="62" y="327"/>
                </a:cubicBezTo>
                <a:cubicBezTo>
                  <a:pt x="61" y="327"/>
                  <a:pt x="61" y="327"/>
                  <a:pt x="60" y="327"/>
                </a:cubicBezTo>
                <a:cubicBezTo>
                  <a:pt x="59" y="327"/>
                  <a:pt x="59" y="327"/>
                  <a:pt x="58" y="327"/>
                </a:cubicBezTo>
                <a:cubicBezTo>
                  <a:pt x="58" y="327"/>
                  <a:pt x="58" y="327"/>
                  <a:pt x="58" y="327"/>
                </a:cubicBezTo>
                <a:cubicBezTo>
                  <a:pt x="58" y="327"/>
                  <a:pt x="58" y="327"/>
                  <a:pt x="58" y="327"/>
                </a:cubicBezTo>
                <a:cubicBezTo>
                  <a:pt x="58" y="330"/>
                  <a:pt x="58" y="332"/>
                  <a:pt x="58" y="335"/>
                </a:cubicBezTo>
                <a:cubicBezTo>
                  <a:pt x="58" y="336"/>
                  <a:pt x="58" y="337"/>
                  <a:pt x="58" y="338"/>
                </a:cubicBezTo>
                <a:cubicBezTo>
                  <a:pt x="58" y="342"/>
                  <a:pt x="58" y="342"/>
                  <a:pt x="58" y="342"/>
                </a:cubicBezTo>
                <a:cubicBezTo>
                  <a:pt x="54" y="341"/>
                  <a:pt x="54" y="341"/>
                  <a:pt x="54" y="341"/>
                </a:cubicBezTo>
                <a:cubicBezTo>
                  <a:pt x="54" y="341"/>
                  <a:pt x="54" y="341"/>
                  <a:pt x="54" y="341"/>
                </a:cubicBezTo>
                <a:cubicBezTo>
                  <a:pt x="53" y="341"/>
                  <a:pt x="53" y="345"/>
                  <a:pt x="53" y="346"/>
                </a:cubicBezTo>
                <a:cubicBezTo>
                  <a:pt x="53" y="346"/>
                  <a:pt x="53" y="347"/>
                  <a:pt x="53" y="347"/>
                </a:cubicBezTo>
                <a:cubicBezTo>
                  <a:pt x="53" y="348"/>
                  <a:pt x="54" y="349"/>
                  <a:pt x="58" y="349"/>
                </a:cubicBezTo>
                <a:cubicBezTo>
                  <a:pt x="58" y="349"/>
                  <a:pt x="59" y="349"/>
                  <a:pt x="59" y="349"/>
                </a:cubicBezTo>
                <a:cubicBezTo>
                  <a:pt x="60" y="349"/>
                  <a:pt x="62" y="349"/>
                  <a:pt x="63" y="349"/>
                </a:cubicBezTo>
                <a:cubicBezTo>
                  <a:pt x="63" y="349"/>
                  <a:pt x="63" y="349"/>
                  <a:pt x="63" y="349"/>
                </a:cubicBezTo>
                <a:cubicBezTo>
                  <a:pt x="64" y="349"/>
                  <a:pt x="64" y="349"/>
                  <a:pt x="64" y="349"/>
                </a:cubicBezTo>
                <a:cubicBezTo>
                  <a:pt x="65" y="349"/>
                  <a:pt x="66" y="349"/>
                  <a:pt x="67" y="349"/>
                </a:cubicBezTo>
                <a:cubicBezTo>
                  <a:pt x="71" y="349"/>
                  <a:pt x="72" y="351"/>
                  <a:pt x="72" y="352"/>
                </a:cubicBezTo>
                <a:cubicBezTo>
                  <a:pt x="72" y="354"/>
                  <a:pt x="72" y="356"/>
                  <a:pt x="72" y="358"/>
                </a:cubicBezTo>
                <a:cubicBezTo>
                  <a:pt x="72" y="360"/>
                  <a:pt x="72" y="362"/>
                  <a:pt x="72" y="364"/>
                </a:cubicBezTo>
                <a:cubicBezTo>
                  <a:pt x="73" y="367"/>
                  <a:pt x="74" y="368"/>
                  <a:pt x="74" y="368"/>
                </a:cubicBezTo>
                <a:cubicBezTo>
                  <a:pt x="76" y="368"/>
                  <a:pt x="76" y="368"/>
                  <a:pt x="76" y="368"/>
                </a:cubicBezTo>
                <a:cubicBezTo>
                  <a:pt x="77" y="370"/>
                  <a:pt x="77" y="370"/>
                  <a:pt x="77" y="370"/>
                </a:cubicBezTo>
                <a:cubicBezTo>
                  <a:pt x="77" y="372"/>
                  <a:pt x="78" y="376"/>
                  <a:pt x="76" y="380"/>
                </a:cubicBezTo>
                <a:cubicBezTo>
                  <a:pt x="74" y="383"/>
                  <a:pt x="70" y="384"/>
                  <a:pt x="67" y="385"/>
                </a:cubicBezTo>
                <a:cubicBezTo>
                  <a:pt x="65" y="385"/>
                  <a:pt x="64" y="386"/>
                  <a:pt x="63" y="386"/>
                </a:cubicBezTo>
                <a:cubicBezTo>
                  <a:pt x="63" y="386"/>
                  <a:pt x="63" y="386"/>
                  <a:pt x="63" y="386"/>
                </a:cubicBezTo>
                <a:cubicBezTo>
                  <a:pt x="63" y="388"/>
                  <a:pt x="63" y="389"/>
                  <a:pt x="63" y="390"/>
                </a:cubicBezTo>
                <a:cubicBezTo>
                  <a:pt x="63" y="391"/>
                  <a:pt x="64" y="393"/>
                  <a:pt x="65" y="394"/>
                </a:cubicBezTo>
                <a:cubicBezTo>
                  <a:pt x="65" y="394"/>
                  <a:pt x="65" y="395"/>
                  <a:pt x="65" y="395"/>
                </a:cubicBezTo>
                <a:cubicBezTo>
                  <a:pt x="66" y="396"/>
                  <a:pt x="67" y="398"/>
                  <a:pt x="67" y="400"/>
                </a:cubicBezTo>
                <a:cubicBezTo>
                  <a:pt x="67" y="400"/>
                  <a:pt x="68" y="401"/>
                  <a:pt x="68" y="401"/>
                </a:cubicBezTo>
                <a:cubicBezTo>
                  <a:pt x="69" y="401"/>
                  <a:pt x="72" y="401"/>
                  <a:pt x="72" y="405"/>
                </a:cubicBezTo>
                <a:cubicBezTo>
                  <a:pt x="72" y="405"/>
                  <a:pt x="72" y="405"/>
                  <a:pt x="72" y="406"/>
                </a:cubicBezTo>
                <a:cubicBezTo>
                  <a:pt x="72" y="406"/>
                  <a:pt x="72" y="406"/>
                  <a:pt x="72" y="406"/>
                </a:cubicBezTo>
                <a:cubicBezTo>
                  <a:pt x="73" y="406"/>
                  <a:pt x="73" y="406"/>
                  <a:pt x="73" y="406"/>
                </a:cubicBezTo>
                <a:cubicBezTo>
                  <a:pt x="74" y="406"/>
                  <a:pt x="75" y="406"/>
                  <a:pt x="76" y="407"/>
                </a:cubicBezTo>
                <a:cubicBezTo>
                  <a:pt x="77" y="406"/>
                  <a:pt x="79" y="405"/>
                  <a:pt x="83" y="403"/>
                </a:cubicBezTo>
                <a:cubicBezTo>
                  <a:pt x="83" y="403"/>
                  <a:pt x="84" y="403"/>
                  <a:pt x="84" y="403"/>
                </a:cubicBezTo>
                <a:cubicBezTo>
                  <a:pt x="85" y="402"/>
                  <a:pt x="87" y="402"/>
                  <a:pt x="88" y="402"/>
                </a:cubicBezTo>
                <a:cubicBezTo>
                  <a:pt x="90" y="402"/>
                  <a:pt x="93" y="402"/>
                  <a:pt x="95" y="406"/>
                </a:cubicBezTo>
                <a:cubicBezTo>
                  <a:pt x="95" y="407"/>
                  <a:pt x="95" y="407"/>
                  <a:pt x="96" y="408"/>
                </a:cubicBezTo>
                <a:cubicBezTo>
                  <a:pt x="96" y="409"/>
                  <a:pt x="96" y="409"/>
                  <a:pt x="97" y="410"/>
                </a:cubicBezTo>
                <a:cubicBezTo>
                  <a:pt x="97" y="410"/>
                  <a:pt x="97" y="410"/>
                  <a:pt x="97" y="410"/>
                </a:cubicBezTo>
                <a:cubicBezTo>
                  <a:pt x="98" y="411"/>
                  <a:pt x="99" y="412"/>
                  <a:pt x="99" y="413"/>
                </a:cubicBezTo>
                <a:cubicBezTo>
                  <a:pt x="100" y="414"/>
                  <a:pt x="100" y="414"/>
                  <a:pt x="100" y="415"/>
                </a:cubicBezTo>
                <a:cubicBezTo>
                  <a:pt x="101" y="415"/>
                  <a:pt x="101" y="415"/>
                  <a:pt x="101" y="415"/>
                </a:cubicBezTo>
                <a:cubicBezTo>
                  <a:pt x="101" y="415"/>
                  <a:pt x="102" y="415"/>
                  <a:pt x="103" y="415"/>
                </a:cubicBezTo>
                <a:cubicBezTo>
                  <a:pt x="103" y="415"/>
                  <a:pt x="104" y="415"/>
                  <a:pt x="105" y="415"/>
                </a:cubicBezTo>
                <a:cubicBezTo>
                  <a:pt x="105" y="415"/>
                  <a:pt x="106" y="415"/>
                  <a:pt x="106" y="415"/>
                </a:cubicBezTo>
                <a:cubicBezTo>
                  <a:pt x="108" y="414"/>
                  <a:pt x="110" y="413"/>
                  <a:pt x="111" y="412"/>
                </a:cubicBezTo>
                <a:cubicBezTo>
                  <a:pt x="111" y="412"/>
                  <a:pt x="108" y="411"/>
                  <a:pt x="108" y="411"/>
                </a:cubicBezTo>
                <a:cubicBezTo>
                  <a:pt x="108" y="408"/>
                  <a:pt x="108" y="408"/>
                  <a:pt x="108" y="408"/>
                </a:cubicBezTo>
                <a:cubicBezTo>
                  <a:pt x="108" y="408"/>
                  <a:pt x="108" y="408"/>
                  <a:pt x="108" y="407"/>
                </a:cubicBezTo>
                <a:cubicBezTo>
                  <a:pt x="108" y="406"/>
                  <a:pt x="107" y="406"/>
                  <a:pt x="106" y="405"/>
                </a:cubicBezTo>
                <a:cubicBezTo>
                  <a:pt x="105" y="404"/>
                  <a:pt x="104" y="402"/>
                  <a:pt x="104" y="400"/>
                </a:cubicBezTo>
                <a:cubicBezTo>
                  <a:pt x="103" y="396"/>
                  <a:pt x="103" y="396"/>
                  <a:pt x="103" y="396"/>
                </a:cubicBezTo>
                <a:cubicBezTo>
                  <a:pt x="107" y="396"/>
                  <a:pt x="107" y="396"/>
                  <a:pt x="107" y="396"/>
                </a:cubicBezTo>
                <a:cubicBezTo>
                  <a:pt x="108" y="396"/>
                  <a:pt x="108" y="396"/>
                  <a:pt x="108" y="396"/>
                </a:cubicBezTo>
                <a:cubicBezTo>
                  <a:pt x="109" y="396"/>
                  <a:pt x="111" y="396"/>
                  <a:pt x="112" y="396"/>
                </a:cubicBezTo>
                <a:cubicBezTo>
                  <a:pt x="115" y="396"/>
                  <a:pt x="117" y="396"/>
                  <a:pt x="118" y="395"/>
                </a:cubicBezTo>
                <a:cubicBezTo>
                  <a:pt x="118" y="391"/>
                  <a:pt x="121" y="391"/>
                  <a:pt x="122" y="391"/>
                </a:cubicBezTo>
                <a:cubicBezTo>
                  <a:pt x="124" y="391"/>
                  <a:pt x="124" y="391"/>
                  <a:pt x="124" y="391"/>
                </a:cubicBezTo>
                <a:cubicBezTo>
                  <a:pt x="125" y="391"/>
                  <a:pt x="126" y="391"/>
                  <a:pt x="127" y="391"/>
                </a:cubicBezTo>
                <a:cubicBezTo>
                  <a:pt x="127" y="391"/>
                  <a:pt x="127" y="391"/>
                  <a:pt x="127" y="391"/>
                </a:cubicBezTo>
                <a:cubicBezTo>
                  <a:pt x="127" y="391"/>
                  <a:pt x="127" y="391"/>
                  <a:pt x="127" y="390"/>
                </a:cubicBezTo>
                <a:cubicBezTo>
                  <a:pt x="126" y="387"/>
                  <a:pt x="126" y="387"/>
                  <a:pt x="126" y="387"/>
                </a:cubicBezTo>
                <a:cubicBezTo>
                  <a:pt x="130" y="387"/>
                  <a:pt x="130" y="387"/>
                  <a:pt x="130" y="387"/>
                </a:cubicBezTo>
                <a:cubicBezTo>
                  <a:pt x="134" y="387"/>
                  <a:pt x="139" y="387"/>
                  <a:pt x="141" y="390"/>
                </a:cubicBezTo>
                <a:cubicBezTo>
                  <a:pt x="141" y="390"/>
                  <a:pt x="141" y="390"/>
                  <a:pt x="141" y="390"/>
                </a:cubicBezTo>
                <a:cubicBezTo>
                  <a:pt x="141" y="388"/>
                  <a:pt x="143" y="386"/>
                  <a:pt x="145" y="386"/>
                </a:cubicBezTo>
                <a:cubicBezTo>
                  <a:pt x="145" y="386"/>
                  <a:pt x="145" y="386"/>
                  <a:pt x="145" y="386"/>
                </a:cubicBezTo>
                <a:cubicBezTo>
                  <a:pt x="146" y="386"/>
                  <a:pt x="147" y="386"/>
                  <a:pt x="147" y="386"/>
                </a:cubicBezTo>
                <a:cubicBezTo>
                  <a:pt x="148" y="386"/>
                  <a:pt x="149" y="386"/>
                  <a:pt x="151" y="387"/>
                </a:cubicBezTo>
                <a:cubicBezTo>
                  <a:pt x="153" y="387"/>
                  <a:pt x="156" y="388"/>
                  <a:pt x="158" y="389"/>
                </a:cubicBezTo>
                <a:cubicBezTo>
                  <a:pt x="160" y="390"/>
                  <a:pt x="162" y="391"/>
                  <a:pt x="164" y="392"/>
                </a:cubicBezTo>
                <a:cubicBezTo>
                  <a:pt x="166" y="394"/>
                  <a:pt x="168" y="395"/>
                  <a:pt x="170" y="396"/>
                </a:cubicBezTo>
                <a:cubicBezTo>
                  <a:pt x="173" y="397"/>
                  <a:pt x="175" y="397"/>
                  <a:pt x="178" y="397"/>
                </a:cubicBezTo>
                <a:cubicBezTo>
                  <a:pt x="180" y="397"/>
                  <a:pt x="183" y="397"/>
                  <a:pt x="186" y="396"/>
                </a:cubicBezTo>
                <a:cubicBezTo>
                  <a:pt x="191" y="395"/>
                  <a:pt x="191" y="395"/>
                  <a:pt x="191" y="395"/>
                </a:cubicBezTo>
                <a:cubicBezTo>
                  <a:pt x="190" y="400"/>
                  <a:pt x="190" y="400"/>
                  <a:pt x="190" y="400"/>
                </a:cubicBezTo>
                <a:cubicBezTo>
                  <a:pt x="189" y="401"/>
                  <a:pt x="193" y="404"/>
                  <a:pt x="195" y="405"/>
                </a:cubicBezTo>
                <a:cubicBezTo>
                  <a:pt x="196" y="406"/>
                  <a:pt x="196" y="406"/>
                  <a:pt x="197" y="406"/>
                </a:cubicBezTo>
                <a:cubicBezTo>
                  <a:pt x="197" y="406"/>
                  <a:pt x="197" y="406"/>
                  <a:pt x="197" y="406"/>
                </a:cubicBezTo>
                <a:cubicBezTo>
                  <a:pt x="197" y="406"/>
                  <a:pt x="198" y="405"/>
                  <a:pt x="198" y="405"/>
                </a:cubicBezTo>
                <a:cubicBezTo>
                  <a:pt x="198" y="404"/>
                  <a:pt x="198" y="404"/>
                  <a:pt x="198" y="404"/>
                </a:cubicBezTo>
                <a:cubicBezTo>
                  <a:pt x="198" y="402"/>
                  <a:pt x="199" y="401"/>
                  <a:pt x="202" y="401"/>
                </a:cubicBezTo>
                <a:cubicBezTo>
                  <a:pt x="209" y="401"/>
                  <a:pt x="209" y="401"/>
                  <a:pt x="209" y="401"/>
                </a:cubicBezTo>
                <a:cubicBezTo>
                  <a:pt x="209" y="404"/>
                  <a:pt x="209" y="404"/>
                  <a:pt x="209" y="404"/>
                </a:cubicBezTo>
                <a:cubicBezTo>
                  <a:pt x="209" y="405"/>
                  <a:pt x="209" y="405"/>
                  <a:pt x="209" y="405"/>
                </a:cubicBezTo>
                <a:cubicBezTo>
                  <a:pt x="209" y="405"/>
                  <a:pt x="209" y="405"/>
                  <a:pt x="209" y="405"/>
                </a:cubicBezTo>
                <a:cubicBezTo>
                  <a:pt x="209" y="405"/>
                  <a:pt x="209" y="405"/>
                  <a:pt x="211" y="405"/>
                </a:cubicBezTo>
                <a:cubicBezTo>
                  <a:pt x="217" y="406"/>
                  <a:pt x="217" y="406"/>
                  <a:pt x="217" y="406"/>
                </a:cubicBezTo>
                <a:cubicBezTo>
                  <a:pt x="213" y="411"/>
                  <a:pt x="213" y="411"/>
                  <a:pt x="213" y="411"/>
                </a:cubicBezTo>
                <a:cubicBezTo>
                  <a:pt x="211" y="412"/>
                  <a:pt x="210" y="413"/>
                  <a:pt x="209" y="414"/>
                </a:cubicBezTo>
                <a:cubicBezTo>
                  <a:pt x="211" y="414"/>
                  <a:pt x="213" y="414"/>
                  <a:pt x="214" y="414"/>
                </a:cubicBezTo>
                <a:cubicBezTo>
                  <a:pt x="217" y="414"/>
                  <a:pt x="217" y="414"/>
                  <a:pt x="217" y="414"/>
                </a:cubicBezTo>
                <a:cubicBezTo>
                  <a:pt x="219" y="414"/>
                  <a:pt x="221" y="414"/>
                  <a:pt x="224" y="415"/>
                </a:cubicBezTo>
                <a:cubicBezTo>
                  <a:pt x="225" y="415"/>
                  <a:pt x="229" y="416"/>
                  <a:pt x="231" y="419"/>
                </a:cubicBezTo>
                <a:cubicBezTo>
                  <a:pt x="232" y="421"/>
                  <a:pt x="232" y="422"/>
                  <a:pt x="232" y="423"/>
                </a:cubicBezTo>
                <a:cubicBezTo>
                  <a:pt x="232" y="424"/>
                  <a:pt x="232" y="424"/>
                  <a:pt x="232" y="424"/>
                </a:cubicBezTo>
                <a:cubicBezTo>
                  <a:pt x="232" y="424"/>
                  <a:pt x="233" y="424"/>
                  <a:pt x="234" y="424"/>
                </a:cubicBezTo>
                <a:cubicBezTo>
                  <a:pt x="236" y="425"/>
                  <a:pt x="237" y="427"/>
                  <a:pt x="238" y="429"/>
                </a:cubicBezTo>
                <a:cubicBezTo>
                  <a:pt x="238" y="430"/>
                  <a:pt x="238" y="430"/>
                  <a:pt x="238" y="431"/>
                </a:cubicBezTo>
                <a:cubicBezTo>
                  <a:pt x="239" y="432"/>
                  <a:pt x="240" y="432"/>
                  <a:pt x="241" y="433"/>
                </a:cubicBezTo>
                <a:cubicBezTo>
                  <a:pt x="243" y="434"/>
                  <a:pt x="245" y="434"/>
                  <a:pt x="248" y="434"/>
                </a:cubicBezTo>
                <a:cubicBezTo>
                  <a:pt x="249" y="434"/>
                  <a:pt x="250" y="434"/>
                  <a:pt x="252" y="434"/>
                </a:cubicBezTo>
                <a:cubicBezTo>
                  <a:pt x="256" y="433"/>
                  <a:pt x="256" y="433"/>
                  <a:pt x="256" y="433"/>
                </a:cubicBezTo>
                <a:cubicBezTo>
                  <a:pt x="256" y="437"/>
                  <a:pt x="256" y="437"/>
                  <a:pt x="256" y="437"/>
                </a:cubicBezTo>
                <a:cubicBezTo>
                  <a:pt x="256" y="437"/>
                  <a:pt x="256" y="438"/>
                  <a:pt x="264" y="438"/>
                </a:cubicBezTo>
                <a:cubicBezTo>
                  <a:pt x="266" y="438"/>
                  <a:pt x="266" y="438"/>
                  <a:pt x="266" y="438"/>
                </a:cubicBezTo>
                <a:cubicBezTo>
                  <a:pt x="268" y="438"/>
                  <a:pt x="270" y="441"/>
                  <a:pt x="272" y="443"/>
                </a:cubicBezTo>
                <a:cubicBezTo>
                  <a:pt x="273" y="443"/>
                  <a:pt x="273" y="444"/>
                  <a:pt x="274" y="445"/>
                </a:cubicBezTo>
                <a:cubicBezTo>
                  <a:pt x="275" y="446"/>
                  <a:pt x="276" y="446"/>
                  <a:pt x="278" y="447"/>
                </a:cubicBezTo>
                <a:cubicBezTo>
                  <a:pt x="278" y="448"/>
                  <a:pt x="279" y="448"/>
                  <a:pt x="280" y="449"/>
                </a:cubicBezTo>
                <a:cubicBezTo>
                  <a:pt x="282" y="450"/>
                  <a:pt x="285" y="452"/>
                  <a:pt x="287" y="455"/>
                </a:cubicBezTo>
                <a:cubicBezTo>
                  <a:pt x="288" y="456"/>
                  <a:pt x="288" y="458"/>
                  <a:pt x="289" y="459"/>
                </a:cubicBezTo>
                <a:cubicBezTo>
                  <a:pt x="289" y="460"/>
                  <a:pt x="289" y="460"/>
                  <a:pt x="289" y="460"/>
                </a:cubicBezTo>
                <a:cubicBezTo>
                  <a:pt x="289" y="460"/>
                  <a:pt x="289" y="460"/>
                  <a:pt x="289" y="460"/>
                </a:cubicBezTo>
                <a:cubicBezTo>
                  <a:pt x="289" y="461"/>
                  <a:pt x="289" y="461"/>
                  <a:pt x="289" y="462"/>
                </a:cubicBezTo>
                <a:cubicBezTo>
                  <a:pt x="289" y="462"/>
                  <a:pt x="289" y="462"/>
                  <a:pt x="289" y="463"/>
                </a:cubicBezTo>
                <a:cubicBezTo>
                  <a:pt x="291" y="464"/>
                  <a:pt x="294" y="466"/>
                  <a:pt x="296" y="469"/>
                </a:cubicBezTo>
                <a:cubicBezTo>
                  <a:pt x="296" y="470"/>
                  <a:pt x="297" y="471"/>
                  <a:pt x="297" y="472"/>
                </a:cubicBezTo>
                <a:cubicBezTo>
                  <a:pt x="297" y="472"/>
                  <a:pt x="297" y="472"/>
                  <a:pt x="297" y="472"/>
                </a:cubicBezTo>
                <a:cubicBezTo>
                  <a:pt x="298" y="472"/>
                  <a:pt x="298" y="472"/>
                  <a:pt x="299" y="471"/>
                </a:cubicBezTo>
                <a:cubicBezTo>
                  <a:pt x="299" y="471"/>
                  <a:pt x="300" y="471"/>
                  <a:pt x="300" y="471"/>
                </a:cubicBezTo>
                <a:cubicBezTo>
                  <a:pt x="301" y="471"/>
                  <a:pt x="301" y="471"/>
                  <a:pt x="301" y="471"/>
                </a:cubicBezTo>
                <a:cubicBezTo>
                  <a:pt x="302" y="472"/>
                  <a:pt x="302" y="472"/>
                  <a:pt x="302" y="472"/>
                </a:cubicBezTo>
                <a:cubicBezTo>
                  <a:pt x="302" y="472"/>
                  <a:pt x="303" y="473"/>
                  <a:pt x="304" y="473"/>
                </a:cubicBezTo>
                <a:cubicBezTo>
                  <a:pt x="307" y="475"/>
                  <a:pt x="311" y="477"/>
                  <a:pt x="314" y="481"/>
                </a:cubicBezTo>
                <a:cubicBezTo>
                  <a:pt x="316" y="483"/>
                  <a:pt x="317" y="486"/>
                  <a:pt x="317" y="489"/>
                </a:cubicBezTo>
                <a:cubicBezTo>
                  <a:pt x="317" y="490"/>
                  <a:pt x="317" y="491"/>
                  <a:pt x="317" y="492"/>
                </a:cubicBezTo>
                <a:cubicBezTo>
                  <a:pt x="318" y="494"/>
                  <a:pt x="317" y="495"/>
                  <a:pt x="317" y="495"/>
                </a:cubicBezTo>
                <a:cubicBezTo>
                  <a:pt x="316" y="496"/>
                  <a:pt x="315" y="497"/>
                  <a:pt x="314" y="497"/>
                </a:cubicBezTo>
                <a:cubicBezTo>
                  <a:pt x="313" y="497"/>
                  <a:pt x="313" y="497"/>
                  <a:pt x="312" y="497"/>
                </a:cubicBezTo>
                <a:cubicBezTo>
                  <a:pt x="303" y="497"/>
                  <a:pt x="303" y="497"/>
                  <a:pt x="303" y="497"/>
                </a:cubicBezTo>
                <a:cubicBezTo>
                  <a:pt x="302" y="497"/>
                  <a:pt x="302" y="497"/>
                  <a:pt x="302" y="498"/>
                </a:cubicBezTo>
                <a:cubicBezTo>
                  <a:pt x="301" y="501"/>
                  <a:pt x="297" y="501"/>
                  <a:pt x="296" y="501"/>
                </a:cubicBezTo>
                <a:cubicBezTo>
                  <a:pt x="295" y="501"/>
                  <a:pt x="295" y="501"/>
                  <a:pt x="295" y="501"/>
                </a:cubicBezTo>
                <a:cubicBezTo>
                  <a:pt x="295" y="501"/>
                  <a:pt x="294" y="501"/>
                  <a:pt x="294" y="501"/>
                </a:cubicBezTo>
                <a:cubicBezTo>
                  <a:pt x="293" y="502"/>
                  <a:pt x="293" y="502"/>
                  <a:pt x="293" y="502"/>
                </a:cubicBezTo>
                <a:cubicBezTo>
                  <a:pt x="293" y="502"/>
                  <a:pt x="293" y="502"/>
                  <a:pt x="294" y="503"/>
                </a:cubicBezTo>
                <a:cubicBezTo>
                  <a:pt x="294" y="503"/>
                  <a:pt x="295" y="504"/>
                  <a:pt x="295" y="504"/>
                </a:cubicBezTo>
                <a:cubicBezTo>
                  <a:pt x="296" y="505"/>
                  <a:pt x="298" y="505"/>
                  <a:pt x="299" y="505"/>
                </a:cubicBezTo>
                <a:cubicBezTo>
                  <a:pt x="300" y="505"/>
                  <a:pt x="302" y="505"/>
                  <a:pt x="303" y="505"/>
                </a:cubicBezTo>
                <a:cubicBezTo>
                  <a:pt x="304" y="505"/>
                  <a:pt x="304" y="505"/>
                  <a:pt x="304" y="505"/>
                </a:cubicBezTo>
                <a:cubicBezTo>
                  <a:pt x="306" y="504"/>
                  <a:pt x="307" y="504"/>
                  <a:pt x="309" y="504"/>
                </a:cubicBezTo>
                <a:cubicBezTo>
                  <a:pt x="315" y="504"/>
                  <a:pt x="315" y="504"/>
                  <a:pt x="315" y="504"/>
                </a:cubicBezTo>
                <a:cubicBezTo>
                  <a:pt x="331" y="504"/>
                  <a:pt x="331" y="504"/>
                  <a:pt x="331" y="504"/>
                </a:cubicBezTo>
                <a:cubicBezTo>
                  <a:pt x="331" y="504"/>
                  <a:pt x="331" y="504"/>
                  <a:pt x="331" y="504"/>
                </a:cubicBezTo>
                <a:cubicBezTo>
                  <a:pt x="331" y="504"/>
                  <a:pt x="332" y="504"/>
                  <a:pt x="332" y="504"/>
                </a:cubicBezTo>
                <a:cubicBezTo>
                  <a:pt x="334" y="504"/>
                  <a:pt x="336" y="506"/>
                  <a:pt x="336" y="508"/>
                </a:cubicBezTo>
                <a:cubicBezTo>
                  <a:pt x="336" y="508"/>
                  <a:pt x="336" y="509"/>
                  <a:pt x="336" y="509"/>
                </a:cubicBezTo>
                <a:cubicBezTo>
                  <a:pt x="337" y="509"/>
                  <a:pt x="337" y="509"/>
                  <a:pt x="337" y="509"/>
                </a:cubicBezTo>
                <a:cubicBezTo>
                  <a:pt x="337" y="509"/>
                  <a:pt x="337" y="509"/>
                  <a:pt x="337" y="509"/>
                </a:cubicBezTo>
                <a:cubicBezTo>
                  <a:pt x="340" y="509"/>
                  <a:pt x="340" y="511"/>
                  <a:pt x="341" y="512"/>
                </a:cubicBezTo>
                <a:cubicBezTo>
                  <a:pt x="341" y="512"/>
                  <a:pt x="341" y="512"/>
                  <a:pt x="341" y="513"/>
                </a:cubicBezTo>
                <a:cubicBezTo>
                  <a:pt x="341" y="513"/>
                  <a:pt x="342" y="513"/>
                  <a:pt x="343" y="513"/>
                </a:cubicBezTo>
                <a:cubicBezTo>
                  <a:pt x="344" y="514"/>
                  <a:pt x="346" y="514"/>
                  <a:pt x="348" y="514"/>
                </a:cubicBezTo>
                <a:cubicBezTo>
                  <a:pt x="349" y="514"/>
                  <a:pt x="350" y="514"/>
                  <a:pt x="351" y="514"/>
                </a:cubicBezTo>
                <a:cubicBezTo>
                  <a:pt x="354" y="514"/>
                  <a:pt x="355" y="517"/>
                  <a:pt x="355" y="519"/>
                </a:cubicBezTo>
                <a:cubicBezTo>
                  <a:pt x="356" y="519"/>
                  <a:pt x="356" y="519"/>
                  <a:pt x="357" y="519"/>
                </a:cubicBezTo>
                <a:cubicBezTo>
                  <a:pt x="361" y="519"/>
                  <a:pt x="361" y="519"/>
                  <a:pt x="361" y="519"/>
                </a:cubicBezTo>
                <a:cubicBezTo>
                  <a:pt x="362" y="519"/>
                  <a:pt x="362" y="519"/>
                  <a:pt x="363" y="518"/>
                </a:cubicBezTo>
                <a:cubicBezTo>
                  <a:pt x="365" y="518"/>
                  <a:pt x="368" y="518"/>
                  <a:pt x="370" y="518"/>
                </a:cubicBezTo>
                <a:cubicBezTo>
                  <a:pt x="374" y="518"/>
                  <a:pt x="378" y="518"/>
                  <a:pt x="379" y="521"/>
                </a:cubicBezTo>
                <a:cubicBezTo>
                  <a:pt x="379" y="522"/>
                  <a:pt x="380" y="523"/>
                  <a:pt x="382" y="523"/>
                </a:cubicBezTo>
                <a:cubicBezTo>
                  <a:pt x="383" y="523"/>
                  <a:pt x="384" y="523"/>
                  <a:pt x="386" y="523"/>
                </a:cubicBezTo>
                <a:cubicBezTo>
                  <a:pt x="387" y="523"/>
                  <a:pt x="390" y="523"/>
                  <a:pt x="390" y="523"/>
                </a:cubicBezTo>
                <a:cubicBezTo>
                  <a:pt x="391" y="523"/>
                  <a:pt x="391" y="523"/>
                  <a:pt x="391" y="523"/>
                </a:cubicBezTo>
                <a:cubicBezTo>
                  <a:pt x="392" y="523"/>
                  <a:pt x="393" y="523"/>
                  <a:pt x="394" y="523"/>
                </a:cubicBezTo>
                <a:cubicBezTo>
                  <a:pt x="395" y="523"/>
                  <a:pt x="396" y="523"/>
                  <a:pt x="397" y="523"/>
                </a:cubicBezTo>
                <a:cubicBezTo>
                  <a:pt x="397" y="523"/>
                  <a:pt x="397" y="523"/>
                  <a:pt x="397" y="523"/>
                </a:cubicBezTo>
                <a:cubicBezTo>
                  <a:pt x="398" y="523"/>
                  <a:pt x="398" y="523"/>
                  <a:pt x="398" y="523"/>
                </a:cubicBezTo>
                <a:cubicBezTo>
                  <a:pt x="400" y="523"/>
                  <a:pt x="402" y="524"/>
                  <a:pt x="402" y="526"/>
                </a:cubicBezTo>
                <a:cubicBezTo>
                  <a:pt x="402" y="527"/>
                  <a:pt x="403" y="528"/>
                  <a:pt x="403" y="528"/>
                </a:cubicBezTo>
                <a:cubicBezTo>
                  <a:pt x="404" y="530"/>
                  <a:pt x="407" y="531"/>
                  <a:pt x="409" y="533"/>
                </a:cubicBezTo>
                <a:cubicBezTo>
                  <a:pt x="412" y="533"/>
                  <a:pt x="412" y="533"/>
                  <a:pt x="412" y="533"/>
                </a:cubicBezTo>
                <a:cubicBezTo>
                  <a:pt x="413" y="533"/>
                  <a:pt x="415" y="533"/>
                  <a:pt x="416" y="536"/>
                </a:cubicBezTo>
                <a:cubicBezTo>
                  <a:pt x="416" y="536"/>
                  <a:pt x="416" y="536"/>
                  <a:pt x="417" y="536"/>
                </a:cubicBezTo>
                <a:cubicBezTo>
                  <a:pt x="417" y="537"/>
                  <a:pt x="418" y="538"/>
                  <a:pt x="418" y="539"/>
                </a:cubicBezTo>
                <a:cubicBezTo>
                  <a:pt x="420" y="541"/>
                  <a:pt x="423" y="542"/>
                  <a:pt x="429" y="542"/>
                </a:cubicBezTo>
                <a:cubicBezTo>
                  <a:pt x="430" y="542"/>
                  <a:pt x="432" y="542"/>
                  <a:pt x="433" y="542"/>
                </a:cubicBezTo>
                <a:cubicBezTo>
                  <a:pt x="434" y="542"/>
                  <a:pt x="436" y="542"/>
                  <a:pt x="437" y="542"/>
                </a:cubicBezTo>
                <a:cubicBezTo>
                  <a:pt x="441" y="542"/>
                  <a:pt x="441" y="542"/>
                  <a:pt x="441" y="542"/>
                </a:cubicBezTo>
                <a:cubicBezTo>
                  <a:pt x="440" y="546"/>
                  <a:pt x="440" y="546"/>
                  <a:pt x="440" y="546"/>
                </a:cubicBezTo>
                <a:cubicBezTo>
                  <a:pt x="440" y="546"/>
                  <a:pt x="440" y="546"/>
                  <a:pt x="440" y="547"/>
                </a:cubicBezTo>
                <a:cubicBezTo>
                  <a:pt x="440" y="547"/>
                  <a:pt x="440" y="547"/>
                  <a:pt x="440" y="547"/>
                </a:cubicBezTo>
                <a:cubicBezTo>
                  <a:pt x="440" y="547"/>
                  <a:pt x="440" y="547"/>
                  <a:pt x="442" y="547"/>
                </a:cubicBezTo>
                <a:cubicBezTo>
                  <a:pt x="445" y="547"/>
                  <a:pt x="445" y="547"/>
                  <a:pt x="445" y="547"/>
                </a:cubicBezTo>
                <a:cubicBezTo>
                  <a:pt x="445" y="568"/>
                  <a:pt x="445" y="568"/>
                  <a:pt x="445" y="568"/>
                </a:cubicBezTo>
                <a:cubicBezTo>
                  <a:pt x="441" y="567"/>
                  <a:pt x="441" y="567"/>
                  <a:pt x="441" y="567"/>
                </a:cubicBezTo>
                <a:cubicBezTo>
                  <a:pt x="441" y="567"/>
                  <a:pt x="440" y="567"/>
                  <a:pt x="440" y="567"/>
                </a:cubicBezTo>
                <a:cubicBezTo>
                  <a:pt x="440" y="567"/>
                  <a:pt x="440" y="567"/>
                  <a:pt x="440" y="567"/>
                </a:cubicBezTo>
                <a:cubicBezTo>
                  <a:pt x="440" y="567"/>
                  <a:pt x="440" y="567"/>
                  <a:pt x="440" y="568"/>
                </a:cubicBezTo>
                <a:cubicBezTo>
                  <a:pt x="439" y="572"/>
                  <a:pt x="439" y="574"/>
                  <a:pt x="440" y="575"/>
                </a:cubicBezTo>
                <a:cubicBezTo>
                  <a:pt x="440" y="575"/>
                  <a:pt x="441" y="575"/>
                  <a:pt x="442" y="575"/>
                </a:cubicBezTo>
                <a:cubicBezTo>
                  <a:pt x="444" y="575"/>
                  <a:pt x="444" y="575"/>
                  <a:pt x="444" y="575"/>
                </a:cubicBezTo>
                <a:cubicBezTo>
                  <a:pt x="445" y="578"/>
                  <a:pt x="445" y="578"/>
                  <a:pt x="445" y="578"/>
                </a:cubicBezTo>
                <a:cubicBezTo>
                  <a:pt x="445" y="579"/>
                  <a:pt x="445" y="579"/>
                  <a:pt x="445" y="579"/>
                </a:cubicBezTo>
                <a:cubicBezTo>
                  <a:pt x="445" y="581"/>
                  <a:pt x="445" y="585"/>
                  <a:pt x="442" y="586"/>
                </a:cubicBezTo>
                <a:cubicBezTo>
                  <a:pt x="441" y="587"/>
                  <a:pt x="440" y="587"/>
                  <a:pt x="439" y="588"/>
                </a:cubicBezTo>
                <a:cubicBezTo>
                  <a:pt x="435" y="591"/>
                  <a:pt x="431" y="594"/>
                  <a:pt x="428" y="599"/>
                </a:cubicBezTo>
                <a:cubicBezTo>
                  <a:pt x="427" y="600"/>
                  <a:pt x="426" y="601"/>
                  <a:pt x="426" y="602"/>
                </a:cubicBezTo>
                <a:cubicBezTo>
                  <a:pt x="424" y="605"/>
                  <a:pt x="423" y="605"/>
                  <a:pt x="422" y="605"/>
                </a:cubicBezTo>
                <a:cubicBezTo>
                  <a:pt x="422" y="605"/>
                  <a:pt x="421" y="605"/>
                  <a:pt x="421" y="605"/>
                </a:cubicBezTo>
                <a:cubicBezTo>
                  <a:pt x="421" y="605"/>
                  <a:pt x="421" y="605"/>
                  <a:pt x="421" y="605"/>
                </a:cubicBezTo>
                <a:cubicBezTo>
                  <a:pt x="421" y="605"/>
                  <a:pt x="421" y="605"/>
                  <a:pt x="421" y="605"/>
                </a:cubicBezTo>
                <a:cubicBezTo>
                  <a:pt x="421" y="605"/>
                  <a:pt x="421" y="606"/>
                  <a:pt x="421" y="606"/>
                </a:cubicBezTo>
                <a:cubicBezTo>
                  <a:pt x="422" y="610"/>
                  <a:pt x="422" y="610"/>
                  <a:pt x="422" y="610"/>
                </a:cubicBezTo>
                <a:cubicBezTo>
                  <a:pt x="418" y="610"/>
                  <a:pt x="418" y="610"/>
                  <a:pt x="418" y="610"/>
                </a:cubicBezTo>
                <a:cubicBezTo>
                  <a:pt x="418" y="610"/>
                  <a:pt x="417" y="610"/>
                  <a:pt x="417" y="612"/>
                </a:cubicBezTo>
                <a:cubicBezTo>
                  <a:pt x="417" y="612"/>
                  <a:pt x="417" y="613"/>
                  <a:pt x="417" y="613"/>
                </a:cubicBezTo>
                <a:cubicBezTo>
                  <a:pt x="417" y="614"/>
                  <a:pt x="417" y="615"/>
                  <a:pt x="416" y="616"/>
                </a:cubicBezTo>
                <a:cubicBezTo>
                  <a:pt x="416" y="617"/>
                  <a:pt x="415" y="619"/>
                  <a:pt x="411" y="619"/>
                </a:cubicBezTo>
                <a:cubicBezTo>
                  <a:pt x="410" y="619"/>
                  <a:pt x="410" y="619"/>
                  <a:pt x="409" y="619"/>
                </a:cubicBezTo>
                <a:cubicBezTo>
                  <a:pt x="409" y="619"/>
                  <a:pt x="409" y="619"/>
                  <a:pt x="408" y="619"/>
                </a:cubicBezTo>
                <a:cubicBezTo>
                  <a:pt x="402" y="619"/>
                  <a:pt x="402" y="619"/>
                  <a:pt x="402" y="619"/>
                </a:cubicBezTo>
                <a:cubicBezTo>
                  <a:pt x="402" y="620"/>
                  <a:pt x="402" y="620"/>
                  <a:pt x="402" y="620"/>
                </a:cubicBezTo>
                <a:cubicBezTo>
                  <a:pt x="402" y="620"/>
                  <a:pt x="402" y="621"/>
                  <a:pt x="402" y="622"/>
                </a:cubicBezTo>
                <a:cubicBezTo>
                  <a:pt x="402" y="623"/>
                  <a:pt x="402" y="626"/>
                  <a:pt x="402" y="627"/>
                </a:cubicBezTo>
                <a:cubicBezTo>
                  <a:pt x="402" y="627"/>
                  <a:pt x="403" y="627"/>
                  <a:pt x="404" y="627"/>
                </a:cubicBezTo>
                <a:cubicBezTo>
                  <a:pt x="407" y="627"/>
                  <a:pt x="407" y="627"/>
                  <a:pt x="407" y="627"/>
                </a:cubicBezTo>
                <a:cubicBezTo>
                  <a:pt x="407" y="630"/>
                  <a:pt x="407" y="630"/>
                  <a:pt x="407" y="630"/>
                </a:cubicBezTo>
                <a:cubicBezTo>
                  <a:pt x="407" y="649"/>
                  <a:pt x="407" y="649"/>
                  <a:pt x="407" y="649"/>
                </a:cubicBezTo>
                <a:cubicBezTo>
                  <a:pt x="407" y="652"/>
                  <a:pt x="407" y="654"/>
                  <a:pt x="407" y="657"/>
                </a:cubicBezTo>
                <a:cubicBezTo>
                  <a:pt x="407" y="662"/>
                  <a:pt x="406" y="668"/>
                  <a:pt x="407" y="673"/>
                </a:cubicBezTo>
                <a:cubicBezTo>
                  <a:pt x="407" y="676"/>
                  <a:pt x="406" y="680"/>
                  <a:pt x="399" y="680"/>
                </a:cubicBezTo>
                <a:cubicBezTo>
                  <a:pt x="398" y="681"/>
                  <a:pt x="396" y="681"/>
                  <a:pt x="395" y="683"/>
                </a:cubicBezTo>
                <a:cubicBezTo>
                  <a:pt x="393" y="685"/>
                  <a:pt x="392" y="687"/>
                  <a:pt x="391" y="690"/>
                </a:cubicBezTo>
                <a:cubicBezTo>
                  <a:pt x="391" y="692"/>
                  <a:pt x="390" y="694"/>
                  <a:pt x="389" y="696"/>
                </a:cubicBezTo>
                <a:cubicBezTo>
                  <a:pt x="388" y="698"/>
                  <a:pt x="387" y="699"/>
                  <a:pt x="384" y="699"/>
                </a:cubicBezTo>
                <a:cubicBezTo>
                  <a:pt x="382" y="699"/>
                  <a:pt x="382" y="699"/>
                  <a:pt x="382" y="699"/>
                </a:cubicBezTo>
                <a:cubicBezTo>
                  <a:pt x="382" y="699"/>
                  <a:pt x="381" y="699"/>
                  <a:pt x="380" y="700"/>
                </a:cubicBezTo>
                <a:cubicBezTo>
                  <a:pt x="380" y="700"/>
                  <a:pt x="379" y="700"/>
                  <a:pt x="378" y="701"/>
                </a:cubicBezTo>
                <a:cubicBezTo>
                  <a:pt x="377" y="702"/>
                  <a:pt x="376" y="702"/>
                  <a:pt x="375" y="703"/>
                </a:cubicBezTo>
                <a:cubicBezTo>
                  <a:pt x="374" y="704"/>
                  <a:pt x="372" y="704"/>
                  <a:pt x="371" y="704"/>
                </a:cubicBezTo>
                <a:cubicBezTo>
                  <a:pt x="370" y="704"/>
                  <a:pt x="370" y="704"/>
                  <a:pt x="369" y="704"/>
                </a:cubicBezTo>
                <a:cubicBezTo>
                  <a:pt x="369" y="705"/>
                  <a:pt x="369" y="707"/>
                  <a:pt x="369" y="708"/>
                </a:cubicBezTo>
                <a:cubicBezTo>
                  <a:pt x="369" y="709"/>
                  <a:pt x="369" y="710"/>
                  <a:pt x="369" y="710"/>
                </a:cubicBezTo>
                <a:cubicBezTo>
                  <a:pt x="369" y="714"/>
                  <a:pt x="369" y="714"/>
                  <a:pt x="369" y="714"/>
                </a:cubicBezTo>
                <a:cubicBezTo>
                  <a:pt x="365" y="713"/>
                  <a:pt x="365" y="713"/>
                  <a:pt x="365" y="713"/>
                </a:cubicBezTo>
                <a:cubicBezTo>
                  <a:pt x="365" y="713"/>
                  <a:pt x="365" y="713"/>
                  <a:pt x="365" y="713"/>
                </a:cubicBezTo>
                <a:cubicBezTo>
                  <a:pt x="365" y="713"/>
                  <a:pt x="365" y="713"/>
                  <a:pt x="365" y="713"/>
                </a:cubicBezTo>
                <a:cubicBezTo>
                  <a:pt x="365" y="713"/>
                  <a:pt x="365" y="713"/>
                  <a:pt x="365" y="714"/>
                </a:cubicBezTo>
                <a:cubicBezTo>
                  <a:pt x="365" y="714"/>
                  <a:pt x="365" y="714"/>
                  <a:pt x="365" y="714"/>
                </a:cubicBezTo>
                <a:cubicBezTo>
                  <a:pt x="364" y="717"/>
                  <a:pt x="363" y="718"/>
                  <a:pt x="360" y="718"/>
                </a:cubicBezTo>
                <a:cubicBezTo>
                  <a:pt x="355" y="718"/>
                  <a:pt x="355" y="718"/>
                  <a:pt x="355" y="718"/>
                </a:cubicBezTo>
                <a:cubicBezTo>
                  <a:pt x="354" y="718"/>
                  <a:pt x="352" y="718"/>
                  <a:pt x="350" y="718"/>
                </a:cubicBezTo>
                <a:cubicBezTo>
                  <a:pt x="349" y="718"/>
                  <a:pt x="347" y="718"/>
                  <a:pt x="345" y="718"/>
                </a:cubicBezTo>
                <a:cubicBezTo>
                  <a:pt x="342" y="718"/>
                  <a:pt x="340" y="718"/>
                  <a:pt x="338" y="719"/>
                </a:cubicBezTo>
                <a:cubicBezTo>
                  <a:pt x="334" y="719"/>
                  <a:pt x="333" y="722"/>
                  <a:pt x="332" y="724"/>
                </a:cubicBezTo>
                <a:cubicBezTo>
                  <a:pt x="331" y="725"/>
                  <a:pt x="331" y="725"/>
                  <a:pt x="331" y="725"/>
                </a:cubicBezTo>
                <a:cubicBezTo>
                  <a:pt x="331" y="727"/>
                  <a:pt x="330" y="729"/>
                  <a:pt x="328" y="731"/>
                </a:cubicBezTo>
                <a:cubicBezTo>
                  <a:pt x="327" y="732"/>
                  <a:pt x="327" y="733"/>
                  <a:pt x="327" y="734"/>
                </a:cubicBezTo>
                <a:cubicBezTo>
                  <a:pt x="327" y="738"/>
                  <a:pt x="327" y="738"/>
                  <a:pt x="327" y="738"/>
                </a:cubicBezTo>
                <a:cubicBezTo>
                  <a:pt x="323" y="737"/>
                  <a:pt x="323" y="737"/>
                  <a:pt x="323" y="737"/>
                </a:cubicBezTo>
                <a:cubicBezTo>
                  <a:pt x="323" y="737"/>
                  <a:pt x="322" y="737"/>
                  <a:pt x="322" y="737"/>
                </a:cubicBezTo>
                <a:cubicBezTo>
                  <a:pt x="322" y="737"/>
                  <a:pt x="322" y="737"/>
                  <a:pt x="322" y="739"/>
                </a:cubicBezTo>
                <a:cubicBezTo>
                  <a:pt x="322" y="766"/>
                  <a:pt x="322" y="766"/>
                  <a:pt x="322" y="766"/>
                </a:cubicBezTo>
                <a:cubicBezTo>
                  <a:pt x="322" y="770"/>
                  <a:pt x="322" y="773"/>
                  <a:pt x="320" y="776"/>
                </a:cubicBezTo>
                <a:cubicBezTo>
                  <a:pt x="318" y="782"/>
                  <a:pt x="313" y="785"/>
                  <a:pt x="309" y="787"/>
                </a:cubicBezTo>
                <a:cubicBezTo>
                  <a:pt x="307" y="788"/>
                  <a:pt x="307" y="788"/>
                  <a:pt x="307" y="788"/>
                </a:cubicBezTo>
                <a:cubicBezTo>
                  <a:pt x="306" y="789"/>
                  <a:pt x="305" y="789"/>
                  <a:pt x="304" y="789"/>
                </a:cubicBezTo>
                <a:cubicBezTo>
                  <a:pt x="304" y="789"/>
                  <a:pt x="303" y="789"/>
                  <a:pt x="303" y="789"/>
                </a:cubicBezTo>
                <a:cubicBezTo>
                  <a:pt x="303" y="789"/>
                  <a:pt x="303" y="789"/>
                  <a:pt x="303" y="789"/>
                </a:cubicBezTo>
                <a:cubicBezTo>
                  <a:pt x="303" y="791"/>
                  <a:pt x="303" y="794"/>
                  <a:pt x="303" y="797"/>
                </a:cubicBezTo>
                <a:cubicBezTo>
                  <a:pt x="303" y="798"/>
                  <a:pt x="303" y="799"/>
                  <a:pt x="303" y="800"/>
                </a:cubicBezTo>
                <a:cubicBezTo>
                  <a:pt x="303" y="804"/>
                  <a:pt x="303" y="804"/>
                  <a:pt x="303" y="804"/>
                </a:cubicBezTo>
                <a:cubicBezTo>
                  <a:pt x="299" y="803"/>
                  <a:pt x="299" y="803"/>
                  <a:pt x="299" y="803"/>
                </a:cubicBezTo>
                <a:cubicBezTo>
                  <a:pt x="299" y="803"/>
                  <a:pt x="299" y="803"/>
                  <a:pt x="299" y="803"/>
                </a:cubicBezTo>
                <a:cubicBezTo>
                  <a:pt x="299" y="803"/>
                  <a:pt x="299" y="803"/>
                  <a:pt x="299" y="803"/>
                </a:cubicBezTo>
                <a:cubicBezTo>
                  <a:pt x="299" y="803"/>
                  <a:pt x="298" y="803"/>
                  <a:pt x="298" y="805"/>
                </a:cubicBezTo>
                <a:cubicBezTo>
                  <a:pt x="298" y="808"/>
                  <a:pt x="298" y="808"/>
                  <a:pt x="298" y="808"/>
                </a:cubicBezTo>
                <a:cubicBezTo>
                  <a:pt x="279" y="808"/>
                  <a:pt x="279" y="808"/>
                  <a:pt x="279" y="808"/>
                </a:cubicBezTo>
                <a:cubicBezTo>
                  <a:pt x="280" y="809"/>
                  <a:pt x="280" y="809"/>
                  <a:pt x="280" y="810"/>
                </a:cubicBezTo>
                <a:cubicBezTo>
                  <a:pt x="280" y="810"/>
                  <a:pt x="281" y="811"/>
                  <a:pt x="284" y="811"/>
                </a:cubicBezTo>
                <a:cubicBezTo>
                  <a:pt x="284" y="811"/>
                  <a:pt x="285" y="811"/>
                  <a:pt x="285" y="811"/>
                </a:cubicBezTo>
                <a:cubicBezTo>
                  <a:pt x="289" y="810"/>
                  <a:pt x="289" y="810"/>
                  <a:pt x="289" y="810"/>
                </a:cubicBezTo>
                <a:cubicBezTo>
                  <a:pt x="289" y="814"/>
                  <a:pt x="289" y="814"/>
                  <a:pt x="289" y="814"/>
                </a:cubicBezTo>
                <a:cubicBezTo>
                  <a:pt x="289" y="815"/>
                  <a:pt x="290" y="817"/>
                  <a:pt x="291" y="819"/>
                </a:cubicBezTo>
                <a:cubicBezTo>
                  <a:pt x="293" y="822"/>
                  <a:pt x="295" y="826"/>
                  <a:pt x="293" y="831"/>
                </a:cubicBezTo>
                <a:cubicBezTo>
                  <a:pt x="291" y="834"/>
                  <a:pt x="288" y="836"/>
                  <a:pt x="283" y="836"/>
                </a:cubicBezTo>
                <a:cubicBezTo>
                  <a:pt x="283" y="836"/>
                  <a:pt x="282" y="836"/>
                  <a:pt x="282" y="836"/>
                </a:cubicBezTo>
                <a:cubicBezTo>
                  <a:pt x="281" y="836"/>
                  <a:pt x="281" y="836"/>
                  <a:pt x="281" y="836"/>
                </a:cubicBezTo>
                <a:cubicBezTo>
                  <a:pt x="280" y="836"/>
                  <a:pt x="280" y="836"/>
                  <a:pt x="280" y="836"/>
                </a:cubicBezTo>
                <a:cubicBezTo>
                  <a:pt x="280" y="836"/>
                  <a:pt x="280" y="837"/>
                  <a:pt x="279" y="838"/>
                </a:cubicBezTo>
                <a:cubicBezTo>
                  <a:pt x="279" y="842"/>
                  <a:pt x="279" y="842"/>
                  <a:pt x="279" y="842"/>
                </a:cubicBezTo>
                <a:cubicBezTo>
                  <a:pt x="275" y="841"/>
                  <a:pt x="275" y="841"/>
                  <a:pt x="275" y="841"/>
                </a:cubicBezTo>
                <a:cubicBezTo>
                  <a:pt x="274" y="840"/>
                  <a:pt x="271" y="839"/>
                  <a:pt x="270" y="839"/>
                </a:cubicBezTo>
                <a:cubicBezTo>
                  <a:pt x="268" y="839"/>
                  <a:pt x="268" y="839"/>
                  <a:pt x="268" y="840"/>
                </a:cubicBezTo>
                <a:cubicBezTo>
                  <a:pt x="267" y="840"/>
                  <a:pt x="266" y="842"/>
                  <a:pt x="266" y="844"/>
                </a:cubicBezTo>
                <a:cubicBezTo>
                  <a:pt x="266" y="845"/>
                  <a:pt x="266" y="845"/>
                  <a:pt x="266" y="845"/>
                </a:cubicBezTo>
                <a:cubicBezTo>
                  <a:pt x="265" y="848"/>
                  <a:pt x="264" y="853"/>
                  <a:pt x="259" y="854"/>
                </a:cubicBezTo>
                <a:cubicBezTo>
                  <a:pt x="259" y="855"/>
                  <a:pt x="258" y="855"/>
                  <a:pt x="257" y="855"/>
                </a:cubicBezTo>
                <a:cubicBezTo>
                  <a:pt x="257" y="855"/>
                  <a:pt x="256" y="855"/>
                  <a:pt x="256" y="855"/>
                </a:cubicBezTo>
                <a:cubicBezTo>
                  <a:pt x="256" y="855"/>
                  <a:pt x="256" y="856"/>
                  <a:pt x="256" y="856"/>
                </a:cubicBezTo>
                <a:cubicBezTo>
                  <a:pt x="256" y="857"/>
                  <a:pt x="257" y="857"/>
                  <a:pt x="257" y="858"/>
                </a:cubicBezTo>
                <a:cubicBezTo>
                  <a:pt x="258" y="858"/>
                  <a:pt x="258" y="858"/>
                  <a:pt x="258" y="858"/>
                </a:cubicBezTo>
                <a:cubicBezTo>
                  <a:pt x="261" y="859"/>
                  <a:pt x="261" y="859"/>
                  <a:pt x="261" y="859"/>
                </a:cubicBezTo>
                <a:cubicBezTo>
                  <a:pt x="261" y="861"/>
                  <a:pt x="261" y="861"/>
                  <a:pt x="261" y="861"/>
                </a:cubicBezTo>
                <a:cubicBezTo>
                  <a:pt x="261" y="862"/>
                  <a:pt x="261" y="862"/>
                  <a:pt x="261" y="863"/>
                </a:cubicBezTo>
                <a:cubicBezTo>
                  <a:pt x="261" y="863"/>
                  <a:pt x="262" y="864"/>
                  <a:pt x="262" y="865"/>
                </a:cubicBezTo>
                <a:cubicBezTo>
                  <a:pt x="264" y="867"/>
                  <a:pt x="265" y="869"/>
                  <a:pt x="265" y="872"/>
                </a:cubicBezTo>
                <a:cubicBezTo>
                  <a:pt x="265" y="873"/>
                  <a:pt x="265" y="874"/>
                  <a:pt x="265" y="876"/>
                </a:cubicBezTo>
                <a:cubicBezTo>
                  <a:pt x="265" y="879"/>
                  <a:pt x="265" y="883"/>
                  <a:pt x="265" y="886"/>
                </a:cubicBezTo>
                <a:cubicBezTo>
                  <a:pt x="266" y="886"/>
                  <a:pt x="266" y="886"/>
                  <a:pt x="267" y="886"/>
                </a:cubicBezTo>
                <a:cubicBezTo>
                  <a:pt x="268" y="887"/>
                  <a:pt x="269" y="887"/>
                  <a:pt x="269" y="888"/>
                </a:cubicBezTo>
                <a:cubicBezTo>
                  <a:pt x="270" y="889"/>
                  <a:pt x="270" y="891"/>
                  <a:pt x="270" y="891"/>
                </a:cubicBezTo>
                <a:cubicBezTo>
                  <a:pt x="270" y="892"/>
                  <a:pt x="270" y="892"/>
                  <a:pt x="270" y="892"/>
                </a:cubicBezTo>
                <a:cubicBezTo>
                  <a:pt x="270" y="899"/>
                  <a:pt x="270" y="899"/>
                  <a:pt x="270" y="899"/>
                </a:cubicBezTo>
                <a:cubicBezTo>
                  <a:pt x="270" y="900"/>
                  <a:pt x="270" y="900"/>
                  <a:pt x="270" y="900"/>
                </a:cubicBezTo>
                <a:cubicBezTo>
                  <a:pt x="270" y="900"/>
                  <a:pt x="270" y="900"/>
                  <a:pt x="270" y="900"/>
                </a:cubicBezTo>
                <a:cubicBezTo>
                  <a:pt x="270" y="901"/>
                  <a:pt x="271" y="901"/>
                  <a:pt x="272" y="901"/>
                </a:cubicBezTo>
                <a:cubicBezTo>
                  <a:pt x="273" y="901"/>
                  <a:pt x="276" y="902"/>
                  <a:pt x="278" y="904"/>
                </a:cubicBezTo>
                <a:cubicBezTo>
                  <a:pt x="279" y="906"/>
                  <a:pt x="280" y="908"/>
                  <a:pt x="280" y="910"/>
                </a:cubicBezTo>
                <a:cubicBezTo>
                  <a:pt x="280" y="911"/>
                  <a:pt x="280" y="912"/>
                  <a:pt x="279" y="914"/>
                </a:cubicBezTo>
                <a:cubicBezTo>
                  <a:pt x="279" y="916"/>
                  <a:pt x="279" y="916"/>
                  <a:pt x="279" y="916"/>
                </a:cubicBezTo>
                <a:cubicBezTo>
                  <a:pt x="276" y="916"/>
                  <a:pt x="276" y="916"/>
                  <a:pt x="276" y="916"/>
                </a:cubicBezTo>
                <a:cubicBezTo>
                  <a:pt x="276" y="916"/>
                  <a:pt x="275" y="916"/>
                  <a:pt x="275" y="916"/>
                </a:cubicBezTo>
                <a:cubicBezTo>
                  <a:pt x="275" y="916"/>
                  <a:pt x="274" y="916"/>
                  <a:pt x="274" y="916"/>
                </a:cubicBezTo>
                <a:cubicBezTo>
                  <a:pt x="274" y="917"/>
                  <a:pt x="274" y="917"/>
                  <a:pt x="274" y="917"/>
                </a:cubicBezTo>
                <a:cubicBezTo>
                  <a:pt x="275" y="917"/>
                  <a:pt x="275" y="918"/>
                  <a:pt x="276" y="919"/>
                </a:cubicBezTo>
                <a:cubicBezTo>
                  <a:pt x="277" y="921"/>
                  <a:pt x="278" y="922"/>
                  <a:pt x="279" y="924"/>
                </a:cubicBezTo>
                <a:cubicBezTo>
                  <a:pt x="280" y="926"/>
                  <a:pt x="279" y="927"/>
                  <a:pt x="279" y="928"/>
                </a:cubicBezTo>
                <a:cubicBezTo>
                  <a:pt x="277" y="930"/>
                  <a:pt x="274" y="931"/>
                  <a:pt x="272" y="931"/>
                </a:cubicBez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3" name="Freeform 13">
            <a:extLst>
              <a:ext uri="{FF2B5EF4-FFF2-40B4-BE49-F238E27FC236}">
                <a16:creationId xmlns:a16="http://schemas.microsoft.com/office/drawing/2014/main" id="{C5A8F545-C926-4141-A8F1-5036DE7E463D}"/>
              </a:ext>
            </a:extLst>
          </p:cNvPr>
          <p:cNvSpPr>
            <a:spLocks noGrp="1"/>
          </p:cNvSpPr>
          <p:nvPr/>
        </p:nvSpPr>
        <p:spPr>
          <a:xfrm>
            <a:off x="7318378" y="4158815"/>
            <a:ext cx="123597" cy="216294"/>
          </a:xfrm>
          <a:custGeom>
            <a:avLst/>
            <a:gdLst/>
            <a:ahLst/>
            <a:cxnLst/>
            <a:rect l="0" t="0" r="r" b="b"/>
            <a:pathLst>
              <a:path w="42" h="74">
                <a:moveTo>
                  <a:pt x="8" y="74"/>
                </a:moveTo>
                <a:cubicBezTo>
                  <a:pt x="6" y="74"/>
                  <a:pt x="5" y="74"/>
                  <a:pt x="4" y="74"/>
                </a:cubicBezTo>
                <a:cubicBezTo>
                  <a:pt x="1" y="73"/>
                  <a:pt x="1" y="73"/>
                  <a:pt x="1" y="73"/>
                </a:cubicBezTo>
                <a:cubicBezTo>
                  <a:pt x="2" y="70"/>
                  <a:pt x="2" y="70"/>
                  <a:pt x="2" y="70"/>
                </a:cubicBezTo>
                <a:cubicBezTo>
                  <a:pt x="2" y="69"/>
                  <a:pt x="2" y="65"/>
                  <a:pt x="1" y="63"/>
                </a:cubicBezTo>
                <a:cubicBezTo>
                  <a:pt x="1" y="57"/>
                  <a:pt x="0" y="50"/>
                  <a:pt x="3" y="47"/>
                </a:cubicBezTo>
                <a:cubicBezTo>
                  <a:pt x="4" y="46"/>
                  <a:pt x="5" y="45"/>
                  <a:pt x="6" y="45"/>
                </a:cubicBezTo>
                <a:cubicBezTo>
                  <a:pt x="6" y="45"/>
                  <a:pt x="6" y="44"/>
                  <a:pt x="6" y="44"/>
                </a:cubicBezTo>
                <a:cubicBezTo>
                  <a:pt x="6" y="40"/>
                  <a:pt x="5" y="35"/>
                  <a:pt x="9" y="32"/>
                </a:cubicBezTo>
                <a:cubicBezTo>
                  <a:pt x="10" y="31"/>
                  <a:pt x="11" y="31"/>
                  <a:pt x="11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28"/>
                  <a:pt x="10" y="24"/>
                  <a:pt x="13" y="22"/>
                </a:cubicBezTo>
                <a:cubicBezTo>
                  <a:pt x="14" y="22"/>
                  <a:pt x="15" y="21"/>
                  <a:pt x="16" y="21"/>
                </a:cubicBezTo>
                <a:cubicBezTo>
                  <a:pt x="16" y="21"/>
                  <a:pt x="16" y="20"/>
                  <a:pt x="16" y="20"/>
                </a:cubicBezTo>
                <a:cubicBezTo>
                  <a:pt x="16" y="17"/>
                  <a:pt x="17" y="14"/>
                  <a:pt x="19" y="12"/>
                </a:cubicBezTo>
                <a:cubicBezTo>
                  <a:pt x="21" y="10"/>
                  <a:pt x="23" y="8"/>
                  <a:pt x="24" y="7"/>
                </a:cubicBezTo>
                <a:cubicBezTo>
                  <a:pt x="28" y="4"/>
                  <a:pt x="30" y="3"/>
                  <a:pt x="30" y="0"/>
                </a:cubicBezTo>
                <a:cubicBezTo>
                  <a:pt x="36" y="1"/>
                  <a:pt x="36" y="1"/>
                  <a:pt x="36" y="1"/>
                </a:cubicBezTo>
                <a:cubicBezTo>
                  <a:pt x="36" y="1"/>
                  <a:pt x="36" y="2"/>
                  <a:pt x="36" y="3"/>
                </a:cubicBezTo>
                <a:cubicBezTo>
                  <a:pt x="39" y="1"/>
                  <a:pt x="39" y="1"/>
                  <a:pt x="39" y="1"/>
                </a:cubicBezTo>
                <a:cubicBezTo>
                  <a:pt x="40" y="5"/>
                  <a:pt x="40" y="5"/>
                  <a:pt x="40" y="5"/>
                </a:cubicBezTo>
                <a:cubicBezTo>
                  <a:pt x="42" y="14"/>
                  <a:pt x="36" y="25"/>
                  <a:pt x="29" y="29"/>
                </a:cubicBezTo>
                <a:cubicBezTo>
                  <a:pt x="28" y="30"/>
                  <a:pt x="28" y="30"/>
                  <a:pt x="27" y="30"/>
                </a:cubicBezTo>
                <a:cubicBezTo>
                  <a:pt x="27" y="30"/>
                  <a:pt x="27" y="30"/>
                  <a:pt x="27" y="30"/>
                </a:cubicBezTo>
                <a:cubicBezTo>
                  <a:pt x="27" y="31"/>
                  <a:pt x="27" y="31"/>
                  <a:pt x="27" y="32"/>
                </a:cubicBezTo>
                <a:cubicBezTo>
                  <a:pt x="27" y="33"/>
                  <a:pt x="27" y="33"/>
                  <a:pt x="27" y="34"/>
                </a:cubicBezTo>
                <a:cubicBezTo>
                  <a:pt x="27" y="37"/>
                  <a:pt x="25" y="40"/>
                  <a:pt x="23" y="40"/>
                </a:cubicBezTo>
                <a:cubicBezTo>
                  <a:pt x="22" y="40"/>
                  <a:pt x="22" y="41"/>
                  <a:pt x="22" y="41"/>
                </a:cubicBezTo>
                <a:cubicBezTo>
                  <a:pt x="22" y="41"/>
                  <a:pt x="22" y="43"/>
                  <a:pt x="22" y="43"/>
                </a:cubicBezTo>
                <a:cubicBezTo>
                  <a:pt x="22" y="44"/>
                  <a:pt x="22" y="45"/>
                  <a:pt x="22" y="45"/>
                </a:cubicBezTo>
                <a:cubicBezTo>
                  <a:pt x="22" y="47"/>
                  <a:pt x="22" y="47"/>
                  <a:pt x="22" y="47"/>
                </a:cubicBezTo>
                <a:cubicBezTo>
                  <a:pt x="22" y="48"/>
                  <a:pt x="22" y="50"/>
                  <a:pt x="22" y="52"/>
                </a:cubicBezTo>
                <a:cubicBezTo>
                  <a:pt x="22" y="54"/>
                  <a:pt x="22" y="56"/>
                  <a:pt x="21" y="58"/>
                </a:cubicBezTo>
                <a:cubicBezTo>
                  <a:pt x="21" y="59"/>
                  <a:pt x="21" y="59"/>
                  <a:pt x="20" y="60"/>
                </a:cubicBezTo>
                <a:cubicBezTo>
                  <a:pt x="20" y="61"/>
                  <a:pt x="19" y="62"/>
                  <a:pt x="19" y="63"/>
                </a:cubicBezTo>
                <a:cubicBezTo>
                  <a:pt x="18" y="67"/>
                  <a:pt x="15" y="74"/>
                  <a:pt x="8" y="74"/>
                </a:cubicBez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8" name="Freeform 14">
            <a:extLst>
              <a:ext uri="{FF2B5EF4-FFF2-40B4-BE49-F238E27FC236}">
                <a16:creationId xmlns:a16="http://schemas.microsoft.com/office/drawing/2014/main" id="{952F6D11-B2F6-4E4E-B510-49A0D1559326}"/>
              </a:ext>
            </a:extLst>
          </p:cNvPr>
          <p:cNvSpPr>
            <a:spLocks noGrp="1"/>
          </p:cNvSpPr>
          <p:nvPr/>
        </p:nvSpPr>
        <p:spPr>
          <a:xfrm>
            <a:off x="7412312" y="4150164"/>
            <a:ext cx="25955" cy="40787"/>
          </a:xfrm>
          <a:custGeom>
            <a:avLst/>
            <a:gdLst/>
            <a:ahLst/>
            <a:cxnLst/>
            <a:rect l="0" t="0" r="r" b="b"/>
            <a:pathLst>
              <a:path w="9" h="14">
                <a:moveTo>
                  <a:pt x="2" y="9"/>
                </a:moveTo>
                <a:cubicBezTo>
                  <a:pt x="2" y="8"/>
                  <a:pt x="1" y="7"/>
                  <a:pt x="0" y="6"/>
                </a:cubicBezTo>
                <a:cubicBezTo>
                  <a:pt x="2" y="0"/>
                  <a:pt x="2" y="0"/>
                  <a:pt x="2" y="0"/>
                </a:cubicBezTo>
                <a:cubicBezTo>
                  <a:pt x="7" y="3"/>
                  <a:pt x="9" y="5"/>
                  <a:pt x="9" y="8"/>
                </a:cubicBezTo>
                <a:cubicBezTo>
                  <a:pt x="9" y="9"/>
                  <a:pt x="8" y="11"/>
                  <a:pt x="7" y="11"/>
                </a:cubicBezTo>
                <a:cubicBezTo>
                  <a:pt x="3" y="14"/>
                  <a:pt x="3" y="14"/>
                  <a:pt x="3" y="14"/>
                </a:cubicBezTo>
                <a:lnTo>
                  <a:pt x="2" y="9"/>
                </a:ln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29" name="Freeform 15">
            <a:extLst>
              <a:ext uri="{FF2B5EF4-FFF2-40B4-BE49-F238E27FC236}">
                <a16:creationId xmlns:a16="http://schemas.microsoft.com/office/drawing/2014/main" id="{A1F1703A-14E1-47E3-B4C5-F5BB8508D3B1}"/>
              </a:ext>
            </a:extLst>
          </p:cNvPr>
          <p:cNvSpPr>
            <a:spLocks noGrp="1"/>
          </p:cNvSpPr>
          <p:nvPr/>
        </p:nvSpPr>
        <p:spPr>
          <a:xfrm>
            <a:off x="6374098" y="2283851"/>
            <a:ext cx="40787" cy="29663"/>
          </a:xfrm>
          <a:custGeom>
            <a:avLst/>
            <a:gdLst/>
            <a:ahLst/>
            <a:cxnLst/>
            <a:rect l="0" t="0" r="r" b="b"/>
            <a:pathLst>
              <a:path w="14" h="10">
                <a:moveTo>
                  <a:pt x="14" y="10"/>
                </a:moveTo>
                <a:cubicBezTo>
                  <a:pt x="14" y="7"/>
                  <a:pt x="12" y="6"/>
                  <a:pt x="11" y="4"/>
                </a:cubicBezTo>
                <a:cubicBezTo>
                  <a:pt x="10" y="3"/>
                  <a:pt x="10" y="2"/>
                  <a:pt x="10" y="0"/>
                </a:cubicBezTo>
                <a:cubicBezTo>
                  <a:pt x="7" y="0"/>
                  <a:pt x="5" y="0"/>
                  <a:pt x="3" y="0"/>
                </a:cubicBezTo>
                <a:cubicBezTo>
                  <a:pt x="2" y="0"/>
                  <a:pt x="1" y="0"/>
                  <a:pt x="0" y="0"/>
                </a:cubicBezTo>
                <a:cubicBezTo>
                  <a:pt x="0" y="1"/>
                  <a:pt x="0" y="3"/>
                  <a:pt x="0" y="4"/>
                </a:cubicBezTo>
                <a:cubicBezTo>
                  <a:pt x="0" y="5"/>
                  <a:pt x="0" y="6"/>
                  <a:pt x="0" y="7"/>
                </a:cubicBezTo>
                <a:cubicBezTo>
                  <a:pt x="0" y="9"/>
                  <a:pt x="0" y="10"/>
                  <a:pt x="1" y="10"/>
                </a:cubicBezTo>
                <a:cubicBezTo>
                  <a:pt x="6" y="10"/>
                  <a:pt x="10" y="10"/>
                  <a:pt x="14" y="10"/>
                </a:cubicBezTo>
                <a:cubicBezTo>
                  <a:pt x="14" y="6"/>
                  <a:pt x="11" y="10"/>
                  <a:pt x="14" y="10"/>
                </a:cubicBez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0" name="Freeform 16">
            <a:extLst>
              <a:ext uri="{FF2B5EF4-FFF2-40B4-BE49-F238E27FC236}">
                <a16:creationId xmlns:a16="http://schemas.microsoft.com/office/drawing/2014/main" id="{FECC421B-11E9-446B-B78C-45F864334D83}"/>
              </a:ext>
            </a:extLst>
          </p:cNvPr>
          <p:cNvSpPr>
            <a:spLocks noGrp="1"/>
          </p:cNvSpPr>
          <p:nvPr/>
        </p:nvSpPr>
        <p:spPr>
          <a:xfrm>
            <a:off x="6374098" y="2311043"/>
            <a:ext cx="111237" cy="113709"/>
          </a:xfrm>
          <a:custGeom>
            <a:avLst/>
            <a:gdLst/>
            <a:ahLst/>
            <a:cxnLst/>
            <a:rect l="0" t="0" r="r" b="b"/>
            <a:pathLst>
              <a:path w="38" h="39">
                <a:moveTo>
                  <a:pt x="5" y="29"/>
                </a:moveTo>
                <a:cubicBezTo>
                  <a:pt x="8" y="29"/>
                  <a:pt x="11" y="30"/>
                  <a:pt x="10" y="34"/>
                </a:cubicBezTo>
                <a:cubicBezTo>
                  <a:pt x="9" y="37"/>
                  <a:pt x="11" y="38"/>
                  <a:pt x="14" y="38"/>
                </a:cubicBezTo>
                <a:cubicBezTo>
                  <a:pt x="18" y="38"/>
                  <a:pt x="23" y="39"/>
                  <a:pt x="26" y="37"/>
                </a:cubicBezTo>
                <a:cubicBezTo>
                  <a:pt x="28" y="36"/>
                  <a:pt x="28" y="35"/>
                  <a:pt x="30" y="35"/>
                </a:cubicBezTo>
                <a:cubicBezTo>
                  <a:pt x="31" y="34"/>
                  <a:pt x="33" y="34"/>
                  <a:pt x="34" y="33"/>
                </a:cubicBezTo>
                <a:cubicBezTo>
                  <a:pt x="38" y="31"/>
                  <a:pt x="38" y="27"/>
                  <a:pt x="37" y="23"/>
                </a:cubicBezTo>
                <a:cubicBezTo>
                  <a:pt x="36" y="20"/>
                  <a:pt x="33" y="16"/>
                  <a:pt x="34" y="13"/>
                </a:cubicBezTo>
                <a:cubicBezTo>
                  <a:pt x="34" y="12"/>
                  <a:pt x="35" y="12"/>
                  <a:pt x="35" y="11"/>
                </a:cubicBezTo>
                <a:cubicBezTo>
                  <a:pt x="37" y="10"/>
                  <a:pt x="38" y="11"/>
                  <a:pt x="38" y="9"/>
                </a:cubicBezTo>
                <a:cubicBezTo>
                  <a:pt x="38" y="8"/>
                  <a:pt x="38" y="7"/>
                  <a:pt x="38" y="5"/>
                </a:cubicBezTo>
                <a:cubicBezTo>
                  <a:pt x="37" y="5"/>
                  <a:pt x="36" y="5"/>
                  <a:pt x="36" y="5"/>
                </a:cubicBezTo>
                <a:cubicBezTo>
                  <a:pt x="34" y="5"/>
                  <a:pt x="33" y="4"/>
                  <a:pt x="32" y="3"/>
                </a:cubicBezTo>
                <a:cubicBezTo>
                  <a:pt x="29" y="0"/>
                  <a:pt x="25" y="1"/>
                  <a:pt x="22" y="1"/>
                </a:cubicBezTo>
                <a:cubicBezTo>
                  <a:pt x="21" y="1"/>
                  <a:pt x="19" y="0"/>
                  <a:pt x="19" y="1"/>
                </a:cubicBezTo>
                <a:cubicBezTo>
                  <a:pt x="19" y="2"/>
                  <a:pt x="19" y="3"/>
                  <a:pt x="19" y="3"/>
                </a:cubicBezTo>
                <a:cubicBezTo>
                  <a:pt x="19" y="5"/>
                  <a:pt x="18" y="6"/>
                  <a:pt x="18" y="7"/>
                </a:cubicBezTo>
                <a:cubicBezTo>
                  <a:pt x="17" y="11"/>
                  <a:pt x="13" y="10"/>
                  <a:pt x="10" y="10"/>
                </a:cubicBezTo>
                <a:cubicBezTo>
                  <a:pt x="9" y="13"/>
                  <a:pt x="9" y="16"/>
                  <a:pt x="5" y="15"/>
                </a:cubicBezTo>
                <a:cubicBezTo>
                  <a:pt x="4" y="15"/>
                  <a:pt x="3" y="15"/>
                  <a:pt x="1" y="15"/>
                </a:cubicBezTo>
                <a:cubicBezTo>
                  <a:pt x="0" y="15"/>
                  <a:pt x="0" y="16"/>
                  <a:pt x="0" y="17"/>
                </a:cubicBezTo>
                <a:cubicBezTo>
                  <a:pt x="0" y="20"/>
                  <a:pt x="0" y="22"/>
                  <a:pt x="0" y="24"/>
                </a:cubicBezTo>
                <a:cubicBezTo>
                  <a:pt x="3" y="25"/>
                  <a:pt x="6" y="25"/>
                  <a:pt x="5" y="29"/>
                </a:cubicBezTo>
                <a:cubicBezTo>
                  <a:pt x="8" y="29"/>
                  <a:pt x="6" y="25"/>
                  <a:pt x="5" y="29"/>
                </a:cubicBez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1" name="Freeform 17">
            <a:extLst>
              <a:ext uri="{FF2B5EF4-FFF2-40B4-BE49-F238E27FC236}">
                <a16:creationId xmlns:a16="http://schemas.microsoft.com/office/drawing/2014/main" id="{D19553D5-1335-462C-9D3C-AEADD6A9A236}"/>
              </a:ext>
            </a:extLst>
          </p:cNvPr>
          <p:cNvSpPr>
            <a:spLocks noGrp="1"/>
          </p:cNvSpPr>
          <p:nvPr/>
        </p:nvSpPr>
        <p:spPr>
          <a:xfrm>
            <a:off x="6496459" y="2333290"/>
            <a:ext cx="72922" cy="61798"/>
          </a:xfrm>
          <a:custGeom>
            <a:avLst/>
            <a:gdLst/>
            <a:ahLst/>
            <a:cxnLst/>
            <a:rect l="0" t="0" r="r" b="b"/>
            <a:pathLst>
              <a:path w="25" h="21">
                <a:moveTo>
                  <a:pt x="10" y="16"/>
                </a:moveTo>
                <a:cubicBezTo>
                  <a:pt x="14" y="16"/>
                  <a:pt x="15" y="18"/>
                  <a:pt x="15" y="21"/>
                </a:cubicBezTo>
                <a:cubicBezTo>
                  <a:pt x="18" y="21"/>
                  <a:pt x="22" y="21"/>
                  <a:pt x="24" y="18"/>
                </a:cubicBezTo>
                <a:cubicBezTo>
                  <a:pt x="25" y="15"/>
                  <a:pt x="24" y="10"/>
                  <a:pt x="24" y="7"/>
                </a:cubicBezTo>
                <a:cubicBezTo>
                  <a:pt x="21" y="7"/>
                  <a:pt x="19" y="6"/>
                  <a:pt x="20" y="2"/>
                </a:cubicBezTo>
                <a:cubicBezTo>
                  <a:pt x="15" y="2"/>
                  <a:pt x="5" y="0"/>
                  <a:pt x="2" y="4"/>
                </a:cubicBezTo>
                <a:cubicBezTo>
                  <a:pt x="1" y="5"/>
                  <a:pt x="0" y="7"/>
                  <a:pt x="2" y="7"/>
                </a:cubicBezTo>
                <a:cubicBezTo>
                  <a:pt x="3" y="8"/>
                  <a:pt x="4" y="8"/>
                  <a:pt x="5" y="9"/>
                </a:cubicBezTo>
                <a:cubicBezTo>
                  <a:pt x="8" y="11"/>
                  <a:pt x="10" y="13"/>
                  <a:pt x="10" y="16"/>
                </a:cubicBezTo>
                <a:cubicBezTo>
                  <a:pt x="14" y="15"/>
                  <a:pt x="9" y="11"/>
                  <a:pt x="10" y="16"/>
                </a:cubicBez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2" name="Freeform 18">
            <a:extLst>
              <a:ext uri="{FF2B5EF4-FFF2-40B4-BE49-F238E27FC236}">
                <a16:creationId xmlns:a16="http://schemas.microsoft.com/office/drawing/2014/main" id="{09A00FE2-2038-43C6-9BDB-EF9A3F16BBFE}"/>
              </a:ext>
            </a:extLst>
          </p:cNvPr>
          <p:cNvSpPr>
            <a:spLocks noGrp="1"/>
          </p:cNvSpPr>
          <p:nvPr/>
        </p:nvSpPr>
        <p:spPr>
          <a:xfrm>
            <a:off x="6496459" y="2409920"/>
            <a:ext cx="72922" cy="40787"/>
          </a:xfrm>
          <a:custGeom>
            <a:avLst/>
            <a:gdLst/>
            <a:ahLst/>
            <a:cxnLst/>
            <a:rect l="0" t="0" r="r" b="b"/>
            <a:pathLst>
              <a:path w="25" h="14">
                <a:moveTo>
                  <a:pt x="10" y="14"/>
                </a:moveTo>
                <a:cubicBezTo>
                  <a:pt x="14" y="14"/>
                  <a:pt x="17" y="14"/>
                  <a:pt x="21" y="14"/>
                </a:cubicBezTo>
                <a:cubicBezTo>
                  <a:pt x="22" y="14"/>
                  <a:pt x="22" y="14"/>
                  <a:pt x="23" y="14"/>
                </a:cubicBezTo>
                <a:cubicBezTo>
                  <a:pt x="24" y="14"/>
                  <a:pt x="25" y="14"/>
                  <a:pt x="24" y="13"/>
                </a:cubicBezTo>
                <a:cubicBezTo>
                  <a:pt x="24" y="11"/>
                  <a:pt x="24" y="9"/>
                  <a:pt x="24" y="8"/>
                </a:cubicBezTo>
                <a:cubicBezTo>
                  <a:pt x="24" y="6"/>
                  <a:pt x="23" y="4"/>
                  <a:pt x="21" y="4"/>
                </a:cubicBezTo>
                <a:cubicBezTo>
                  <a:pt x="18" y="4"/>
                  <a:pt x="16" y="5"/>
                  <a:pt x="15" y="2"/>
                </a:cubicBezTo>
                <a:cubicBezTo>
                  <a:pt x="15" y="2"/>
                  <a:pt x="15" y="1"/>
                  <a:pt x="15" y="0"/>
                </a:cubicBezTo>
                <a:cubicBezTo>
                  <a:pt x="13" y="0"/>
                  <a:pt x="11" y="0"/>
                  <a:pt x="9" y="0"/>
                </a:cubicBezTo>
                <a:cubicBezTo>
                  <a:pt x="7" y="0"/>
                  <a:pt x="6" y="0"/>
                  <a:pt x="4" y="0"/>
                </a:cubicBezTo>
                <a:cubicBezTo>
                  <a:pt x="4" y="0"/>
                  <a:pt x="3" y="0"/>
                  <a:pt x="2" y="0"/>
                </a:cubicBezTo>
                <a:cubicBezTo>
                  <a:pt x="0" y="0"/>
                  <a:pt x="1" y="0"/>
                  <a:pt x="1" y="2"/>
                </a:cubicBezTo>
                <a:cubicBezTo>
                  <a:pt x="1" y="4"/>
                  <a:pt x="1" y="5"/>
                  <a:pt x="1" y="7"/>
                </a:cubicBezTo>
                <a:cubicBezTo>
                  <a:pt x="1" y="8"/>
                  <a:pt x="1" y="8"/>
                  <a:pt x="1" y="9"/>
                </a:cubicBezTo>
                <a:cubicBezTo>
                  <a:pt x="2" y="9"/>
                  <a:pt x="3" y="9"/>
                  <a:pt x="4" y="9"/>
                </a:cubicBezTo>
                <a:cubicBezTo>
                  <a:pt x="6" y="9"/>
                  <a:pt x="7" y="9"/>
                  <a:pt x="9" y="9"/>
                </a:cubicBezTo>
                <a:cubicBezTo>
                  <a:pt x="10" y="9"/>
                  <a:pt x="11" y="9"/>
                  <a:pt x="10" y="10"/>
                </a:cubicBezTo>
                <a:cubicBezTo>
                  <a:pt x="10" y="11"/>
                  <a:pt x="10" y="13"/>
                  <a:pt x="10" y="14"/>
                </a:cubicBezTo>
                <a:cubicBezTo>
                  <a:pt x="13" y="14"/>
                  <a:pt x="10" y="12"/>
                  <a:pt x="10" y="14"/>
                </a:cubicBez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3" name="Freeform 19">
            <a:extLst>
              <a:ext uri="{FF2B5EF4-FFF2-40B4-BE49-F238E27FC236}">
                <a16:creationId xmlns:a16="http://schemas.microsoft.com/office/drawing/2014/main" id="{A738ACBB-968B-4524-8DCB-A04CEE22DB5E}"/>
              </a:ext>
            </a:extLst>
          </p:cNvPr>
          <p:cNvSpPr>
            <a:spLocks noGrp="1"/>
          </p:cNvSpPr>
          <p:nvPr/>
        </p:nvSpPr>
        <p:spPr>
          <a:xfrm>
            <a:off x="5763450" y="3154057"/>
            <a:ext cx="304048" cy="212587"/>
          </a:xfrm>
          <a:custGeom>
            <a:avLst/>
            <a:gdLst/>
            <a:ahLst/>
            <a:cxnLst/>
            <a:rect l="0" t="0" r="r" b="b"/>
            <a:pathLst>
              <a:path w="104" h="73">
                <a:moveTo>
                  <a:pt x="5" y="6"/>
                </a:moveTo>
                <a:cubicBezTo>
                  <a:pt x="5" y="7"/>
                  <a:pt x="5" y="8"/>
                  <a:pt x="5" y="10"/>
                </a:cubicBezTo>
                <a:cubicBezTo>
                  <a:pt x="5" y="11"/>
                  <a:pt x="5" y="11"/>
                  <a:pt x="6" y="11"/>
                </a:cubicBezTo>
                <a:cubicBezTo>
                  <a:pt x="8" y="12"/>
                  <a:pt x="9" y="13"/>
                  <a:pt x="10" y="14"/>
                </a:cubicBezTo>
                <a:cubicBezTo>
                  <a:pt x="14" y="17"/>
                  <a:pt x="14" y="20"/>
                  <a:pt x="14" y="25"/>
                </a:cubicBezTo>
                <a:cubicBezTo>
                  <a:pt x="14" y="29"/>
                  <a:pt x="15" y="33"/>
                  <a:pt x="14" y="37"/>
                </a:cubicBezTo>
                <a:cubicBezTo>
                  <a:pt x="13" y="38"/>
                  <a:pt x="12" y="39"/>
                  <a:pt x="11" y="39"/>
                </a:cubicBezTo>
                <a:cubicBezTo>
                  <a:pt x="10" y="39"/>
                  <a:pt x="10" y="39"/>
                  <a:pt x="9" y="40"/>
                </a:cubicBezTo>
                <a:cubicBezTo>
                  <a:pt x="9" y="41"/>
                  <a:pt x="8" y="42"/>
                  <a:pt x="7" y="43"/>
                </a:cubicBezTo>
                <a:cubicBezTo>
                  <a:pt x="6" y="45"/>
                  <a:pt x="3" y="48"/>
                  <a:pt x="0" y="48"/>
                </a:cubicBezTo>
                <a:cubicBezTo>
                  <a:pt x="0" y="51"/>
                  <a:pt x="0" y="53"/>
                  <a:pt x="0" y="55"/>
                </a:cubicBezTo>
                <a:cubicBezTo>
                  <a:pt x="0" y="57"/>
                  <a:pt x="0" y="58"/>
                  <a:pt x="1" y="59"/>
                </a:cubicBezTo>
                <a:cubicBezTo>
                  <a:pt x="2" y="60"/>
                  <a:pt x="3" y="61"/>
                  <a:pt x="4" y="62"/>
                </a:cubicBezTo>
                <a:cubicBezTo>
                  <a:pt x="8" y="65"/>
                  <a:pt x="11" y="69"/>
                  <a:pt x="14" y="72"/>
                </a:cubicBezTo>
                <a:cubicBezTo>
                  <a:pt x="19" y="72"/>
                  <a:pt x="24" y="72"/>
                  <a:pt x="29" y="72"/>
                </a:cubicBezTo>
                <a:cubicBezTo>
                  <a:pt x="32" y="72"/>
                  <a:pt x="37" y="73"/>
                  <a:pt x="37" y="69"/>
                </a:cubicBezTo>
                <a:cubicBezTo>
                  <a:pt x="38" y="66"/>
                  <a:pt x="38" y="63"/>
                  <a:pt x="39" y="61"/>
                </a:cubicBezTo>
                <a:cubicBezTo>
                  <a:pt x="39" y="60"/>
                  <a:pt x="40" y="58"/>
                  <a:pt x="41" y="58"/>
                </a:cubicBezTo>
                <a:cubicBezTo>
                  <a:pt x="42" y="58"/>
                  <a:pt x="42" y="58"/>
                  <a:pt x="42" y="57"/>
                </a:cubicBezTo>
                <a:cubicBezTo>
                  <a:pt x="43" y="56"/>
                  <a:pt x="43" y="56"/>
                  <a:pt x="43" y="55"/>
                </a:cubicBezTo>
                <a:cubicBezTo>
                  <a:pt x="44" y="52"/>
                  <a:pt x="50" y="53"/>
                  <a:pt x="53" y="53"/>
                </a:cubicBezTo>
                <a:cubicBezTo>
                  <a:pt x="55" y="53"/>
                  <a:pt x="58" y="53"/>
                  <a:pt x="60" y="53"/>
                </a:cubicBezTo>
                <a:cubicBezTo>
                  <a:pt x="62" y="53"/>
                  <a:pt x="61" y="51"/>
                  <a:pt x="62" y="50"/>
                </a:cubicBezTo>
                <a:cubicBezTo>
                  <a:pt x="63" y="49"/>
                  <a:pt x="64" y="48"/>
                  <a:pt x="65" y="48"/>
                </a:cubicBezTo>
                <a:cubicBezTo>
                  <a:pt x="66" y="48"/>
                  <a:pt x="67" y="48"/>
                  <a:pt x="68" y="48"/>
                </a:cubicBezTo>
                <a:cubicBezTo>
                  <a:pt x="70" y="48"/>
                  <a:pt x="71" y="49"/>
                  <a:pt x="71" y="47"/>
                </a:cubicBezTo>
                <a:cubicBezTo>
                  <a:pt x="73" y="44"/>
                  <a:pt x="75" y="41"/>
                  <a:pt x="78" y="40"/>
                </a:cubicBezTo>
                <a:cubicBezTo>
                  <a:pt x="80" y="39"/>
                  <a:pt x="82" y="39"/>
                  <a:pt x="84" y="39"/>
                </a:cubicBezTo>
                <a:cubicBezTo>
                  <a:pt x="85" y="39"/>
                  <a:pt x="86" y="39"/>
                  <a:pt x="87" y="39"/>
                </a:cubicBezTo>
                <a:cubicBezTo>
                  <a:pt x="89" y="39"/>
                  <a:pt x="89" y="39"/>
                  <a:pt x="90" y="38"/>
                </a:cubicBezTo>
                <a:cubicBezTo>
                  <a:pt x="90" y="36"/>
                  <a:pt x="91" y="34"/>
                  <a:pt x="93" y="34"/>
                </a:cubicBezTo>
                <a:cubicBezTo>
                  <a:pt x="95" y="34"/>
                  <a:pt x="98" y="34"/>
                  <a:pt x="97" y="31"/>
                </a:cubicBezTo>
                <a:cubicBezTo>
                  <a:pt x="96" y="30"/>
                  <a:pt x="95" y="29"/>
                  <a:pt x="95" y="27"/>
                </a:cubicBezTo>
                <a:cubicBezTo>
                  <a:pt x="94" y="25"/>
                  <a:pt x="94" y="21"/>
                  <a:pt x="95" y="19"/>
                </a:cubicBezTo>
                <a:cubicBezTo>
                  <a:pt x="96" y="17"/>
                  <a:pt x="97" y="14"/>
                  <a:pt x="99" y="13"/>
                </a:cubicBezTo>
                <a:cubicBezTo>
                  <a:pt x="100" y="12"/>
                  <a:pt x="101" y="11"/>
                  <a:pt x="103" y="11"/>
                </a:cubicBezTo>
                <a:cubicBezTo>
                  <a:pt x="104" y="10"/>
                  <a:pt x="104" y="8"/>
                  <a:pt x="104" y="6"/>
                </a:cubicBezTo>
                <a:cubicBezTo>
                  <a:pt x="104" y="5"/>
                  <a:pt x="104" y="4"/>
                  <a:pt x="104" y="4"/>
                </a:cubicBezTo>
                <a:cubicBezTo>
                  <a:pt x="104" y="2"/>
                  <a:pt x="104" y="1"/>
                  <a:pt x="103" y="1"/>
                </a:cubicBezTo>
                <a:cubicBezTo>
                  <a:pt x="101" y="1"/>
                  <a:pt x="99" y="1"/>
                  <a:pt x="97" y="1"/>
                </a:cubicBezTo>
                <a:cubicBezTo>
                  <a:pt x="93" y="1"/>
                  <a:pt x="89" y="0"/>
                  <a:pt x="85" y="0"/>
                </a:cubicBezTo>
                <a:cubicBezTo>
                  <a:pt x="58" y="0"/>
                  <a:pt x="32" y="6"/>
                  <a:pt x="5" y="6"/>
                </a:cubicBezTo>
                <a:cubicBezTo>
                  <a:pt x="5" y="8"/>
                  <a:pt x="39" y="5"/>
                  <a:pt x="5" y="6"/>
                </a:cubicBez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4" name="Freeform 20">
            <a:extLst>
              <a:ext uri="{FF2B5EF4-FFF2-40B4-BE49-F238E27FC236}">
                <a16:creationId xmlns:a16="http://schemas.microsoft.com/office/drawing/2014/main" id="{E4CA38B0-3D60-4F55-AE9F-5A2F28309A0E}"/>
              </a:ext>
            </a:extLst>
          </p:cNvPr>
          <p:cNvSpPr>
            <a:spLocks noGrp="1"/>
          </p:cNvSpPr>
          <p:nvPr/>
        </p:nvSpPr>
        <p:spPr>
          <a:xfrm>
            <a:off x="6265333" y="2313515"/>
            <a:ext cx="1202597" cy="2333508"/>
          </a:xfrm>
          <a:custGeom>
            <a:avLst/>
            <a:gdLst/>
            <a:ahLst/>
            <a:cxnLst/>
            <a:rect l="0" t="0" r="r" b="b"/>
            <a:pathLst>
              <a:path w="411" h="798">
                <a:moveTo>
                  <a:pt x="396" y="391"/>
                </a:moveTo>
                <a:cubicBezTo>
                  <a:pt x="396" y="388"/>
                  <a:pt x="396" y="385"/>
                  <a:pt x="396" y="382"/>
                </a:cubicBezTo>
                <a:cubicBezTo>
                  <a:pt x="396" y="380"/>
                  <a:pt x="396" y="379"/>
                  <a:pt x="396" y="377"/>
                </a:cubicBezTo>
                <a:cubicBezTo>
                  <a:pt x="395" y="377"/>
                  <a:pt x="394" y="377"/>
                  <a:pt x="393" y="376"/>
                </a:cubicBezTo>
                <a:cubicBezTo>
                  <a:pt x="391" y="376"/>
                  <a:pt x="391" y="374"/>
                  <a:pt x="391" y="372"/>
                </a:cubicBezTo>
                <a:cubicBezTo>
                  <a:pt x="391" y="370"/>
                  <a:pt x="390" y="368"/>
                  <a:pt x="389" y="367"/>
                </a:cubicBezTo>
                <a:cubicBezTo>
                  <a:pt x="388" y="366"/>
                  <a:pt x="387" y="363"/>
                  <a:pt x="386" y="363"/>
                </a:cubicBezTo>
                <a:cubicBezTo>
                  <a:pt x="384" y="363"/>
                  <a:pt x="382" y="362"/>
                  <a:pt x="382" y="360"/>
                </a:cubicBezTo>
                <a:cubicBezTo>
                  <a:pt x="381" y="359"/>
                  <a:pt x="383" y="353"/>
                  <a:pt x="381" y="353"/>
                </a:cubicBezTo>
                <a:cubicBezTo>
                  <a:pt x="379" y="353"/>
                  <a:pt x="377" y="353"/>
                  <a:pt x="377" y="351"/>
                </a:cubicBezTo>
                <a:cubicBezTo>
                  <a:pt x="377" y="350"/>
                  <a:pt x="377" y="349"/>
                  <a:pt x="377" y="348"/>
                </a:cubicBezTo>
                <a:cubicBezTo>
                  <a:pt x="376" y="347"/>
                  <a:pt x="376" y="347"/>
                  <a:pt x="376" y="346"/>
                </a:cubicBezTo>
                <a:cubicBezTo>
                  <a:pt x="375" y="345"/>
                  <a:pt x="374" y="344"/>
                  <a:pt x="373" y="343"/>
                </a:cubicBezTo>
                <a:cubicBezTo>
                  <a:pt x="371" y="340"/>
                  <a:pt x="369" y="338"/>
                  <a:pt x="367" y="336"/>
                </a:cubicBezTo>
                <a:cubicBezTo>
                  <a:pt x="362" y="330"/>
                  <a:pt x="361" y="323"/>
                  <a:pt x="363" y="316"/>
                </a:cubicBezTo>
                <a:cubicBezTo>
                  <a:pt x="360" y="315"/>
                  <a:pt x="358" y="315"/>
                  <a:pt x="358" y="312"/>
                </a:cubicBezTo>
                <a:cubicBezTo>
                  <a:pt x="358" y="309"/>
                  <a:pt x="356" y="306"/>
                  <a:pt x="354" y="304"/>
                </a:cubicBezTo>
                <a:cubicBezTo>
                  <a:pt x="352" y="302"/>
                  <a:pt x="350" y="300"/>
                  <a:pt x="349" y="298"/>
                </a:cubicBezTo>
                <a:cubicBezTo>
                  <a:pt x="348" y="295"/>
                  <a:pt x="343" y="297"/>
                  <a:pt x="344" y="293"/>
                </a:cubicBezTo>
                <a:cubicBezTo>
                  <a:pt x="344" y="291"/>
                  <a:pt x="344" y="289"/>
                  <a:pt x="344" y="287"/>
                </a:cubicBezTo>
                <a:cubicBezTo>
                  <a:pt x="343" y="287"/>
                  <a:pt x="341" y="287"/>
                  <a:pt x="340" y="286"/>
                </a:cubicBezTo>
                <a:cubicBezTo>
                  <a:pt x="339" y="286"/>
                  <a:pt x="339" y="284"/>
                  <a:pt x="339" y="283"/>
                </a:cubicBezTo>
                <a:cubicBezTo>
                  <a:pt x="338" y="281"/>
                  <a:pt x="336" y="279"/>
                  <a:pt x="335" y="278"/>
                </a:cubicBezTo>
                <a:cubicBezTo>
                  <a:pt x="330" y="271"/>
                  <a:pt x="325" y="263"/>
                  <a:pt x="321" y="256"/>
                </a:cubicBezTo>
                <a:cubicBezTo>
                  <a:pt x="316" y="249"/>
                  <a:pt x="312" y="243"/>
                  <a:pt x="306" y="236"/>
                </a:cubicBezTo>
                <a:cubicBezTo>
                  <a:pt x="305" y="234"/>
                  <a:pt x="299" y="230"/>
                  <a:pt x="303" y="228"/>
                </a:cubicBezTo>
                <a:cubicBezTo>
                  <a:pt x="305" y="226"/>
                  <a:pt x="307" y="229"/>
                  <a:pt x="308" y="231"/>
                </a:cubicBezTo>
                <a:cubicBezTo>
                  <a:pt x="309" y="232"/>
                  <a:pt x="310" y="233"/>
                  <a:pt x="310" y="234"/>
                </a:cubicBezTo>
                <a:cubicBezTo>
                  <a:pt x="311" y="235"/>
                  <a:pt x="310" y="235"/>
                  <a:pt x="312" y="235"/>
                </a:cubicBezTo>
                <a:cubicBezTo>
                  <a:pt x="313" y="235"/>
                  <a:pt x="314" y="235"/>
                  <a:pt x="316" y="235"/>
                </a:cubicBezTo>
                <a:cubicBezTo>
                  <a:pt x="316" y="233"/>
                  <a:pt x="318" y="231"/>
                  <a:pt x="320" y="233"/>
                </a:cubicBezTo>
                <a:cubicBezTo>
                  <a:pt x="322" y="235"/>
                  <a:pt x="324" y="238"/>
                  <a:pt x="325" y="240"/>
                </a:cubicBezTo>
                <a:cubicBezTo>
                  <a:pt x="328" y="240"/>
                  <a:pt x="330" y="241"/>
                  <a:pt x="330" y="245"/>
                </a:cubicBezTo>
                <a:cubicBezTo>
                  <a:pt x="332" y="245"/>
                  <a:pt x="335" y="246"/>
                  <a:pt x="335" y="249"/>
                </a:cubicBezTo>
                <a:cubicBezTo>
                  <a:pt x="334" y="251"/>
                  <a:pt x="334" y="253"/>
                  <a:pt x="334" y="256"/>
                </a:cubicBezTo>
                <a:cubicBezTo>
                  <a:pt x="334" y="257"/>
                  <a:pt x="334" y="258"/>
                  <a:pt x="334" y="259"/>
                </a:cubicBezTo>
                <a:cubicBezTo>
                  <a:pt x="335" y="259"/>
                  <a:pt x="336" y="259"/>
                  <a:pt x="336" y="259"/>
                </a:cubicBezTo>
                <a:cubicBezTo>
                  <a:pt x="340" y="260"/>
                  <a:pt x="339" y="263"/>
                  <a:pt x="339" y="266"/>
                </a:cubicBezTo>
                <a:cubicBezTo>
                  <a:pt x="340" y="270"/>
                  <a:pt x="344" y="268"/>
                  <a:pt x="346" y="269"/>
                </a:cubicBezTo>
                <a:cubicBezTo>
                  <a:pt x="349" y="271"/>
                  <a:pt x="351" y="273"/>
                  <a:pt x="352" y="276"/>
                </a:cubicBezTo>
                <a:cubicBezTo>
                  <a:pt x="353" y="278"/>
                  <a:pt x="353" y="279"/>
                  <a:pt x="353" y="281"/>
                </a:cubicBezTo>
                <a:cubicBezTo>
                  <a:pt x="353" y="283"/>
                  <a:pt x="355" y="283"/>
                  <a:pt x="357" y="283"/>
                </a:cubicBezTo>
                <a:cubicBezTo>
                  <a:pt x="360" y="285"/>
                  <a:pt x="357" y="292"/>
                  <a:pt x="359" y="292"/>
                </a:cubicBezTo>
                <a:cubicBezTo>
                  <a:pt x="363" y="293"/>
                  <a:pt x="363" y="294"/>
                  <a:pt x="363" y="298"/>
                </a:cubicBezTo>
                <a:cubicBezTo>
                  <a:pt x="363" y="299"/>
                  <a:pt x="363" y="300"/>
                  <a:pt x="363" y="300"/>
                </a:cubicBezTo>
                <a:cubicBezTo>
                  <a:pt x="363" y="302"/>
                  <a:pt x="363" y="301"/>
                  <a:pt x="364" y="302"/>
                </a:cubicBezTo>
                <a:cubicBezTo>
                  <a:pt x="365" y="302"/>
                  <a:pt x="367" y="302"/>
                  <a:pt x="367" y="303"/>
                </a:cubicBezTo>
                <a:cubicBezTo>
                  <a:pt x="368" y="305"/>
                  <a:pt x="367" y="306"/>
                  <a:pt x="368" y="308"/>
                </a:cubicBezTo>
                <a:cubicBezTo>
                  <a:pt x="368" y="309"/>
                  <a:pt x="369" y="310"/>
                  <a:pt x="370" y="312"/>
                </a:cubicBezTo>
                <a:cubicBezTo>
                  <a:pt x="371" y="313"/>
                  <a:pt x="371" y="314"/>
                  <a:pt x="372" y="315"/>
                </a:cubicBezTo>
                <a:cubicBezTo>
                  <a:pt x="372" y="316"/>
                  <a:pt x="374" y="316"/>
                  <a:pt x="375" y="316"/>
                </a:cubicBezTo>
                <a:cubicBezTo>
                  <a:pt x="378" y="318"/>
                  <a:pt x="375" y="325"/>
                  <a:pt x="378" y="325"/>
                </a:cubicBezTo>
                <a:cubicBezTo>
                  <a:pt x="382" y="326"/>
                  <a:pt x="382" y="327"/>
                  <a:pt x="382" y="331"/>
                </a:cubicBezTo>
                <a:cubicBezTo>
                  <a:pt x="382" y="333"/>
                  <a:pt x="382" y="336"/>
                  <a:pt x="382" y="338"/>
                </a:cubicBezTo>
                <a:cubicBezTo>
                  <a:pt x="382" y="340"/>
                  <a:pt x="383" y="339"/>
                  <a:pt x="385" y="340"/>
                </a:cubicBezTo>
                <a:cubicBezTo>
                  <a:pt x="386" y="340"/>
                  <a:pt x="387" y="342"/>
                  <a:pt x="386" y="343"/>
                </a:cubicBezTo>
                <a:cubicBezTo>
                  <a:pt x="386" y="345"/>
                  <a:pt x="387" y="346"/>
                  <a:pt x="388" y="348"/>
                </a:cubicBezTo>
                <a:cubicBezTo>
                  <a:pt x="390" y="350"/>
                  <a:pt x="393" y="352"/>
                  <a:pt x="396" y="353"/>
                </a:cubicBezTo>
                <a:cubicBezTo>
                  <a:pt x="392" y="340"/>
                  <a:pt x="388" y="327"/>
                  <a:pt x="386" y="314"/>
                </a:cubicBezTo>
                <a:cubicBezTo>
                  <a:pt x="385" y="307"/>
                  <a:pt x="384" y="300"/>
                  <a:pt x="384" y="293"/>
                </a:cubicBezTo>
                <a:cubicBezTo>
                  <a:pt x="384" y="290"/>
                  <a:pt x="384" y="287"/>
                  <a:pt x="384" y="284"/>
                </a:cubicBezTo>
                <a:cubicBezTo>
                  <a:pt x="385" y="281"/>
                  <a:pt x="386" y="279"/>
                  <a:pt x="386" y="276"/>
                </a:cubicBezTo>
                <a:cubicBezTo>
                  <a:pt x="386" y="274"/>
                  <a:pt x="387" y="273"/>
                  <a:pt x="386" y="273"/>
                </a:cubicBezTo>
                <a:cubicBezTo>
                  <a:pt x="385" y="273"/>
                  <a:pt x="384" y="273"/>
                  <a:pt x="384" y="273"/>
                </a:cubicBezTo>
                <a:cubicBezTo>
                  <a:pt x="382" y="272"/>
                  <a:pt x="382" y="272"/>
                  <a:pt x="381" y="270"/>
                </a:cubicBezTo>
                <a:cubicBezTo>
                  <a:pt x="381" y="268"/>
                  <a:pt x="382" y="266"/>
                  <a:pt x="382" y="264"/>
                </a:cubicBezTo>
                <a:cubicBezTo>
                  <a:pt x="380" y="264"/>
                  <a:pt x="378" y="264"/>
                  <a:pt x="377" y="262"/>
                </a:cubicBezTo>
                <a:cubicBezTo>
                  <a:pt x="376" y="261"/>
                  <a:pt x="377" y="259"/>
                  <a:pt x="377" y="258"/>
                </a:cubicBezTo>
                <a:cubicBezTo>
                  <a:pt x="377" y="257"/>
                  <a:pt x="377" y="256"/>
                  <a:pt x="377" y="254"/>
                </a:cubicBezTo>
                <a:cubicBezTo>
                  <a:pt x="376" y="254"/>
                  <a:pt x="375" y="254"/>
                  <a:pt x="375" y="254"/>
                </a:cubicBezTo>
                <a:cubicBezTo>
                  <a:pt x="371" y="253"/>
                  <a:pt x="372" y="248"/>
                  <a:pt x="372" y="245"/>
                </a:cubicBezTo>
                <a:cubicBezTo>
                  <a:pt x="369" y="245"/>
                  <a:pt x="367" y="244"/>
                  <a:pt x="367" y="240"/>
                </a:cubicBezTo>
                <a:cubicBezTo>
                  <a:pt x="367" y="239"/>
                  <a:pt x="367" y="238"/>
                  <a:pt x="367" y="237"/>
                </a:cubicBezTo>
                <a:cubicBezTo>
                  <a:pt x="367" y="235"/>
                  <a:pt x="367" y="236"/>
                  <a:pt x="366" y="235"/>
                </a:cubicBezTo>
                <a:cubicBezTo>
                  <a:pt x="365" y="235"/>
                  <a:pt x="363" y="235"/>
                  <a:pt x="363" y="233"/>
                </a:cubicBezTo>
                <a:cubicBezTo>
                  <a:pt x="362" y="232"/>
                  <a:pt x="363" y="230"/>
                  <a:pt x="362" y="228"/>
                </a:cubicBezTo>
                <a:cubicBezTo>
                  <a:pt x="362" y="227"/>
                  <a:pt x="361" y="226"/>
                  <a:pt x="360" y="225"/>
                </a:cubicBezTo>
                <a:cubicBezTo>
                  <a:pt x="359" y="224"/>
                  <a:pt x="358" y="223"/>
                  <a:pt x="358" y="221"/>
                </a:cubicBezTo>
                <a:cubicBezTo>
                  <a:pt x="357" y="221"/>
                  <a:pt x="355" y="221"/>
                  <a:pt x="354" y="220"/>
                </a:cubicBezTo>
                <a:cubicBezTo>
                  <a:pt x="353" y="219"/>
                  <a:pt x="353" y="217"/>
                  <a:pt x="353" y="215"/>
                </a:cubicBezTo>
                <a:cubicBezTo>
                  <a:pt x="353" y="214"/>
                  <a:pt x="353" y="213"/>
                  <a:pt x="353" y="212"/>
                </a:cubicBezTo>
                <a:cubicBezTo>
                  <a:pt x="353" y="212"/>
                  <a:pt x="352" y="212"/>
                  <a:pt x="351" y="212"/>
                </a:cubicBezTo>
                <a:cubicBezTo>
                  <a:pt x="347" y="211"/>
                  <a:pt x="349" y="207"/>
                  <a:pt x="348" y="204"/>
                </a:cubicBezTo>
                <a:cubicBezTo>
                  <a:pt x="347" y="203"/>
                  <a:pt x="346" y="202"/>
                  <a:pt x="345" y="201"/>
                </a:cubicBezTo>
                <a:cubicBezTo>
                  <a:pt x="345" y="200"/>
                  <a:pt x="344" y="198"/>
                  <a:pt x="343" y="198"/>
                </a:cubicBezTo>
                <a:cubicBezTo>
                  <a:pt x="342" y="198"/>
                  <a:pt x="341" y="197"/>
                  <a:pt x="340" y="196"/>
                </a:cubicBezTo>
                <a:cubicBezTo>
                  <a:pt x="338" y="195"/>
                  <a:pt x="339" y="193"/>
                  <a:pt x="339" y="191"/>
                </a:cubicBezTo>
                <a:cubicBezTo>
                  <a:pt x="338" y="189"/>
                  <a:pt x="336" y="187"/>
                  <a:pt x="335" y="184"/>
                </a:cubicBezTo>
                <a:cubicBezTo>
                  <a:pt x="334" y="183"/>
                  <a:pt x="332" y="182"/>
                  <a:pt x="331" y="182"/>
                </a:cubicBezTo>
                <a:cubicBezTo>
                  <a:pt x="329" y="181"/>
                  <a:pt x="328" y="180"/>
                  <a:pt x="327" y="178"/>
                </a:cubicBezTo>
                <a:cubicBezTo>
                  <a:pt x="325" y="175"/>
                  <a:pt x="325" y="172"/>
                  <a:pt x="323" y="169"/>
                </a:cubicBezTo>
                <a:cubicBezTo>
                  <a:pt x="322" y="168"/>
                  <a:pt x="321" y="167"/>
                  <a:pt x="321" y="166"/>
                </a:cubicBezTo>
                <a:cubicBezTo>
                  <a:pt x="320" y="165"/>
                  <a:pt x="321" y="165"/>
                  <a:pt x="319" y="164"/>
                </a:cubicBezTo>
                <a:cubicBezTo>
                  <a:pt x="318" y="164"/>
                  <a:pt x="317" y="163"/>
                  <a:pt x="316" y="163"/>
                </a:cubicBezTo>
                <a:cubicBezTo>
                  <a:pt x="313" y="161"/>
                  <a:pt x="311" y="159"/>
                  <a:pt x="309" y="156"/>
                </a:cubicBezTo>
                <a:cubicBezTo>
                  <a:pt x="307" y="153"/>
                  <a:pt x="306" y="150"/>
                  <a:pt x="305" y="147"/>
                </a:cubicBezTo>
                <a:cubicBezTo>
                  <a:pt x="302" y="142"/>
                  <a:pt x="296" y="140"/>
                  <a:pt x="293" y="135"/>
                </a:cubicBezTo>
                <a:cubicBezTo>
                  <a:pt x="292" y="134"/>
                  <a:pt x="292" y="132"/>
                  <a:pt x="291" y="131"/>
                </a:cubicBezTo>
                <a:cubicBezTo>
                  <a:pt x="289" y="130"/>
                  <a:pt x="288" y="129"/>
                  <a:pt x="286" y="127"/>
                </a:cubicBezTo>
                <a:cubicBezTo>
                  <a:pt x="282" y="125"/>
                  <a:pt x="279" y="122"/>
                  <a:pt x="276" y="119"/>
                </a:cubicBezTo>
                <a:cubicBezTo>
                  <a:pt x="270" y="113"/>
                  <a:pt x="264" y="106"/>
                  <a:pt x="259" y="99"/>
                </a:cubicBezTo>
                <a:cubicBezTo>
                  <a:pt x="253" y="97"/>
                  <a:pt x="249" y="91"/>
                  <a:pt x="245" y="87"/>
                </a:cubicBezTo>
                <a:cubicBezTo>
                  <a:pt x="243" y="84"/>
                  <a:pt x="241" y="82"/>
                  <a:pt x="238" y="81"/>
                </a:cubicBezTo>
                <a:cubicBezTo>
                  <a:pt x="235" y="79"/>
                  <a:pt x="232" y="78"/>
                  <a:pt x="229" y="76"/>
                </a:cubicBezTo>
                <a:cubicBezTo>
                  <a:pt x="226" y="74"/>
                  <a:pt x="224" y="71"/>
                  <a:pt x="222" y="68"/>
                </a:cubicBezTo>
                <a:cubicBezTo>
                  <a:pt x="222" y="67"/>
                  <a:pt x="222" y="67"/>
                  <a:pt x="221" y="66"/>
                </a:cubicBezTo>
                <a:cubicBezTo>
                  <a:pt x="220" y="66"/>
                  <a:pt x="219" y="66"/>
                  <a:pt x="218" y="66"/>
                </a:cubicBezTo>
                <a:cubicBezTo>
                  <a:pt x="216" y="66"/>
                  <a:pt x="214" y="64"/>
                  <a:pt x="212" y="63"/>
                </a:cubicBezTo>
                <a:cubicBezTo>
                  <a:pt x="209" y="62"/>
                  <a:pt x="207" y="59"/>
                  <a:pt x="205" y="56"/>
                </a:cubicBezTo>
                <a:cubicBezTo>
                  <a:pt x="204" y="55"/>
                  <a:pt x="203" y="53"/>
                  <a:pt x="202" y="52"/>
                </a:cubicBezTo>
                <a:cubicBezTo>
                  <a:pt x="200" y="52"/>
                  <a:pt x="198" y="52"/>
                  <a:pt x="195" y="50"/>
                </a:cubicBezTo>
                <a:cubicBezTo>
                  <a:pt x="193" y="49"/>
                  <a:pt x="190" y="47"/>
                  <a:pt x="189" y="44"/>
                </a:cubicBezTo>
                <a:cubicBezTo>
                  <a:pt x="188" y="42"/>
                  <a:pt x="189" y="42"/>
                  <a:pt x="187" y="42"/>
                </a:cubicBezTo>
                <a:cubicBezTo>
                  <a:pt x="186" y="42"/>
                  <a:pt x="185" y="42"/>
                  <a:pt x="184" y="42"/>
                </a:cubicBezTo>
                <a:cubicBezTo>
                  <a:pt x="182" y="40"/>
                  <a:pt x="180" y="39"/>
                  <a:pt x="179" y="37"/>
                </a:cubicBezTo>
                <a:cubicBezTo>
                  <a:pt x="173" y="32"/>
                  <a:pt x="166" y="27"/>
                  <a:pt x="159" y="23"/>
                </a:cubicBezTo>
                <a:cubicBezTo>
                  <a:pt x="144" y="15"/>
                  <a:pt x="128" y="8"/>
                  <a:pt x="114" y="0"/>
                </a:cubicBezTo>
                <a:cubicBezTo>
                  <a:pt x="113" y="0"/>
                  <a:pt x="113" y="0"/>
                  <a:pt x="113" y="0"/>
                </a:cubicBezTo>
                <a:cubicBezTo>
                  <a:pt x="113" y="1"/>
                  <a:pt x="113" y="2"/>
                  <a:pt x="113" y="3"/>
                </a:cubicBezTo>
                <a:cubicBezTo>
                  <a:pt x="113" y="5"/>
                  <a:pt x="113" y="4"/>
                  <a:pt x="114" y="5"/>
                </a:cubicBezTo>
                <a:cubicBezTo>
                  <a:pt x="115" y="5"/>
                  <a:pt x="117" y="5"/>
                  <a:pt x="117" y="6"/>
                </a:cubicBezTo>
                <a:cubicBezTo>
                  <a:pt x="118" y="8"/>
                  <a:pt x="117" y="10"/>
                  <a:pt x="117" y="11"/>
                </a:cubicBezTo>
                <a:cubicBezTo>
                  <a:pt x="117" y="13"/>
                  <a:pt x="117" y="14"/>
                  <a:pt x="118" y="14"/>
                </a:cubicBezTo>
                <a:cubicBezTo>
                  <a:pt x="119" y="14"/>
                  <a:pt x="120" y="14"/>
                  <a:pt x="120" y="14"/>
                </a:cubicBezTo>
                <a:cubicBezTo>
                  <a:pt x="124" y="15"/>
                  <a:pt x="122" y="21"/>
                  <a:pt x="122" y="23"/>
                </a:cubicBezTo>
                <a:cubicBezTo>
                  <a:pt x="122" y="26"/>
                  <a:pt x="121" y="29"/>
                  <a:pt x="117" y="28"/>
                </a:cubicBezTo>
                <a:cubicBezTo>
                  <a:pt x="117" y="30"/>
                  <a:pt x="117" y="31"/>
                  <a:pt x="117" y="33"/>
                </a:cubicBezTo>
                <a:cubicBezTo>
                  <a:pt x="117" y="34"/>
                  <a:pt x="117" y="37"/>
                  <a:pt x="118" y="38"/>
                </a:cubicBezTo>
                <a:cubicBezTo>
                  <a:pt x="121" y="38"/>
                  <a:pt x="123" y="40"/>
                  <a:pt x="124" y="42"/>
                </a:cubicBezTo>
                <a:cubicBezTo>
                  <a:pt x="126" y="44"/>
                  <a:pt x="126" y="46"/>
                  <a:pt x="128" y="47"/>
                </a:cubicBezTo>
                <a:cubicBezTo>
                  <a:pt x="130" y="48"/>
                  <a:pt x="131" y="50"/>
                  <a:pt x="132" y="52"/>
                </a:cubicBezTo>
                <a:cubicBezTo>
                  <a:pt x="132" y="53"/>
                  <a:pt x="132" y="54"/>
                  <a:pt x="132" y="55"/>
                </a:cubicBezTo>
                <a:cubicBezTo>
                  <a:pt x="132" y="57"/>
                  <a:pt x="130" y="56"/>
                  <a:pt x="129" y="57"/>
                </a:cubicBezTo>
                <a:cubicBezTo>
                  <a:pt x="128" y="57"/>
                  <a:pt x="126" y="58"/>
                  <a:pt x="125" y="59"/>
                </a:cubicBezTo>
                <a:cubicBezTo>
                  <a:pt x="123" y="60"/>
                  <a:pt x="123" y="57"/>
                  <a:pt x="122" y="56"/>
                </a:cubicBezTo>
                <a:cubicBezTo>
                  <a:pt x="119" y="56"/>
                  <a:pt x="115" y="56"/>
                  <a:pt x="112" y="56"/>
                </a:cubicBezTo>
                <a:cubicBezTo>
                  <a:pt x="110" y="56"/>
                  <a:pt x="108" y="56"/>
                  <a:pt x="108" y="57"/>
                </a:cubicBezTo>
                <a:cubicBezTo>
                  <a:pt x="108" y="58"/>
                  <a:pt x="108" y="59"/>
                  <a:pt x="107" y="60"/>
                </a:cubicBezTo>
                <a:cubicBezTo>
                  <a:pt x="106" y="62"/>
                  <a:pt x="102" y="61"/>
                  <a:pt x="100" y="61"/>
                </a:cubicBezTo>
                <a:cubicBezTo>
                  <a:pt x="98" y="61"/>
                  <a:pt x="97" y="61"/>
                  <a:pt x="95" y="61"/>
                </a:cubicBezTo>
                <a:cubicBezTo>
                  <a:pt x="93" y="61"/>
                  <a:pt x="94" y="62"/>
                  <a:pt x="93" y="63"/>
                </a:cubicBezTo>
                <a:cubicBezTo>
                  <a:pt x="91" y="65"/>
                  <a:pt x="89" y="66"/>
                  <a:pt x="87" y="66"/>
                </a:cubicBezTo>
                <a:cubicBezTo>
                  <a:pt x="84" y="66"/>
                  <a:pt x="82" y="66"/>
                  <a:pt x="80" y="68"/>
                </a:cubicBezTo>
                <a:cubicBezTo>
                  <a:pt x="78" y="69"/>
                  <a:pt x="77" y="72"/>
                  <a:pt x="76" y="74"/>
                </a:cubicBezTo>
                <a:cubicBezTo>
                  <a:pt x="75" y="76"/>
                  <a:pt x="74" y="78"/>
                  <a:pt x="72" y="80"/>
                </a:cubicBezTo>
                <a:cubicBezTo>
                  <a:pt x="71" y="82"/>
                  <a:pt x="68" y="83"/>
                  <a:pt x="66" y="85"/>
                </a:cubicBezTo>
                <a:cubicBezTo>
                  <a:pt x="71" y="94"/>
                  <a:pt x="80" y="102"/>
                  <a:pt x="88" y="110"/>
                </a:cubicBezTo>
                <a:cubicBezTo>
                  <a:pt x="96" y="119"/>
                  <a:pt x="102" y="129"/>
                  <a:pt x="103" y="141"/>
                </a:cubicBezTo>
                <a:cubicBezTo>
                  <a:pt x="107" y="140"/>
                  <a:pt x="108" y="137"/>
                  <a:pt x="108" y="134"/>
                </a:cubicBezTo>
                <a:cubicBezTo>
                  <a:pt x="108" y="130"/>
                  <a:pt x="108" y="126"/>
                  <a:pt x="113" y="127"/>
                </a:cubicBezTo>
                <a:cubicBezTo>
                  <a:pt x="116" y="127"/>
                  <a:pt x="118" y="127"/>
                  <a:pt x="121" y="127"/>
                </a:cubicBezTo>
                <a:cubicBezTo>
                  <a:pt x="122" y="127"/>
                  <a:pt x="123" y="127"/>
                  <a:pt x="125" y="127"/>
                </a:cubicBezTo>
                <a:cubicBezTo>
                  <a:pt x="126" y="127"/>
                  <a:pt x="127" y="127"/>
                  <a:pt x="127" y="126"/>
                </a:cubicBezTo>
                <a:cubicBezTo>
                  <a:pt x="128" y="124"/>
                  <a:pt x="130" y="123"/>
                  <a:pt x="133" y="122"/>
                </a:cubicBezTo>
                <a:cubicBezTo>
                  <a:pt x="135" y="122"/>
                  <a:pt x="138" y="123"/>
                  <a:pt x="140" y="125"/>
                </a:cubicBezTo>
                <a:cubicBezTo>
                  <a:pt x="140" y="125"/>
                  <a:pt x="141" y="126"/>
                  <a:pt x="141" y="126"/>
                </a:cubicBezTo>
                <a:cubicBezTo>
                  <a:pt x="141" y="127"/>
                  <a:pt x="142" y="127"/>
                  <a:pt x="143" y="127"/>
                </a:cubicBezTo>
                <a:cubicBezTo>
                  <a:pt x="146" y="127"/>
                  <a:pt x="148" y="127"/>
                  <a:pt x="150" y="129"/>
                </a:cubicBezTo>
                <a:cubicBezTo>
                  <a:pt x="151" y="130"/>
                  <a:pt x="152" y="131"/>
                  <a:pt x="153" y="133"/>
                </a:cubicBezTo>
                <a:cubicBezTo>
                  <a:pt x="154" y="134"/>
                  <a:pt x="154" y="134"/>
                  <a:pt x="154" y="135"/>
                </a:cubicBezTo>
                <a:cubicBezTo>
                  <a:pt x="155" y="137"/>
                  <a:pt x="156" y="136"/>
                  <a:pt x="158" y="136"/>
                </a:cubicBezTo>
                <a:cubicBezTo>
                  <a:pt x="161" y="136"/>
                  <a:pt x="166" y="136"/>
                  <a:pt x="165" y="141"/>
                </a:cubicBezTo>
                <a:cubicBezTo>
                  <a:pt x="168" y="141"/>
                  <a:pt x="172" y="141"/>
                  <a:pt x="174" y="144"/>
                </a:cubicBezTo>
                <a:cubicBezTo>
                  <a:pt x="176" y="146"/>
                  <a:pt x="179" y="149"/>
                  <a:pt x="179" y="152"/>
                </a:cubicBezTo>
                <a:cubicBezTo>
                  <a:pt x="179" y="156"/>
                  <a:pt x="179" y="160"/>
                  <a:pt x="179" y="165"/>
                </a:cubicBezTo>
                <a:cubicBezTo>
                  <a:pt x="182" y="165"/>
                  <a:pt x="184" y="166"/>
                  <a:pt x="184" y="169"/>
                </a:cubicBezTo>
                <a:cubicBezTo>
                  <a:pt x="185" y="169"/>
                  <a:pt x="187" y="169"/>
                  <a:pt x="188" y="169"/>
                </a:cubicBezTo>
                <a:cubicBezTo>
                  <a:pt x="188" y="168"/>
                  <a:pt x="189" y="167"/>
                  <a:pt x="189" y="166"/>
                </a:cubicBezTo>
                <a:cubicBezTo>
                  <a:pt x="190" y="164"/>
                  <a:pt x="192" y="162"/>
                  <a:pt x="193" y="160"/>
                </a:cubicBezTo>
                <a:cubicBezTo>
                  <a:pt x="193" y="156"/>
                  <a:pt x="193" y="152"/>
                  <a:pt x="193" y="148"/>
                </a:cubicBezTo>
                <a:cubicBezTo>
                  <a:pt x="193" y="146"/>
                  <a:pt x="193" y="144"/>
                  <a:pt x="193" y="142"/>
                </a:cubicBezTo>
                <a:cubicBezTo>
                  <a:pt x="193" y="141"/>
                  <a:pt x="191" y="140"/>
                  <a:pt x="190" y="140"/>
                </a:cubicBezTo>
                <a:cubicBezTo>
                  <a:pt x="185" y="137"/>
                  <a:pt x="181" y="132"/>
                  <a:pt x="179" y="127"/>
                </a:cubicBezTo>
                <a:cubicBezTo>
                  <a:pt x="175" y="127"/>
                  <a:pt x="163" y="129"/>
                  <a:pt x="165" y="122"/>
                </a:cubicBezTo>
                <a:cubicBezTo>
                  <a:pt x="161" y="122"/>
                  <a:pt x="154" y="123"/>
                  <a:pt x="155" y="118"/>
                </a:cubicBezTo>
                <a:cubicBezTo>
                  <a:pt x="151" y="117"/>
                  <a:pt x="148" y="113"/>
                  <a:pt x="146" y="109"/>
                </a:cubicBezTo>
                <a:cubicBezTo>
                  <a:pt x="146" y="108"/>
                  <a:pt x="144" y="108"/>
                  <a:pt x="143" y="107"/>
                </a:cubicBezTo>
                <a:cubicBezTo>
                  <a:pt x="142" y="105"/>
                  <a:pt x="144" y="104"/>
                  <a:pt x="145" y="104"/>
                </a:cubicBezTo>
                <a:cubicBezTo>
                  <a:pt x="148" y="103"/>
                  <a:pt x="156" y="103"/>
                  <a:pt x="155" y="108"/>
                </a:cubicBezTo>
                <a:cubicBezTo>
                  <a:pt x="158" y="108"/>
                  <a:pt x="160" y="110"/>
                  <a:pt x="163" y="112"/>
                </a:cubicBezTo>
                <a:cubicBezTo>
                  <a:pt x="166" y="114"/>
                  <a:pt x="168" y="114"/>
                  <a:pt x="171" y="117"/>
                </a:cubicBezTo>
                <a:cubicBezTo>
                  <a:pt x="172" y="118"/>
                  <a:pt x="173" y="119"/>
                  <a:pt x="173" y="121"/>
                </a:cubicBezTo>
                <a:cubicBezTo>
                  <a:pt x="174" y="122"/>
                  <a:pt x="174" y="122"/>
                  <a:pt x="175" y="122"/>
                </a:cubicBezTo>
                <a:cubicBezTo>
                  <a:pt x="176" y="122"/>
                  <a:pt x="178" y="122"/>
                  <a:pt x="179" y="122"/>
                </a:cubicBezTo>
                <a:cubicBezTo>
                  <a:pt x="182" y="123"/>
                  <a:pt x="184" y="123"/>
                  <a:pt x="184" y="127"/>
                </a:cubicBezTo>
                <a:cubicBezTo>
                  <a:pt x="187" y="127"/>
                  <a:pt x="194" y="126"/>
                  <a:pt x="193" y="132"/>
                </a:cubicBezTo>
                <a:cubicBezTo>
                  <a:pt x="195" y="132"/>
                  <a:pt x="201" y="131"/>
                  <a:pt x="202" y="134"/>
                </a:cubicBezTo>
                <a:cubicBezTo>
                  <a:pt x="203" y="135"/>
                  <a:pt x="202" y="137"/>
                  <a:pt x="203" y="138"/>
                </a:cubicBezTo>
                <a:cubicBezTo>
                  <a:pt x="203" y="140"/>
                  <a:pt x="204" y="141"/>
                  <a:pt x="205" y="142"/>
                </a:cubicBezTo>
                <a:cubicBezTo>
                  <a:pt x="206" y="143"/>
                  <a:pt x="207" y="144"/>
                  <a:pt x="207" y="146"/>
                </a:cubicBezTo>
                <a:cubicBezTo>
                  <a:pt x="209" y="146"/>
                  <a:pt x="210" y="147"/>
                  <a:pt x="212" y="148"/>
                </a:cubicBezTo>
                <a:cubicBezTo>
                  <a:pt x="213" y="149"/>
                  <a:pt x="214" y="150"/>
                  <a:pt x="215" y="152"/>
                </a:cubicBezTo>
                <a:cubicBezTo>
                  <a:pt x="215" y="152"/>
                  <a:pt x="215" y="153"/>
                  <a:pt x="216" y="154"/>
                </a:cubicBezTo>
                <a:cubicBezTo>
                  <a:pt x="216" y="155"/>
                  <a:pt x="216" y="155"/>
                  <a:pt x="218" y="155"/>
                </a:cubicBezTo>
                <a:cubicBezTo>
                  <a:pt x="219" y="155"/>
                  <a:pt x="220" y="155"/>
                  <a:pt x="221" y="154"/>
                </a:cubicBezTo>
                <a:cubicBezTo>
                  <a:pt x="221" y="153"/>
                  <a:pt x="221" y="152"/>
                  <a:pt x="221" y="152"/>
                </a:cubicBezTo>
                <a:cubicBezTo>
                  <a:pt x="221" y="150"/>
                  <a:pt x="222" y="150"/>
                  <a:pt x="223" y="149"/>
                </a:cubicBezTo>
                <a:cubicBezTo>
                  <a:pt x="225" y="146"/>
                  <a:pt x="226" y="143"/>
                  <a:pt x="226" y="139"/>
                </a:cubicBezTo>
                <a:cubicBezTo>
                  <a:pt x="225" y="132"/>
                  <a:pt x="221" y="126"/>
                  <a:pt x="217" y="120"/>
                </a:cubicBezTo>
                <a:cubicBezTo>
                  <a:pt x="215" y="118"/>
                  <a:pt x="213" y="115"/>
                  <a:pt x="212" y="113"/>
                </a:cubicBezTo>
                <a:cubicBezTo>
                  <a:pt x="212" y="111"/>
                  <a:pt x="211" y="109"/>
                  <a:pt x="213" y="107"/>
                </a:cubicBezTo>
                <a:cubicBezTo>
                  <a:pt x="213" y="105"/>
                  <a:pt x="214" y="104"/>
                  <a:pt x="216" y="104"/>
                </a:cubicBezTo>
                <a:cubicBezTo>
                  <a:pt x="220" y="101"/>
                  <a:pt x="226" y="104"/>
                  <a:pt x="230" y="106"/>
                </a:cubicBezTo>
                <a:cubicBezTo>
                  <a:pt x="233" y="107"/>
                  <a:pt x="235" y="109"/>
                  <a:pt x="237" y="110"/>
                </a:cubicBezTo>
                <a:cubicBezTo>
                  <a:pt x="238" y="111"/>
                  <a:pt x="238" y="112"/>
                  <a:pt x="239" y="112"/>
                </a:cubicBezTo>
                <a:cubicBezTo>
                  <a:pt x="240" y="113"/>
                  <a:pt x="241" y="113"/>
                  <a:pt x="243" y="113"/>
                </a:cubicBezTo>
                <a:cubicBezTo>
                  <a:pt x="244" y="114"/>
                  <a:pt x="245" y="115"/>
                  <a:pt x="245" y="116"/>
                </a:cubicBezTo>
                <a:cubicBezTo>
                  <a:pt x="245" y="117"/>
                  <a:pt x="244" y="117"/>
                  <a:pt x="246" y="118"/>
                </a:cubicBezTo>
                <a:cubicBezTo>
                  <a:pt x="246" y="118"/>
                  <a:pt x="247" y="119"/>
                  <a:pt x="248" y="119"/>
                </a:cubicBezTo>
                <a:cubicBezTo>
                  <a:pt x="251" y="121"/>
                  <a:pt x="254" y="123"/>
                  <a:pt x="256" y="126"/>
                </a:cubicBezTo>
                <a:cubicBezTo>
                  <a:pt x="257" y="127"/>
                  <a:pt x="258" y="132"/>
                  <a:pt x="259" y="132"/>
                </a:cubicBezTo>
                <a:cubicBezTo>
                  <a:pt x="261" y="132"/>
                  <a:pt x="262" y="132"/>
                  <a:pt x="263" y="134"/>
                </a:cubicBezTo>
                <a:cubicBezTo>
                  <a:pt x="263" y="135"/>
                  <a:pt x="264" y="139"/>
                  <a:pt x="262" y="139"/>
                </a:cubicBezTo>
                <a:cubicBezTo>
                  <a:pt x="261" y="140"/>
                  <a:pt x="260" y="139"/>
                  <a:pt x="260" y="138"/>
                </a:cubicBezTo>
                <a:cubicBezTo>
                  <a:pt x="259" y="137"/>
                  <a:pt x="259" y="136"/>
                  <a:pt x="258" y="136"/>
                </a:cubicBezTo>
                <a:cubicBezTo>
                  <a:pt x="256" y="136"/>
                  <a:pt x="254" y="136"/>
                  <a:pt x="252" y="136"/>
                </a:cubicBezTo>
                <a:cubicBezTo>
                  <a:pt x="250" y="136"/>
                  <a:pt x="249" y="136"/>
                  <a:pt x="247" y="136"/>
                </a:cubicBezTo>
                <a:cubicBezTo>
                  <a:pt x="245" y="136"/>
                  <a:pt x="245" y="136"/>
                  <a:pt x="245" y="139"/>
                </a:cubicBezTo>
                <a:cubicBezTo>
                  <a:pt x="244" y="141"/>
                  <a:pt x="242" y="142"/>
                  <a:pt x="240" y="141"/>
                </a:cubicBezTo>
                <a:cubicBezTo>
                  <a:pt x="240" y="145"/>
                  <a:pt x="241" y="149"/>
                  <a:pt x="243" y="153"/>
                </a:cubicBezTo>
                <a:cubicBezTo>
                  <a:pt x="244" y="154"/>
                  <a:pt x="244" y="155"/>
                  <a:pt x="246" y="155"/>
                </a:cubicBezTo>
                <a:cubicBezTo>
                  <a:pt x="248" y="156"/>
                  <a:pt x="249" y="156"/>
                  <a:pt x="250" y="158"/>
                </a:cubicBezTo>
                <a:cubicBezTo>
                  <a:pt x="250" y="160"/>
                  <a:pt x="249" y="165"/>
                  <a:pt x="253" y="165"/>
                </a:cubicBezTo>
                <a:cubicBezTo>
                  <a:pt x="256" y="165"/>
                  <a:pt x="260" y="165"/>
                  <a:pt x="259" y="169"/>
                </a:cubicBezTo>
                <a:cubicBezTo>
                  <a:pt x="262" y="170"/>
                  <a:pt x="263" y="171"/>
                  <a:pt x="265" y="172"/>
                </a:cubicBezTo>
                <a:cubicBezTo>
                  <a:pt x="268" y="174"/>
                  <a:pt x="270" y="175"/>
                  <a:pt x="273" y="174"/>
                </a:cubicBezTo>
                <a:cubicBezTo>
                  <a:pt x="273" y="171"/>
                  <a:pt x="274" y="169"/>
                  <a:pt x="278" y="169"/>
                </a:cubicBezTo>
                <a:cubicBezTo>
                  <a:pt x="281" y="170"/>
                  <a:pt x="283" y="171"/>
                  <a:pt x="283" y="174"/>
                </a:cubicBezTo>
                <a:cubicBezTo>
                  <a:pt x="284" y="174"/>
                  <a:pt x="287" y="175"/>
                  <a:pt x="287" y="176"/>
                </a:cubicBezTo>
                <a:cubicBezTo>
                  <a:pt x="288" y="178"/>
                  <a:pt x="287" y="179"/>
                  <a:pt x="287" y="180"/>
                </a:cubicBezTo>
                <a:cubicBezTo>
                  <a:pt x="287" y="182"/>
                  <a:pt x="287" y="184"/>
                  <a:pt x="287" y="186"/>
                </a:cubicBezTo>
                <a:cubicBezTo>
                  <a:pt x="287" y="188"/>
                  <a:pt x="287" y="188"/>
                  <a:pt x="289" y="188"/>
                </a:cubicBezTo>
                <a:cubicBezTo>
                  <a:pt x="290" y="189"/>
                  <a:pt x="291" y="189"/>
                  <a:pt x="291" y="190"/>
                </a:cubicBezTo>
                <a:cubicBezTo>
                  <a:pt x="293" y="191"/>
                  <a:pt x="292" y="196"/>
                  <a:pt x="292" y="198"/>
                </a:cubicBezTo>
                <a:cubicBezTo>
                  <a:pt x="294" y="198"/>
                  <a:pt x="296" y="198"/>
                  <a:pt x="297" y="200"/>
                </a:cubicBezTo>
                <a:cubicBezTo>
                  <a:pt x="297" y="202"/>
                  <a:pt x="297" y="205"/>
                  <a:pt x="296" y="207"/>
                </a:cubicBezTo>
                <a:cubicBezTo>
                  <a:pt x="295" y="211"/>
                  <a:pt x="292" y="213"/>
                  <a:pt x="287" y="212"/>
                </a:cubicBezTo>
                <a:cubicBezTo>
                  <a:pt x="287" y="217"/>
                  <a:pt x="279" y="217"/>
                  <a:pt x="275" y="215"/>
                </a:cubicBezTo>
                <a:cubicBezTo>
                  <a:pt x="274" y="214"/>
                  <a:pt x="274" y="214"/>
                  <a:pt x="273" y="212"/>
                </a:cubicBezTo>
                <a:cubicBezTo>
                  <a:pt x="273" y="211"/>
                  <a:pt x="267" y="212"/>
                  <a:pt x="266" y="212"/>
                </a:cubicBezTo>
                <a:cubicBezTo>
                  <a:pt x="263" y="212"/>
                  <a:pt x="258" y="212"/>
                  <a:pt x="259" y="207"/>
                </a:cubicBezTo>
                <a:cubicBezTo>
                  <a:pt x="255" y="207"/>
                  <a:pt x="253" y="203"/>
                  <a:pt x="250" y="202"/>
                </a:cubicBezTo>
                <a:cubicBezTo>
                  <a:pt x="250" y="206"/>
                  <a:pt x="250" y="211"/>
                  <a:pt x="248" y="214"/>
                </a:cubicBezTo>
                <a:cubicBezTo>
                  <a:pt x="246" y="218"/>
                  <a:pt x="242" y="217"/>
                  <a:pt x="238" y="216"/>
                </a:cubicBezTo>
                <a:cubicBezTo>
                  <a:pt x="235" y="216"/>
                  <a:pt x="231" y="216"/>
                  <a:pt x="231" y="212"/>
                </a:cubicBezTo>
                <a:cubicBezTo>
                  <a:pt x="227" y="212"/>
                  <a:pt x="220" y="213"/>
                  <a:pt x="221" y="207"/>
                </a:cubicBezTo>
                <a:cubicBezTo>
                  <a:pt x="218" y="207"/>
                  <a:pt x="216" y="206"/>
                  <a:pt x="217" y="202"/>
                </a:cubicBezTo>
                <a:cubicBezTo>
                  <a:pt x="213" y="202"/>
                  <a:pt x="201" y="205"/>
                  <a:pt x="202" y="198"/>
                </a:cubicBezTo>
                <a:cubicBezTo>
                  <a:pt x="198" y="197"/>
                  <a:pt x="193" y="198"/>
                  <a:pt x="188" y="198"/>
                </a:cubicBezTo>
                <a:cubicBezTo>
                  <a:pt x="183" y="197"/>
                  <a:pt x="182" y="193"/>
                  <a:pt x="184" y="188"/>
                </a:cubicBezTo>
                <a:cubicBezTo>
                  <a:pt x="182" y="188"/>
                  <a:pt x="181" y="188"/>
                  <a:pt x="180" y="187"/>
                </a:cubicBezTo>
                <a:cubicBezTo>
                  <a:pt x="178" y="186"/>
                  <a:pt x="179" y="184"/>
                  <a:pt x="179" y="182"/>
                </a:cubicBezTo>
                <a:cubicBezTo>
                  <a:pt x="179" y="181"/>
                  <a:pt x="179" y="180"/>
                  <a:pt x="179" y="179"/>
                </a:cubicBezTo>
                <a:cubicBezTo>
                  <a:pt x="178" y="179"/>
                  <a:pt x="177" y="179"/>
                  <a:pt x="177" y="179"/>
                </a:cubicBezTo>
                <a:cubicBezTo>
                  <a:pt x="175" y="178"/>
                  <a:pt x="174" y="177"/>
                  <a:pt x="174" y="176"/>
                </a:cubicBezTo>
                <a:cubicBezTo>
                  <a:pt x="174" y="174"/>
                  <a:pt x="175" y="173"/>
                  <a:pt x="174" y="171"/>
                </a:cubicBezTo>
                <a:cubicBezTo>
                  <a:pt x="173" y="170"/>
                  <a:pt x="171" y="170"/>
                  <a:pt x="170" y="170"/>
                </a:cubicBezTo>
                <a:cubicBezTo>
                  <a:pt x="167" y="169"/>
                  <a:pt x="164" y="169"/>
                  <a:pt x="165" y="165"/>
                </a:cubicBezTo>
                <a:cubicBezTo>
                  <a:pt x="158" y="165"/>
                  <a:pt x="157" y="174"/>
                  <a:pt x="151" y="175"/>
                </a:cubicBezTo>
                <a:cubicBezTo>
                  <a:pt x="146" y="175"/>
                  <a:pt x="142" y="171"/>
                  <a:pt x="138" y="170"/>
                </a:cubicBezTo>
                <a:cubicBezTo>
                  <a:pt x="131" y="169"/>
                  <a:pt x="124" y="169"/>
                  <a:pt x="117" y="169"/>
                </a:cubicBezTo>
                <a:cubicBezTo>
                  <a:pt x="119" y="175"/>
                  <a:pt x="112" y="174"/>
                  <a:pt x="108" y="174"/>
                </a:cubicBezTo>
                <a:cubicBezTo>
                  <a:pt x="109" y="182"/>
                  <a:pt x="99" y="179"/>
                  <a:pt x="94" y="179"/>
                </a:cubicBezTo>
                <a:cubicBezTo>
                  <a:pt x="91" y="178"/>
                  <a:pt x="88" y="178"/>
                  <a:pt x="85" y="179"/>
                </a:cubicBezTo>
                <a:cubicBezTo>
                  <a:pt x="83" y="179"/>
                  <a:pt x="81" y="178"/>
                  <a:pt x="80" y="180"/>
                </a:cubicBezTo>
                <a:cubicBezTo>
                  <a:pt x="80" y="181"/>
                  <a:pt x="80" y="182"/>
                  <a:pt x="80" y="183"/>
                </a:cubicBezTo>
                <a:cubicBezTo>
                  <a:pt x="80" y="184"/>
                  <a:pt x="79" y="185"/>
                  <a:pt x="78" y="187"/>
                </a:cubicBezTo>
                <a:cubicBezTo>
                  <a:pt x="76" y="191"/>
                  <a:pt x="72" y="193"/>
                  <a:pt x="67" y="193"/>
                </a:cubicBezTo>
                <a:cubicBezTo>
                  <a:pt x="65" y="193"/>
                  <a:pt x="66" y="194"/>
                  <a:pt x="65" y="195"/>
                </a:cubicBezTo>
                <a:cubicBezTo>
                  <a:pt x="65" y="196"/>
                  <a:pt x="65" y="197"/>
                  <a:pt x="64" y="197"/>
                </a:cubicBezTo>
                <a:cubicBezTo>
                  <a:pt x="63" y="199"/>
                  <a:pt x="60" y="197"/>
                  <a:pt x="59" y="198"/>
                </a:cubicBezTo>
                <a:cubicBezTo>
                  <a:pt x="55" y="199"/>
                  <a:pt x="56" y="205"/>
                  <a:pt x="56" y="208"/>
                </a:cubicBezTo>
                <a:cubicBezTo>
                  <a:pt x="56" y="211"/>
                  <a:pt x="56" y="216"/>
                  <a:pt x="51" y="217"/>
                </a:cubicBezTo>
                <a:cubicBezTo>
                  <a:pt x="52" y="221"/>
                  <a:pt x="53" y="228"/>
                  <a:pt x="48" y="230"/>
                </a:cubicBezTo>
                <a:cubicBezTo>
                  <a:pt x="46" y="232"/>
                  <a:pt x="44" y="232"/>
                  <a:pt x="41" y="231"/>
                </a:cubicBezTo>
                <a:cubicBezTo>
                  <a:pt x="40" y="231"/>
                  <a:pt x="38" y="230"/>
                  <a:pt x="37" y="231"/>
                </a:cubicBezTo>
                <a:cubicBezTo>
                  <a:pt x="37" y="233"/>
                  <a:pt x="36" y="234"/>
                  <a:pt x="34" y="235"/>
                </a:cubicBezTo>
                <a:cubicBezTo>
                  <a:pt x="33" y="235"/>
                  <a:pt x="31" y="236"/>
                  <a:pt x="30" y="236"/>
                </a:cubicBezTo>
                <a:cubicBezTo>
                  <a:pt x="29" y="236"/>
                  <a:pt x="28" y="235"/>
                  <a:pt x="27" y="236"/>
                </a:cubicBezTo>
                <a:cubicBezTo>
                  <a:pt x="27" y="237"/>
                  <a:pt x="27" y="237"/>
                  <a:pt x="26" y="238"/>
                </a:cubicBezTo>
                <a:cubicBezTo>
                  <a:pt x="24" y="242"/>
                  <a:pt x="23" y="246"/>
                  <a:pt x="23" y="250"/>
                </a:cubicBezTo>
                <a:cubicBezTo>
                  <a:pt x="22" y="252"/>
                  <a:pt x="23" y="255"/>
                  <a:pt x="21" y="257"/>
                </a:cubicBezTo>
                <a:cubicBezTo>
                  <a:pt x="21" y="258"/>
                  <a:pt x="20" y="259"/>
                  <a:pt x="18" y="259"/>
                </a:cubicBezTo>
                <a:cubicBezTo>
                  <a:pt x="18" y="262"/>
                  <a:pt x="18" y="265"/>
                  <a:pt x="18" y="267"/>
                </a:cubicBezTo>
                <a:cubicBezTo>
                  <a:pt x="18" y="270"/>
                  <a:pt x="16" y="274"/>
                  <a:pt x="14" y="276"/>
                </a:cubicBezTo>
                <a:cubicBezTo>
                  <a:pt x="12" y="277"/>
                  <a:pt x="11" y="278"/>
                  <a:pt x="9" y="278"/>
                </a:cubicBezTo>
                <a:cubicBezTo>
                  <a:pt x="9" y="280"/>
                  <a:pt x="9" y="282"/>
                  <a:pt x="8" y="284"/>
                </a:cubicBezTo>
                <a:cubicBezTo>
                  <a:pt x="7" y="286"/>
                  <a:pt x="6" y="289"/>
                  <a:pt x="3" y="290"/>
                </a:cubicBezTo>
                <a:cubicBezTo>
                  <a:pt x="2" y="291"/>
                  <a:pt x="1" y="292"/>
                  <a:pt x="0" y="292"/>
                </a:cubicBezTo>
                <a:cubicBezTo>
                  <a:pt x="0" y="295"/>
                  <a:pt x="0" y="298"/>
                  <a:pt x="0" y="300"/>
                </a:cubicBezTo>
                <a:cubicBezTo>
                  <a:pt x="0" y="304"/>
                  <a:pt x="2" y="305"/>
                  <a:pt x="4" y="308"/>
                </a:cubicBezTo>
                <a:cubicBezTo>
                  <a:pt x="4" y="309"/>
                  <a:pt x="4" y="309"/>
                  <a:pt x="4" y="310"/>
                </a:cubicBezTo>
                <a:cubicBezTo>
                  <a:pt x="4" y="311"/>
                  <a:pt x="5" y="311"/>
                  <a:pt x="6" y="311"/>
                </a:cubicBezTo>
                <a:cubicBezTo>
                  <a:pt x="7" y="311"/>
                  <a:pt x="9" y="312"/>
                  <a:pt x="9" y="313"/>
                </a:cubicBezTo>
                <a:cubicBezTo>
                  <a:pt x="10" y="315"/>
                  <a:pt x="9" y="317"/>
                  <a:pt x="9" y="319"/>
                </a:cubicBezTo>
                <a:cubicBezTo>
                  <a:pt x="9" y="321"/>
                  <a:pt x="11" y="320"/>
                  <a:pt x="12" y="321"/>
                </a:cubicBezTo>
                <a:cubicBezTo>
                  <a:pt x="14" y="322"/>
                  <a:pt x="14" y="323"/>
                  <a:pt x="14" y="324"/>
                </a:cubicBezTo>
                <a:cubicBezTo>
                  <a:pt x="14" y="326"/>
                  <a:pt x="14" y="329"/>
                  <a:pt x="15" y="331"/>
                </a:cubicBezTo>
                <a:cubicBezTo>
                  <a:pt x="15" y="335"/>
                  <a:pt x="14" y="340"/>
                  <a:pt x="11" y="343"/>
                </a:cubicBezTo>
                <a:cubicBezTo>
                  <a:pt x="9" y="347"/>
                  <a:pt x="6" y="350"/>
                  <a:pt x="4" y="353"/>
                </a:cubicBezTo>
                <a:cubicBezTo>
                  <a:pt x="6" y="353"/>
                  <a:pt x="7" y="354"/>
                  <a:pt x="8" y="355"/>
                </a:cubicBezTo>
                <a:cubicBezTo>
                  <a:pt x="10" y="356"/>
                  <a:pt x="9" y="359"/>
                  <a:pt x="9" y="360"/>
                </a:cubicBezTo>
                <a:cubicBezTo>
                  <a:pt x="9" y="362"/>
                  <a:pt x="9" y="362"/>
                  <a:pt x="10" y="363"/>
                </a:cubicBezTo>
                <a:cubicBezTo>
                  <a:pt x="11" y="364"/>
                  <a:pt x="12" y="365"/>
                  <a:pt x="12" y="366"/>
                </a:cubicBezTo>
                <a:cubicBezTo>
                  <a:pt x="14" y="368"/>
                  <a:pt x="15" y="370"/>
                  <a:pt x="16" y="372"/>
                </a:cubicBezTo>
                <a:cubicBezTo>
                  <a:pt x="17" y="373"/>
                  <a:pt x="18" y="376"/>
                  <a:pt x="19" y="377"/>
                </a:cubicBezTo>
                <a:cubicBezTo>
                  <a:pt x="20" y="378"/>
                  <a:pt x="21" y="379"/>
                  <a:pt x="23" y="380"/>
                </a:cubicBezTo>
                <a:cubicBezTo>
                  <a:pt x="25" y="382"/>
                  <a:pt x="28" y="383"/>
                  <a:pt x="31" y="386"/>
                </a:cubicBezTo>
                <a:cubicBezTo>
                  <a:pt x="36" y="391"/>
                  <a:pt x="38" y="397"/>
                  <a:pt x="37" y="404"/>
                </a:cubicBezTo>
                <a:cubicBezTo>
                  <a:pt x="37" y="407"/>
                  <a:pt x="36" y="413"/>
                  <a:pt x="40" y="414"/>
                </a:cubicBezTo>
                <a:cubicBezTo>
                  <a:pt x="43" y="415"/>
                  <a:pt x="48" y="415"/>
                  <a:pt x="47" y="419"/>
                </a:cubicBezTo>
                <a:cubicBezTo>
                  <a:pt x="50" y="419"/>
                  <a:pt x="60" y="419"/>
                  <a:pt x="61" y="423"/>
                </a:cubicBezTo>
                <a:cubicBezTo>
                  <a:pt x="61" y="425"/>
                  <a:pt x="64" y="424"/>
                  <a:pt x="66" y="424"/>
                </a:cubicBezTo>
                <a:cubicBezTo>
                  <a:pt x="67" y="424"/>
                  <a:pt x="68" y="424"/>
                  <a:pt x="69" y="425"/>
                </a:cubicBezTo>
                <a:cubicBezTo>
                  <a:pt x="70" y="426"/>
                  <a:pt x="71" y="427"/>
                  <a:pt x="70" y="428"/>
                </a:cubicBezTo>
                <a:cubicBezTo>
                  <a:pt x="70" y="430"/>
                  <a:pt x="71" y="431"/>
                  <a:pt x="72" y="432"/>
                </a:cubicBezTo>
                <a:cubicBezTo>
                  <a:pt x="74" y="435"/>
                  <a:pt x="76" y="437"/>
                  <a:pt x="79" y="438"/>
                </a:cubicBezTo>
                <a:cubicBezTo>
                  <a:pt x="82" y="439"/>
                  <a:pt x="85" y="441"/>
                  <a:pt x="87" y="443"/>
                </a:cubicBezTo>
                <a:cubicBezTo>
                  <a:pt x="87" y="444"/>
                  <a:pt x="88" y="445"/>
                  <a:pt x="89" y="446"/>
                </a:cubicBezTo>
                <a:cubicBezTo>
                  <a:pt x="89" y="447"/>
                  <a:pt x="89" y="448"/>
                  <a:pt x="90" y="448"/>
                </a:cubicBezTo>
                <a:cubicBezTo>
                  <a:pt x="92" y="448"/>
                  <a:pt x="93" y="448"/>
                  <a:pt x="94" y="448"/>
                </a:cubicBezTo>
                <a:cubicBezTo>
                  <a:pt x="94" y="445"/>
                  <a:pt x="95" y="443"/>
                  <a:pt x="98" y="443"/>
                </a:cubicBezTo>
                <a:cubicBezTo>
                  <a:pt x="100" y="443"/>
                  <a:pt x="101" y="443"/>
                  <a:pt x="103" y="443"/>
                </a:cubicBezTo>
                <a:cubicBezTo>
                  <a:pt x="103" y="442"/>
                  <a:pt x="104" y="441"/>
                  <a:pt x="104" y="440"/>
                </a:cubicBezTo>
                <a:cubicBezTo>
                  <a:pt x="106" y="439"/>
                  <a:pt x="108" y="438"/>
                  <a:pt x="110" y="438"/>
                </a:cubicBezTo>
                <a:cubicBezTo>
                  <a:pt x="112" y="438"/>
                  <a:pt x="114" y="439"/>
                  <a:pt x="116" y="440"/>
                </a:cubicBezTo>
                <a:cubicBezTo>
                  <a:pt x="116" y="441"/>
                  <a:pt x="117" y="441"/>
                  <a:pt x="117" y="442"/>
                </a:cubicBezTo>
                <a:cubicBezTo>
                  <a:pt x="118" y="443"/>
                  <a:pt x="117" y="443"/>
                  <a:pt x="119" y="443"/>
                </a:cubicBezTo>
                <a:cubicBezTo>
                  <a:pt x="120" y="443"/>
                  <a:pt x="121" y="443"/>
                  <a:pt x="122" y="443"/>
                </a:cubicBezTo>
                <a:cubicBezTo>
                  <a:pt x="123" y="443"/>
                  <a:pt x="127" y="442"/>
                  <a:pt x="127" y="444"/>
                </a:cubicBezTo>
                <a:cubicBezTo>
                  <a:pt x="127" y="445"/>
                  <a:pt x="128" y="446"/>
                  <a:pt x="129" y="446"/>
                </a:cubicBezTo>
                <a:cubicBezTo>
                  <a:pt x="131" y="447"/>
                  <a:pt x="134" y="447"/>
                  <a:pt x="137" y="447"/>
                </a:cubicBezTo>
                <a:cubicBezTo>
                  <a:pt x="138" y="447"/>
                  <a:pt x="139" y="447"/>
                  <a:pt x="140" y="448"/>
                </a:cubicBezTo>
                <a:cubicBezTo>
                  <a:pt x="142" y="448"/>
                  <a:pt x="146" y="448"/>
                  <a:pt x="146" y="447"/>
                </a:cubicBezTo>
                <a:cubicBezTo>
                  <a:pt x="146" y="444"/>
                  <a:pt x="147" y="442"/>
                  <a:pt x="150" y="443"/>
                </a:cubicBezTo>
                <a:cubicBezTo>
                  <a:pt x="150" y="440"/>
                  <a:pt x="151" y="438"/>
                  <a:pt x="152" y="435"/>
                </a:cubicBezTo>
                <a:cubicBezTo>
                  <a:pt x="153" y="433"/>
                  <a:pt x="155" y="431"/>
                  <a:pt x="157" y="430"/>
                </a:cubicBezTo>
                <a:cubicBezTo>
                  <a:pt x="159" y="428"/>
                  <a:pt x="163" y="429"/>
                  <a:pt x="166" y="429"/>
                </a:cubicBezTo>
                <a:cubicBezTo>
                  <a:pt x="169" y="429"/>
                  <a:pt x="173" y="429"/>
                  <a:pt x="176" y="429"/>
                </a:cubicBezTo>
                <a:cubicBezTo>
                  <a:pt x="181" y="429"/>
                  <a:pt x="186" y="432"/>
                  <a:pt x="188" y="436"/>
                </a:cubicBezTo>
                <a:cubicBezTo>
                  <a:pt x="188" y="438"/>
                  <a:pt x="188" y="438"/>
                  <a:pt x="191" y="438"/>
                </a:cubicBezTo>
                <a:cubicBezTo>
                  <a:pt x="192" y="438"/>
                  <a:pt x="194" y="438"/>
                  <a:pt x="195" y="439"/>
                </a:cubicBezTo>
                <a:cubicBezTo>
                  <a:pt x="197" y="439"/>
                  <a:pt x="198" y="441"/>
                  <a:pt x="198" y="443"/>
                </a:cubicBezTo>
                <a:cubicBezTo>
                  <a:pt x="201" y="443"/>
                  <a:pt x="213" y="441"/>
                  <a:pt x="212" y="448"/>
                </a:cubicBezTo>
                <a:cubicBezTo>
                  <a:pt x="215" y="448"/>
                  <a:pt x="217" y="448"/>
                  <a:pt x="220" y="449"/>
                </a:cubicBezTo>
                <a:cubicBezTo>
                  <a:pt x="222" y="450"/>
                  <a:pt x="224" y="452"/>
                  <a:pt x="225" y="453"/>
                </a:cubicBezTo>
                <a:cubicBezTo>
                  <a:pt x="229" y="457"/>
                  <a:pt x="231" y="461"/>
                  <a:pt x="231" y="467"/>
                </a:cubicBezTo>
                <a:cubicBezTo>
                  <a:pt x="231" y="471"/>
                  <a:pt x="229" y="474"/>
                  <a:pt x="227" y="477"/>
                </a:cubicBezTo>
                <a:cubicBezTo>
                  <a:pt x="226" y="481"/>
                  <a:pt x="226" y="487"/>
                  <a:pt x="221" y="485"/>
                </a:cubicBezTo>
                <a:cubicBezTo>
                  <a:pt x="221" y="487"/>
                  <a:pt x="221" y="489"/>
                  <a:pt x="221" y="490"/>
                </a:cubicBezTo>
                <a:cubicBezTo>
                  <a:pt x="222" y="490"/>
                  <a:pt x="223" y="490"/>
                  <a:pt x="224" y="491"/>
                </a:cubicBezTo>
                <a:cubicBezTo>
                  <a:pt x="227" y="492"/>
                  <a:pt x="226" y="495"/>
                  <a:pt x="226" y="497"/>
                </a:cubicBezTo>
                <a:cubicBezTo>
                  <a:pt x="226" y="499"/>
                  <a:pt x="226" y="499"/>
                  <a:pt x="227" y="500"/>
                </a:cubicBezTo>
                <a:cubicBezTo>
                  <a:pt x="229" y="500"/>
                  <a:pt x="230" y="501"/>
                  <a:pt x="231" y="501"/>
                </a:cubicBezTo>
                <a:cubicBezTo>
                  <a:pt x="232" y="503"/>
                  <a:pt x="234" y="505"/>
                  <a:pt x="235" y="506"/>
                </a:cubicBezTo>
                <a:cubicBezTo>
                  <a:pt x="236" y="510"/>
                  <a:pt x="237" y="514"/>
                  <a:pt x="240" y="518"/>
                </a:cubicBezTo>
                <a:cubicBezTo>
                  <a:pt x="241" y="520"/>
                  <a:pt x="240" y="523"/>
                  <a:pt x="240" y="525"/>
                </a:cubicBezTo>
                <a:cubicBezTo>
                  <a:pt x="241" y="527"/>
                  <a:pt x="242" y="528"/>
                  <a:pt x="243" y="529"/>
                </a:cubicBezTo>
                <a:cubicBezTo>
                  <a:pt x="245" y="531"/>
                  <a:pt x="248" y="532"/>
                  <a:pt x="249" y="535"/>
                </a:cubicBezTo>
                <a:cubicBezTo>
                  <a:pt x="250" y="536"/>
                  <a:pt x="250" y="538"/>
                  <a:pt x="250" y="540"/>
                </a:cubicBezTo>
                <a:cubicBezTo>
                  <a:pt x="250" y="541"/>
                  <a:pt x="250" y="543"/>
                  <a:pt x="250" y="544"/>
                </a:cubicBezTo>
                <a:cubicBezTo>
                  <a:pt x="250" y="545"/>
                  <a:pt x="250" y="546"/>
                  <a:pt x="250" y="547"/>
                </a:cubicBezTo>
                <a:cubicBezTo>
                  <a:pt x="250" y="547"/>
                  <a:pt x="251" y="547"/>
                  <a:pt x="252" y="547"/>
                </a:cubicBezTo>
                <a:cubicBezTo>
                  <a:pt x="254" y="548"/>
                  <a:pt x="255" y="549"/>
                  <a:pt x="254" y="551"/>
                </a:cubicBezTo>
                <a:cubicBezTo>
                  <a:pt x="254" y="555"/>
                  <a:pt x="254" y="558"/>
                  <a:pt x="254" y="562"/>
                </a:cubicBezTo>
                <a:cubicBezTo>
                  <a:pt x="254" y="566"/>
                  <a:pt x="256" y="576"/>
                  <a:pt x="250" y="575"/>
                </a:cubicBezTo>
                <a:cubicBezTo>
                  <a:pt x="250" y="578"/>
                  <a:pt x="250" y="581"/>
                  <a:pt x="250" y="584"/>
                </a:cubicBezTo>
                <a:cubicBezTo>
                  <a:pt x="251" y="585"/>
                  <a:pt x="253" y="586"/>
                  <a:pt x="255" y="587"/>
                </a:cubicBezTo>
                <a:cubicBezTo>
                  <a:pt x="256" y="588"/>
                  <a:pt x="257" y="590"/>
                  <a:pt x="257" y="591"/>
                </a:cubicBezTo>
                <a:cubicBezTo>
                  <a:pt x="257" y="592"/>
                  <a:pt x="257" y="593"/>
                  <a:pt x="256" y="593"/>
                </a:cubicBezTo>
                <a:cubicBezTo>
                  <a:pt x="256" y="593"/>
                  <a:pt x="255" y="593"/>
                  <a:pt x="255" y="594"/>
                </a:cubicBezTo>
                <a:cubicBezTo>
                  <a:pt x="254" y="594"/>
                  <a:pt x="254" y="594"/>
                  <a:pt x="254" y="595"/>
                </a:cubicBezTo>
                <a:cubicBezTo>
                  <a:pt x="252" y="599"/>
                  <a:pt x="249" y="601"/>
                  <a:pt x="246" y="605"/>
                </a:cubicBezTo>
                <a:cubicBezTo>
                  <a:pt x="244" y="608"/>
                  <a:pt x="245" y="614"/>
                  <a:pt x="240" y="613"/>
                </a:cubicBezTo>
                <a:cubicBezTo>
                  <a:pt x="240" y="617"/>
                  <a:pt x="240" y="622"/>
                  <a:pt x="240" y="627"/>
                </a:cubicBezTo>
                <a:cubicBezTo>
                  <a:pt x="240" y="630"/>
                  <a:pt x="239" y="632"/>
                  <a:pt x="235" y="632"/>
                </a:cubicBezTo>
                <a:cubicBezTo>
                  <a:pt x="235" y="635"/>
                  <a:pt x="233" y="637"/>
                  <a:pt x="231" y="640"/>
                </a:cubicBezTo>
                <a:cubicBezTo>
                  <a:pt x="230" y="643"/>
                  <a:pt x="231" y="647"/>
                  <a:pt x="226" y="646"/>
                </a:cubicBezTo>
                <a:cubicBezTo>
                  <a:pt x="226" y="653"/>
                  <a:pt x="226" y="661"/>
                  <a:pt x="226" y="669"/>
                </a:cubicBezTo>
                <a:cubicBezTo>
                  <a:pt x="226" y="673"/>
                  <a:pt x="226" y="677"/>
                  <a:pt x="226" y="681"/>
                </a:cubicBezTo>
                <a:cubicBezTo>
                  <a:pt x="226" y="682"/>
                  <a:pt x="226" y="683"/>
                  <a:pt x="226" y="683"/>
                </a:cubicBezTo>
                <a:cubicBezTo>
                  <a:pt x="227" y="684"/>
                  <a:pt x="227" y="684"/>
                  <a:pt x="228" y="684"/>
                </a:cubicBezTo>
                <a:cubicBezTo>
                  <a:pt x="229" y="684"/>
                  <a:pt x="230" y="684"/>
                  <a:pt x="230" y="685"/>
                </a:cubicBezTo>
                <a:cubicBezTo>
                  <a:pt x="231" y="686"/>
                  <a:pt x="231" y="688"/>
                  <a:pt x="231" y="689"/>
                </a:cubicBezTo>
                <a:cubicBezTo>
                  <a:pt x="231" y="690"/>
                  <a:pt x="231" y="691"/>
                  <a:pt x="231" y="692"/>
                </a:cubicBezTo>
                <a:cubicBezTo>
                  <a:pt x="231" y="693"/>
                  <a:pt x="231" y="693"/>
                  <a:pt x="232" y="693"/>
                </a:cubicBezTo>
                <a:cubicBezTo>
                  <a:pt x="235" y="693"/>
                  <a:pt x="236" y="695"/>
                  <a:pt x="235" y="698"/>
                </a:cubicBezTo>
                <a:cubicBezTo>
                  <a:pt x="235" y="701"/>
                  <a:pt x="237" y="713"/>
                  <a:pt x="231" y="712"/>
                </a:cubicBezTo>
                <a:cubicBezTo>
                  <a:pt x="231" y="722"/>
                  <a:pt x="231" y="732"/>
                  <a:pt x="231" y="742"/>
                </a:cubicBezTo>
                <a:cubicBezTo>
                  <a:pt x="231" y="745"/>
                  <a:pt x="231" y="747"/>
                  <a:pt x="231" y="749"/>
                </a:cubicBezTo>
                <a:cubicBezTo>
                  <a:pt x="232" y="750"/>
                  <a:pt x="233" y="751"/>
                  <a:pt x="234" y="752"/>
                </a:cubicBezTo>
                <a:cubicBezTo>
                  <a:pt x="237" y="755"/>
                  <a:pt x="238" y="758"/>
                  <a:pt x="239" y="761"/>
                </a:cubicBezTo>
                <a:cubicBezTo>
                  <a:pt x="240" y="764"/>
                  <a:pt x="241" y="768"/>
                  <a:pt x="239" y="771"/>
                </a:cubicBezTo>
                <a:cubicBezTo>
                  <a:pt x="238" y="774"/>
                  <a:pt x="236" y="776"/>
                  <a:pt x="233" y="777"/>
                </a:cubicBezTo>
                <a:cubicBezTo>
                  <a:pt x="231" y="778"/>
                  <a:pt x="228" y="779"/>
                  <a:pt x="225" y="780"/>
                </a:cubicBezTo>
                <a:cubicBezTo>
                  <a:pt x="224" y="781"/>
                  <a:pt x="223" y="781"/>
                  <a:pt x="222" y="782"/>
                </a:cubicBezTo>
                <a:cubicBezTo>
                  <a:pt x="220" y="783"/>
                  <a:pt x="221" y="787"/>
                  <a:pt x="222" y="788"/>
                </a:cubicBezTo>
                <a:cubicBezTo>
                  <a:pt x="222" y="791"/>
                  <a:pt x="222" y="794"/>
                  <a:pt x="224" y="796"/>
                </a:cubicBezTo>
                <a:cubicBezTo>
                  <a:pt x="226" y="798"/>
                  <a:pt x="228" y="794"/>
                  <a:pt x="230" y="793"/>
                </a:cubicBezTo>
                <a:cubicBezTo>
                  <a:pt x="235" y="791"/>
                  <a:pt x="242" y="791"/>
                  <a:pt x="247" y="791"/>
                </a:cubicBezTo>
                <a:cubicBezTo>
                  <a:pt x="253" y="791"/>
                  <a:pt x="259" y="791"/>
                  <a:pt x="264" y="787"/>
                </a:cubicBezTo>
                <a:cubicBezTo>
                  <a:pt x="266" y="787"/>
                  <a:pt x="268" y="787"/>
                  <a:pt x="271" y="787"/>
                </a:cubicBezTo>
                <a:cubicBezTo>
                  <a:pt x="272" y="787"/>
                  <a:pt x="273" y="788"/>
                  <a:pt x="273" y="786"/>
                </a:cubicBezTo>
                <a:cubicBezTo>
                  <a:pt x="274" y="785"/>
                  <a:pt x="274" y="785"/>
                  <a:pt x="274" y="784"/>
                </a:cubicBezTo>
                <a:cubicBezTo>
                  <a:pt x="276" y="781"/>
                  <a:pt x="279" y="779"/>
                  <a:pt x="283" y="778"/>
                </a:cubicBezTo>
                <a:cubicBezTo>
                  <a:pt x="283" y="769"/>
                  <a:pt x="283" y="761"/>
                  <a:pt x="291" y="757"/>
                </a:cubicBezTo>
                <a:cubicBezTo>
                  <a:pt x="295" y="755"/>
                  <a:pt x="299" y="754"/>
                  <a:pt x="303" y="754"/>
                </a:cubicBezTo>
                <a:cubicBezTo>
                  <a:pt x="307" y="754"/>
                  <a:pt x="312" y="755"/>
                  <a:pt x="317" y="754"/>
                </a:cubicBezTo>
                <a:cubicBezTo>
                  <a:pt x="319" y="754"/>
                  <a:pt x="320" y="753"/>
                  <a:pt x="320" y="751"/>
                </a:cubicBezTo>
                <a:cubicBezTo>
                  <a:pt x="321" y="748"/>
                  <a:pt x="320" y="744"/>
                  <a:pt x="320" y="741"/>
                </a:cubicBezTo>
                <a:cubicBezTo>
                  <a:pt x="320" y="740"/>
                  <a:pt x="320" y="738"/>
                  <a:pt x="320" y="737"/>
                </a:cubicBezTo>
                <a:cubicBezTo>
                  <a:pt x="320" y="735"/>
                  <a:pt x="320" y="736"/>
                  <a:pt x="319" y="735"/>
                </a:cubicBezTo>
                <a:cubicBezTo>
                  <a:pt x="317" y="734"/>
                  <a:pt x="317" y="733"/>
                  <a:pt x="316" y="732"/>
                </a:cubicBezTo>
                <a:cubicBezTo>
                  <a:pt x="315" y="729"/>
                  <a:pt x="316" y="725"/>
                  <a:pt x="318" y="723"/>
                </a:cubicBezTo>
                <a:cubicBezTo>
                  <a:pt x="318" y="722"/>
                  <a:pt x="319" y="722"/>
                  <a:pt x="319" y="721"/>
                </a:cubicBezTo>
                <a:cubicBezTo>
                  <a:pt x="321" y="721"/>
                  <a:pt x="320" y="720"/>
                  <a:pt x="321" y="719"/>
                </a:cubicBezTo>
                <a:cubicBezTo>
                  <a:pt x="321" y="717"/>
                  <a:pt x="323" y="716"/>
                  <a:pt x="325" y="716"/>
                </a:cubicBezTo>
                <a:cubicBezTo>
                  <a:pt x="325" y="715"/>
                  <a:pt x="325" y="713"/>
                  <a:pt x="327" y="712"/>
                </a:cubicBezTo>
                <a:cubicBezTo>
                  <a:pt x="328" y="711"/>
                  <a:pt x="331" y="712"/>
                  <a:pt x="333" y="711"/>
                </a:cubicBezTo>
                <a:cubicBezTo>
                  <a:pt x="337" y="710"/>
                  <a:pt x="338" y="706"/>
                  <a:pt x="339" y="702"/>
                </a:cubicBezTo>
                <a:cubicBezTo>
                  <a:pt x="340" y="698"/>
                  <a:pt x="339" y="693"/>
                  <a:pt x="339" y="688"/>
                </a:cubicBezTo>
                <a:cubicBezTo>
                  <a:pt x="339" y="685"/>
                  <a:pt x="338" y="678"/>
                  <a:pt x="344" y="679"/>
                </a:cubicBezTo>
                <a:cubicBezTo>
                  <a:pt x="344" y="676"/>
                  <a:pt x="344" y="673"/>
                  <a:pt x="345" y="671"/>
                </a:cubicBezTo>
                <a:cubicBezTo>
                  <a:pt x="346" y="669"/>
                  <a:pt x="348" y="667"/>
                  <a:pt x="350" y="666"/>
                </a:cubicBezTo>
                <a:cubicBezTo>
                  <a:pt x="352" y="665"/>
                  <a:pt x="355" y="665"/>
                  <a:pt x="356" y="663"/>
                </a:cubicBezTo>
                <a:cubicBezTo>
                  <a:pt x="358" y="661"/>
                  <a:pt x="358" y="659"/>
                  <a:pt x="358" y="657"/>
                </a:cubicBezTo>
                <a:cubicBezTo>
                  <a:pt x="358" y="655"/>
                  <a:pt x="357" y="651"/>
                  <a:pt x="359" y="650"/>
                </a:cubicBezTo>
                <a:cubicBezTo>
                  <a:pt x="360" y="647"/>
                  <a:pt x="362" y="645"/>
                  <a:pt x="364" y="642"/>
                </a:cubicBezTo>
                <a:cubicBezTo>
                  <a:pt x="367" y="638"/>
                  <a:pt x="372" y="634"/>
                  <a:pt x="377" y="630"/>
                </a:cubicBezTo>
                <a:cubicBezTo>
                  <a:pt x="378" y="629"/>
                  <a:pt x="379" y="629"/>
                  <a:pt x="380" y="628"/>
                </a:cubicBezTo>
                <a:cubicBezTo>
                  <a:pt x="381" y="627"/>
                  <a:pt x="382" y="627"/>
                  <a:pt x="382" y="625"/>
                </a:cubicBezTo>
                <a:cubicBezTo>
                  <a:pt x="382" y="622"/>
                  <a:pt x="382" y="620"/>
                  <a:pt x="382" y="617"/>
                </a:cubicBezTo>
                <a:cubicBezTo>
                  <a:pt x="382" y="611"/>
                  <a:pt x="381" y="606"/>
                  <a:pt x="381" y="600"/>
                </a:cubicBezTo>
                <a:cubicBezTo>
                  <a:pt x="382" y="596"/>
                  <a:pt x="382" y="591"/>
                  <a:pt x="384" y="588"/>
                </a:cubicBezTo>
                <a:cubicBezTo>
                  <a:pt x="384" y="587"/>
                  <a:pt x="385" y="586"/>
                  <a:pt x="385" y="585"/>
                </a:cubicBezTo>
                <a:cubicBezTo>
                  <a:pt x="386" y="584"/>
                  <a:pt x="386" y="584"/>
                  <a:pt x="387" y="582"/>
                </a:cubicBezTo>
                <a:cubicBezTo>
                  <a:pt x="387" y="580"/>
                  <a:pt x="389" y="579"/>
                  <a:pt x="391" y="580"/>
                </a:cubicBezTo>
                <a:cubicBezTo>
                  <a:pt x="392" y="566"/>
                  <a:pt x="390" y="552"/>
                  <a:pt x="391" y="539"/>
                </a:cubicBezTo>
                <a:cubicBezTo>
                  <a:pt x="391" y="533"/>
                  <a:pt x="391" y="527"/>
                  <a:pt x="393" y="521"/>
                </a:cubicBezTo>
                <a:cubicBezTo>
                  <a:pt x="393" y="518"/>
                  <a:pt x="394" y="516"/>
                  <a:pt x="396" y="514"/>
                </a:cubicBezTo>
                <a:cubicBezTo>
                  <a:pt x="396" y="511"/>
                  <a:pt x="397" y="508"/>
                  <a:pt x="400" y="509"/>
                </a:cubicBezTo>
                <a:cubicBezTo>
                  <a:pt x="400" y="505"/>
                  <a:pt x="399" y="498"/>
                  <a:pt x="405" y="500"/>
                </a:cubicBezTo>
                <a:cubicBezTo>
                  <a:pt x="405" y="497"/>
                  <a:pt x="405" y="494"/>
                  <a:pt x="405" y="491"/>
                </a:cubicBezTo>
                <a:cubicBezTo>
                  <a:pt x="405" y="490"/>
                  <a:pt x="405" y="488"/>
                  <a:pt x="405" y="487"/>
                </a:cubicBezTo>
                <a:cubicBezTo>
                  <a:pt x="405" y="485"/>
                  <a:pt x="405" y="485"/>
                  <a:pt x="403" y="485"/>
                </a:cubicBezTo>
                <a:cubicBezTo>
                  <a:pt x="399" y="482"/>
                  <a:pt x="400" y="476"/>
                  <a:pt x="400" y="472"/>
                </a:cubicBezTo>
                <a:cubicBezTo>
                  <a:pt x="400" y="468"/>
                  <a:pt x="400" y="463"/>
                  <a:pt x="402" y="459"/>
                </a:cubicBezTo>
                <a:cubicBezTo>
                  <a:pt x="402" y="459"/>
                  <a:pt x="403" y="458"/>
                  <a:pt x="403" y="458"/>
                </a:cubicBezTo>
                <a:cubicBezTo>
                  <a:pt x="405" y="457"/>
                  <a:pt x="405" y="458"/>
                  <a:pt x="405" y="456"/>
                </a:cubicBezTo>
                <a:cubicBezTo>
                  <a:pt x="405" y="453"/>
                  <a:pt x="405" y="450"/>
                  <a:pt x="405" y="447"/>
                </a:cubicBezTo>
                <a:cubicBezTo>
                  <a:pt x="406" y="444"/>
                  <a:pt x="405" y="440"/>
                  <a:pt x="406" y="436"/>
                </a:cubicBezTo>
                <a:cubicBezTo>
                  <a:pt x="407" y="435"/>
                  <a:pt x="408" y="434"/>
                  <a:pt x="410" y="434"/>
                </a:cubicBezTo>
                <a:cubicBezTo>
                  <a:pt x="410" y="430"/>
                  <a:pt x="410" y="427"/>
                  <a:pt x="410" y="424"/>
                </a:cubicBezTo>
                <a:cubicBezTo>
                  <a:pt x="410" y="420"/>
                  <a:pt x="410" y="417"/>
                  <a:pt x="410" y="414"/>
                </a:cubicBezTo>
                <a:cubicBezTo>
                  <a:pt x="410" y="411"/>
                  <a:pt x="411" y="406"/>
                  <a:pt x="409" y="404"/>
                </a:cubicBezTo>
                <a:cubicBezTo>
                  <a:pt x="404" y="400"/>
                  <a:pt x="400" y="396"/>
                  <a:pt x="396" y="391"/>
                </a:cubicBezTo>
                <a:cubicBezTo>
                  <a:pt x="396" y="386"/>
                  <a:pt x="400" y="396"/>
                  <a:pt x="396" y="391"/>
                </a:cubicBez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5" name="Freeform 21">
            <a:extLst>
              <a:ext uri="{FF2B5EF4-FFF2-40B4-BE49-F238E27FC236}">
                <a16:creationId xmlns:a16="http://schemas.microsoft.com/office/drawing/2014/main" id="{1E7997AA-7313-488E-862D-447087ADCB91}"/>
              </a:ext>
            </a:extLst>
          </p:cNvPr>
          <p:cNvSpPr>
            <a:spLocks noGrp="1"/>
          </p:cNvSpPr>
          <p:nvPr/>
        </p:nvSpPr>
        <p:spPr>
          <a:xfrm>
            <a:off x="4553517" y="2298683"/>
            <a:ext cx="1284171" cy="2708007"/>
          </a:xfrm>
          <a:custGeom>
            <a:avLst/>
            <a:gdLst/>
            <a:ahLst/>
            <a:cxnLst/>
            <a:rect l="0" t="0" r="r" b="b"/>
            <a:pathLst>
              <a:path w="439" h="926">
                <a:moveTo>
                  <a:pt x="434" y="542"/>
                </a:moveTo>
                <a:cubicBezTo>
                  <a:pt x="427" y="542"/>
                  <a:pt x="418" y="544"/>
                  <a:pt x="413" y="538"/>
                </a:cubicBezTo>
                <a:cubicBezTo>
                  <a:pt x="412" y="537"/>
                  <a:pt x="411" y="535"/>
                  <a:pt x="411" y="534"/>
                </a:cubicBezTo>
                <a:cubicBezTo>
                  <a:pt x="410" y="533"/>
                  <a:pt x="411" y="533"/>
                  <a:pt x="409" y="533"/>
                </a:cubicBezTo>
                <a:cubicBezTo>
                  <a:pt x="408" y="533"/>
                  <a:pt x="407" y="533"/>
                  <a:pt x="405" y="533"/>
                </a:cubicBezTo>
                <a:cubicBezTo>
                  <a:pt x="402" y="531"/>
                  <a:pt x="399" y="530"/>
                  <a:pt x="397" y="527"/>
                </a:cubicBezTo>
                <a:cubicBezTo>
                  <a:pt x="397" y="526"/>
                  <a:pt x="396" y="525"/>
                  <a:pt x="396" y="524"/>
                </a:cubicBezTo>
                <a:cubicBezTo>
                  <a:pt x="396" y="523"/>
                  <a:pt x="395" y="523"/>
                  <a:pt x="394" y="523"/>
                </a:cubicBezTo>
                <a:cubicBezTo>
                  <a:pt x="392" y="523"/>
                  <a:pt x="390" y="523"/>
                  <a:pt x="388" y="523"/>
                </a:cubicBezTo>
                <a:cubicBezTo>
                  <a:pt x="385" y="523"/>
                  <a:pt x="382" y="523"/>
                  <a:pt x="378" y="523"/>
                </a:cubicBezTo>
                <a:cubicBezTo>
                  <a:pt x="376" y="523"/>
                  <a:pt x="373" y="522"/>
                  <a:pt x="373" y="519"/>
                </a:cubicBezTo>
                <a:cubicBezTo>
                  <a:pt x="372" y="518"/>
                  <a:pt x="360" y="519"/>
                  <a:pt x="358" y="519"/>
                </a:cubicBezTo>
                <a:cubicBezTo>
                  <a:pt x="357" y="519"/>
                  <a:pt x="356" y="519"/>
                  <a:pt x="355" y="519"/>
                </a:cubicBezTo>
                <a:cubicBezTo>
                  <a:pt x="353" y="519"/>
                  <a:pt x="354" y="519"/>
                  <a:pt x="353" y="520"/>
                </a:cubicBezTo>
                <a:cubicBezTo>
                  <a:pt x="353" y="521"/>
                  <a:pt x="352" y="521"/>
                  <a:pt x="352" y="522"/>
                </a:cubicBezTo>
                <a:cubicBezTo>
                  <a:pt x="350" y="522"/>
                  <a:pt x="350" y="521"/>
                  <a:pt x="349" y="520"/>
                </a:cubicBezTo>
                <a:cubicBezTo>
                  <a:pt x="349" y="519"/>
                  <a:pt x="349" y="514"/>
                  <a:pt x="348" y="514"/>
                </a:cubicBezTo>
                <a:cubicBezTo>
                  <a:pt x="345" y="514"/>
                  <a:pt x="342" y="514"/>
                  <a:pt x="339" y="513"/>
                </a:cubicBezTo>
                <a:cubicBezTo>
                  <a:pt x="338" y="513"/>
                  <a:pt x="337" y="513"/>
                  <a:pt x="336" y="512"/>
                </a:cubicBezTo>
                <a:cubicBezTo>
                  <a:pt x="336" y="511"/>
                  <a:pt x="335" y="511"/>
                  <a:pt x="335" y="510"/>
                </a:cubicBezTo>
                <a:cubicBezTo>
                  <a:pt x="334" y="509"/>
                  <a:pt x="335" y="510"/>
                  <a:pt x="333" y="509"/>
                </a:cubicBezTo>
                <a:cubicBezTo>
                  <a:pt x="332" y="509"/>
                  <a:pt x="331" y="508"/>
                  <a:pt x="330" y="507"/>
                </a:cubicBezTo>
                <a:cubicBezTo>
                  <a:pt x="330" y="507"/>
                  <a:pt x="330" y="506"/>
                  <a:pt x="330" y="505"/>
                </a:cubicBezTo>
                <a:cubicBezTo>
                  <a:pt x="330" y="504"/>
                  <a:pt x="329" y="505"/>
                  <a:pt x="328" y="505"/>
                </a:cubicBezTo>
                <a:cubicBezTo>
                  <a:pt x="322" y="505"/>
                  <a:pt x="317" y="505"/>
                  <a:pt x="312" y="505"/>
                </a:cubicBezTo>
                <a:cubicBezTo>
                  <a:pt x="309" y="505"/>
                  <a:pt x="305" y="504"/>
                  <a:pt x="301" y="505"/>
                </a:cubicBezTo>
                <a:cubicBezTo>
                  <a:pt x="298" y="505"/>
                  <a:pt x="295" y="505"/>
                  <a:pt x="292" y="504"/>
                </a:cubicBezTo>
                <a:cubicBezTo>
                  <a:pt x="288" y="503"/>
                  <a:pt x="285" y="497"/>
                  <a:pt x="290" y="495"/>
                </a:cubicBezTo>
                <a:cubicBezTo>
                  <a:pt x="292" y="495"/>
                  <a:pt x="295" y="496"/>
                  <a:pt x="296" y="494"/>
                </a:cubicBezTo>
                <a:cubicBezTo>
                  <a:pt x="297" y="493"/>
                  <a:pt x="297" y="491"/>
                  <a:pt x="297" y="490"/>
                </a:cubicBezTo>
                <a:cubicBezTo>
                  <a:pt x="299" y="490"/>
                  <a:pt x="302" y="490"/>
                  <a:pt x="304" y="490"/>
                </a:cubicBezTo>
                <a:cubicBezTo>
                  <a:pt x="306" y="490"/>
                  <a:pt x="308" y="490"/>
                  <a:pt x="310" y="490"/>
                </a:cubicBezTo>
                <a:cubicBezTo>
                  <a:pt x="311" y="491"/>
                  <a:pt x="311" y="490"/>
                  <a:pt x="311" y="489"/>
                </a:cubicBezTo>
                <a:cubicBezTo>
                  <a:pt x="311" y="488"/>
                  <a:pt x="311" y="488"/>
                  <a:pt x="311" y="487"/>
                </a:cubicBezTo>
                <a:cubicBezTo>
                  <a:pt x="311" y="484"/>
                  <a:pt x="310" y="482"/>
                  <a:pt x="308" y="480"/>
                </a:cubicBezTo>
                <a:cubicBezTo>
                  <a:pt x="306" y="476"/>
                  <a:pt x="301" y="474"/>
                  <a:pt x="297" y="472"/>
                </a:cubicBezTo>
                <a:cubicBezTo>
                  <a:pt x="295" y="472"/>
                  <a:pt x="293" y="472"/>
                  <a:pt x="292" y="471"/>
                </a:cubicBezTo>
                <a:cubicBezTo>
                  <a:pt x="291" y="470"/>
                  <a:pt x="291" y="468"/>
                  <a:pt x="290" y="467"/>
                </a:cubicBezTo>
                <a:cubicBezTo>
                  <a:pt x="288" y="465"/>
                  <a:pt x="286" y="463"/>
                  <a:pt x="284" y="462"/>
                </a:cubicBezTo>
                <a:cubicBezTo>
                  <a:pt x="282" y="462"/>
                  <a:pt x="283" y="459"/>
                  <a:pt x="283" y="457"/>
                </a:cubicBezTo>
                <a:cubicBezTo>
                  <a:pt x="282" y="456"/>
                  <a:pt x="282" y="455"/>
                  <a:pt x="281" y="454"/>
                </a:cubicBezTo>
                <a:cubicBezTo>
                  <a:pt x="279" y="452"/>
                  <a:pt x="277" y="450"/>
                  <a:pt x="275" y="448"/>
                </a:cubicBezTo>
                <a:cubicBezTo>
                  <a:pt x="273" y="447"/>
                  <a:pt x="271" y="446"/>
                  <a:pt x="269" y="444"/>
                </a:cubicBezTo>
                <a:cubicBezTo>
                  <a:pt x="267" y="443"/>
                  <a:pt x="265" y="439"/>
                  <a:pt x="263" y="439"/>
                </a:cubicBezTo>
                <a:cubicBezTo>
                  <a:pt x="259" y="439"/>
                  <a:pt x="250" y="439"/>
                  <a:pt x="250" y="434"/>
                </a:cubicBezTo>
                <a:cubicBezTo>
                  <a:pt x="245" y="434"/>
                  <a:pt x="241" y="435"/>
                  <a:pt x="236" y="433"/>
                </a:cubicBezTo>
                <a:cubicBezTo>
                  <a:pt x="235" y="432"/>
                  <a:pt x="234" y="431"/>
                  <a:pt x="233" y="429"/>
                </a:cubicBezTo>
                <a:cubicBezTo>
                  <a:pt x="232" y="428"/>
                  <a:pt x="231" y="424"/>
                  <a:pt x="230" y="424"/>
                </a:cubicBezTo>
                <a:cubicBezTo>
                  <a:pt x="229" y="424"/>
                  <a:pt x="227" y="424"/>
                  <a:pt x="226" y="422"/>
                </a:cubicBezTo>
                <a:cubicBezTo>
                  <a:pt x="226" y="421"/>
                  <a:pt x="226" y="419"/>
                  <a:pt x="226" y="418"/>
                </a:cubicBezTo>
                <a:cubicBezTo>
                  <a:pt x="224" y="416"/>
                  <a:pt x="222" y="415"/>
                  <a:pt x="220" y="415"/>
                </a:cubicBezTo>
                <a:cubicBezTo>
                  <a:pt x="215" y="414"/>
                  <a:pt x="211" y="415"/>
                  <a:pt x="206" y="414"/>
                </a:cubicBezTo>
                <a:cubicBezTo>
                  <a:pt x="200" y="413"/>
                  <a:pt x="205" y="408"/>
                  <a:pt x="207" y="406"/>
                </a:cubicBezTo>
                <a:cubicBezTo>
                  <a:pt x="204" y="405"/>
                  <a:pt x="202" y="404"/>
                  <a:pt x="203" y="401"/>
                </a:cubicBezTo>
                <a:cubicBezTo>
                  <a:pt x="201" y="401"/>
                  <a:pt x="200" y="401"/>
                  <a:pt x="199" y="401"/>
                </a:cubicBezTo>
                <a:cubicBezTo>
                  <a:pt x="197" y="401"/>
                  <a:pt x="198" y="401"/>
                  <a:pt x="198" y="402"/>
                </a:cubicBezTo>
                <a:cubicBezTo>
                  <a:pt x="198" y="403"/>
                  <a:pt x="197" y="404"/>
                  <a:pt x="197" y="405"/>
                </a:cubicBezTo>
                <a:cubicBezTo>
                  <a:pt x="195" y="406"/>
                  <a:pt x="193" y="406"/>
                  <a:pt x="191" y="405"/>
                </a:cubicBezTo>
                <a:cubicBezTo>
                  <a:pt x="188" y="404"/>
                  <a:pt x="183" y="400"/>
                  <a:pt x="184" y="396"/>
                </a:cubicBezTo>
                <a:cubicBezTo>
                  <a:pt x="178" y="398"/>
                  <a:pt x="172" y="398"/>
                  <a:pt x="166" y="396"/>
                </a:cubicBezTo>
                <a:cubicBezTo>
                  <a:pt x="162" y="394"/>
                  <a:pt x="158" y="391"/>
                  <a:pt x="154" y="389"/>
                </a:cubicBezTo>
                <a:cubicBezTo>
                  <a:pt x="152" y="388"/>
                  <a:pt x="150" y="387"/>
                  <a:pt x="147" y="387"/>
                </a:cubicBezTo>
                <a:cubicBezTo>
                  <a:pt x="146" y="386"/>
                  <a:pt x="144" y="386"/>
                  <a:pt x="143" y="387"/>
                </a:cubicBezTo>
                <a:cubicBezTo>
                  <a:pt x="142" y="387"/>
                  <a:pt x="141" y="386"/>
                  <a:pt x="141" y="387"/>
                </a:cubicBezTo>
                <a:cubicBezTo>
                  <a:pt x="141" y="388"/>
                  <a:pt x="141" y="389"/>
                  <a:pt x="141" y="390"/>
                </a:cubicBezTo>
                <a:cubicBezTo>
                  <a:pt x="141" y="395"/>
                  <a:pt x="143" y="405"/>
                  <a:pt x="137" y="406"/>
                </a:cubicBezTo>
                <a:cubicBezTo>
                  <a:pt x="136" y="401"/>
                  <a:pt x="137" y="397"/>
                  <a:pt x="137" y="393"/>
                </a:cubicBezTo>
                <a:cubicBezTo>
                  <a:pt x="136" y="387"/>
                  <a:pt x="132" y="387"/>
                  <a:pt x="127" y="387"/>
                </a:cubicBezTo>
                <a:cubicBezTo>
                  <a:pt x="128" y="389"/>
                  <a:pt x="127" y="391"/>
                  <a:pt x="125" y="391"/>
                </a:cubicBezTo>
                <a:cubicBezTo>
                  <a:pt x="123" y="391"/>
                  <a:pt x="122" y="391"/>
                  <a:pt x="121" y="391"/>
                </a:cubicBezTo>
                <a:cubicBezTo>
                  <a:pt x="121" y="391"/>
                  <a:pt x="120" y="391"/>
                  <a:pt x="119" y="391"/>
                </a:cubicBezTo>
                <a:cubicBezTo>
                  <a:pt x="117" y="391"/>
                  <a:pt x="118" y="391"/>
                  <a:pt x="117" y="393"/>
                </a:cubicBezTo>
                <a:cubicBezTo>
                  <a:pt x="115" y="398"/>
                  <a:pt x="108" y="396"/>
                  <a:pt x="104" y="396"/>
                </a:cubicBezTo>
                <a:cubicBezTo>
                  <a:pt x="104" y="399"/>
                  <a:pt x="107" y="400"/>
                  <a:pt x="108" y="403"/>
                </a:cubicBezTo>
                <a:cubicBezTo>
                  <a:pt x="108" y="404"/>
                  <a:pt x="108" y="405"/>
                  <a:pt x="108" y="406"/>
                </a:cubicBezTo>
                <a:cubicBezTo>
                  <a:pt x="109" y="406"/>
                  <a:pt x="110" y="406"/>
                  <a:pt x="110" y="406"/>
                </a:cubicBezTo>
                <a:cubicBezTo>
                  <a:pt x="111" y="407"/>
                  <a:pt x="111" y="409"/>
                  <a:pt x="111" y="410"/>
                </a:cubicBezTo>
                <a:cubicBezTo>
                  <a:pt x="110" y="412"/>
                  <a:pt x="107" y="414"/>
                  <a:pt x="104" y="415"/>
                </a:cubicBezTo>
                <a:cubicBezTo>
                  <a:pt x="102" y="415"/>
                  <a:pt x="100" y="415"/>
                  <a:pt x="98" y="415"/>
                </a:cubicBezTo>
                <a:cubicBezTo>
                  <a:pt x="97" y="415"/>
                  <a:pt x="95" y="415"/>
                  <a:pt x="94" y="415"/>
                </a:cubicBezTo>
                <a:cubicBezTo>
                  <a:pt x="94" y="414"/>
                  <a:pt x="94" y="413"/>
                  <a:pt x="94" y="412"/>
                </a:cubicBezTo>
                <a:cubicBezTo>
                  <a:pt x="93" y="411"/>
                  <a:pt x="92" y="410"/>
                  <a:pt x="91" y="409"/>
                </a:cubicBezTo>
                <a:cubicBezTo>
                  <a:pt x="90" y="407"/>
                  <a:pt x="90" y="406"/>
                  <a:pt x="89" y="405"/>
                </a:cubicBezTo>
                <a:cubicBezTo>
                  <a:pt x="88" y="402"/>
                  <a:pt x="85" y="401"/>
                  <a:pt x="82" y="403"/>
                </a:cubicBezTo>
                <a:cubicBezTo>
                  <a:pt x="81" y="403"/>
                  <a:pt x="75" y="405"/>
                  <a:pt x="75" y="406"/>
                </a:cubicBezTo>
                <a:cubicBezTo>
                  <a:pt x="75" y="408"/>
                  <a:pt x="72" y="410"/>
                  <a:pt x="71" y="407"/>
                </a:cubicBezTo>
                <a:cubicBezTo>
                  <a:pt x="71" y="406"/>
                  <a:pt x="71" y="406"/>
                  <a:pt x="70" y="406"/>
                </a:cubicBezTo>
                <a:cubicBezTo>
                  <a:pt x="69" y="406"/>
                  <a:pt x="68" y="406"/>
                  <a:pt x="68" y="405"/>
                </a:cubicBezTo>
                <a:cubicBezTo>
                  <a:pt x="67" y="405"/>
                  <a:pt x="66" y="403"/>
                  <a:pt x="66" y="402"/>
                </a:cubicBezTo>
                <a:cubicBezTo>
                  <a:pt x="66" y="400"/>
                  <a:pt x="65" y="401"/>
                  <a:pt x="63" y="400"/>
                </a:cubicBezTo>
                <a:cubicBezTo>
                  <a:pt x="62" y="400"/>
                  <a:pt x="61" y="399"/>
                  <a:pt x="61" y="397"/>
                </a:cubicBezTo>
                <a:cubicBezTo>
                  <a:pt x="61" y="395"/>
                  <a:pt x="60" y="394"/>
                  <a:pt x="59" y="393"/>
                </a:cubicBezTo>
                <a:cubicBezTo>
                  <a:pt x="58" y="391"/>
                  <a:pt x="58" y="390"/>
                  <a:pt x="57" y="388"/>
                </a:cubicBezTo>
                <a:cubicBezTo>
                  <a:pt x="57" y="386"/>
                  <a:pt x="56" y="384"/>
                  <a:pt x="56" y="382"/>
                </a:cubicBezTo>
                <a:cubicBezTo>
                  <a:pt x="57" y="381"/>
                  <a:pt x="58" y="381"/>
                  <a:pt x="59" y="380"/>
                </a:cubicBezTo>
                <a:cubicBezTo>
                  <a:pt x="63" y="379"/>
                  <a:pt x="68" y="379"/>
                  <a:pt x="70" y="375"/>
                </a:cubicBezTo>
                <a:cubicBezTo>
                  <a:pt x="72" y="373"/>
                  <a:pt x="71" y="370"/>
                  <a:pt x="71" y="368"/>
                </a:cubicBezTo>
                <a:cubicBezTo>
                  <a:pt x="68" y="367"/>
                  <a:pt x="67" y="364"/>
                  <a:pt x="66" y="362"/>
                </a:cubicBezTo>
                <a:cubicBezTo>
                  <a:pt x="66" y="358"/>
                  <a:pt x="66" y="354"/>
                  <a:pt x="66" y="350"/>
                </a:cubicBezTo>
                <a:cubicBezTo>
                  <a:pt x="66" y="348"/>
                  <a:pt x="62" y="349"/>
                  <a:pt x="61" y="349"/>
                </a:cubicBezTo>
                <a:cubicBezTo>
                  <a:pt x="58" y="349"/>
                  <a:pt x="56" y="349"/>
                  <a:pt x="54" y="349"/>
                </a:cubicBezTo>
                <a:cubicBezTo>
                  <a:pt x="51" y="349"/>
                  <a:pt x="47" y="348"/>
                  <a:pt x="47" y="344"/>
                </a:cubicBezTo>
                <a:cubicBezTo>
                  <a:pt x="47" y="341"/>
                  <a:pt x="46" y="334"/>
                  <a:pt x="52" y="335"/>
                </a:cubicBezTo>
                <a:cubicBezTo>
                  <a:pt x="52" y="331"/>
                  <a:pt x="51" y="327"/>
                  <a:pt x="52" y="324"/>
                </a:cubicBezTo>
                <a:cubicBezTo>
                  <a:pt x="52" y="321"/>
                  <a:pt x="54" y="320"/>
                  <a:pt x="57" y="321"/>
                </a:cubicBezTo>
                <a:cubicBezTo>
                  <a:pt x="63" y="322"/>
                  <a:pt x="65" y="318"/>
                  <a:pt x="66" y="313"/>
                </a:cubicBezTo>
                <a:cubicBezTo>
                  <a:pt x="66" y="309"/>
                  <a:pt x="66" y="305"/>
                  <a:pt x="66" y="302"/>
                </a:cubicBezTo>
                <a:cubicBezTo>
                  <a:pt x="63" y="302"/>
                  <a:pt x="59" y="301"/>
                  <a:pt x="56" y="302"/>
                </a:cubicBezTo>
                <a:cubicBezTo>
                  <a:pt x="53" y="303"/>
                  <a:pt x="52" y="304"/>
                  <a:pt x="52" y="307"/>
                </a:cubicBezTo>
                <a:cubicBezTo>
                  <a:pt x="51" y="310"/>
                  <a:pt x="50" y="312"/>
                  <a:pt x="47" y="311"/>
                </a:cubicBezTo>
                <a:cubicBezTo>
                  <a:pt x="47" y="314"/>
                  <a:pt x="46" y="317"/>
                  <a:pt x="42" y="316"/>
                </a:cubicBezTo>
                <a:cubicBezTo>
                  <a:pt x="41" y="317"/>
                  <a:pt x="39" y="319"/>
                  <a:pt x="38" y="320"/>
                </a:cubicBezTo>
                <a:cubicBezTo>
                  <a:pt x="35" y="323"/>
                  <a:pt x="31" y="327"/>
                  <a:pt x="27" y="328"/>
                </a:cubicBezTo>
                <a:cubicBezTo>
                  <a:pt x="25" y="329"/>
                  <a:pt x="24" y="328"/>
                  <a:pt x="24" y="326"/>
                </a:cubicBezTo>
                <a:cubicBezTo>
                  <a:pt x="23" y="325"/>
                  <a:pt x="23" y="322"/>
                  <a:pt x="23" y="321"/>
                </a:cubicBezTo>
                <a:cubicBezTo>
                  <a:pt x="23" y="319"/>
                  <a:pt x="23" y="318"/>
                  <a:pt x="23" y="317"/>
                </a:cubicBezTo>
                <a:cubicBezTo>
                  <a:pt x="23" y="315"/>
                  <a:pt x="23" y="316"/>
                  <a:pt x="21" y="316"/>
                </a:cubicBezTo>
                <a:cubicBezTo>
                  <a:pt x="17" y="315"/>
                  <a:pt x="19" y="311"/>
                  <a:pt x="19" y="308"/>
                </a:cubicBezTo>
                <a:cubicBezTo>
                  <a:pt x="19" y="304"/>
                  <a:pt x="19" y="301"/>
                  <a:pt x="23" y="302"/>
                </a:cubicBezTo>
                <a:cubicBezTo>
                  <a:pt x="24" y="299"/>
                  <a:pt x="25" y="296"/>
                  <a:pt x="28" y="297"/>
                </a:cubicBezTo>
                <a:cubicBezTo>
                  <a:pt x="28" y="294"/>
                  <a:pt x="27" y="286"/>
                  <a:pt x="33" y="288"/>
                </a:cubicBezTo>
                <a:cubicBezTo>
                  <a:pt x="33" y="284"/>
                  <a:pt x="31" y="272"/>
                  <a:pt x="38" y="273"/>
                </a:cubicBezTo>
                <a:cubicBezTo>
                  <a:pt x="38" y="270"/>
                  <a:pt x="37" y="263"/>
                  <a:pt x="42" y="264"/>
                </a:cubicBezTo>
                <a:cubicBezTo>
                  <a:pt x="42" y="262"/>
                  <a:pt x="41" y="256"/>
                  <a:pt x="44" y="255"/>
                </a:cubicBezTo>
                <a:cubicBezTo>
                  <a:pt x="45" y="254"/>
                  <a:pt x="45" y="254"/>
                  <a:pt x="46" y="254"/>
                </a:cubicBezTo>
                <a:cubicBezTo>
                  <a:pt x="48" y="255"/>
                  <a:pt x="47" y="254"/>
                  <a:pt x="47" y="253"/>
                </a:cubicBezTo>
                <a:cubicBezTo>
                  <a:pt x="48" y="252"/>
                  <a:pt x="49" y="250"/>
                  <a:pt x="50" y="249"/>
                </a:cubicBezTo>
                <a:cubicBezTo>
                  <a:pt x="53" y="245"/>
                  <a:pt x="59" y="243"/>
                  <a:pt x="61" y="237"/>
                </a:cubicBezTo>
                <a:cubicBezTo>
                  <a:pt x="61" y="235"/>
                  <a:pt x="61" y="231"/>
                  <a:pt x="64" y="231"/>
                </a:cubicBezTo>
                <a:cubicBezTo>
                  <a:pt x="66" y="231"/>
                  <a:pt x="68" y="232"/>
                  <a:pt x="70" y="233"/>
                </a:cubicBezTo>
                <a:cubicBezTo>
                  <a:pt x="71" y="234"/>
                  <a:pt x="73" y="234"/>
                  <a:pt x="75" y="234"/>
                </a:cubicBezTo>
                <a:cubicBezTo>
                  <a:pt x="80" y="235"/>
                  <a:pt x="83" y="232"/>
                  <a:pt x="86" y="230"/>
                </a:cubicBezTo>
                <a:cubicBezTo>
                  <a:pt x="89" y="228"/>
                  <a:pt x="92" y="226"/>
                  <a:pt x="95" y="226"/>
                </a:cubicBezTo>
                <a:cubicBezTo>
                  <a:pt x="98" y="226"/>
                  <a:pt x="101" y="226"/>
                  <a:pt x="103" y="227"/>
                </a:cubicBezTo>
                <a:cubicBezTo>
                  <a:pt x="107" y="229"/>
                  <a:pt x="108" y="234"/>
                  <a:pt x="109" y="238"/>
                </a:cubicBezTo>
                <a:cubicBezTo>
                  <a:pt x="110" y="242"/>
                  <a:pt x="110" y="248"/>
                  <a:pt x="107" y="251"/>
                </a:cubicBezTo>
                <a:cubicBezTo>
                  <a:pt x="107" y="253"/>
                  <a:pt x="105" y="254"/>
                  <a:pt x="104" y="255"/>
                </a:cubicBezTo>
                <a:cubicBezTo>
                  <a:pt x="104" y="256"/>
                  <a:pt x="104" y="257"/>
                  <a:pt x="104" y="258"/>
                </a:cubicBezTo>
                <a:cubicBezTo>
                  <a:pt x="104" y="260"/>
                  <a:pt x="104" y="259"/>
                  <a:pt x="105" y="260"/>
                </a:cubicBezTo>
                <a:cubicBezTo>
                  <a:pt x="106" y="260"/>
                  <a:pt x="108" y="260"/>
                  <a:pt x="108" y="262"/>
                </a:cubicBezTo>
                <a:cubicBezTo>
                  <a:pt x="109" y="262"/>
                  <a:pt x="108" y="263"/>
                  <a:pt x="108" y="264"/>
                </a:cubicBezTo>
                <a:cubicBezTo>
                  <a:pt x="117" y="263"/>
                  <a:pt x="108" y="243"/>
                  <a:pt x="118" y="245"/>
                </a:cubicBezTo>
                <a:cubicBezTo>
                  <a:pt x="118" y="242"/>
                  <a:pt x="117" y="235"/>
                  <a:pt x="122" y="236"/>
                </a:cubicBezTo>
                <a:cubicBezTo>
                  <a:pt x="122" y="232"/>
                  <a:pt x="120" y="220"/>
                  <a:pt x="127" y="222"/>
                </a:cubicBezTo>
                <a:cubicBezTo>
                  <a:pt x="129" y="222"/>
                  <a:pt x="132" y="222"/>
                  <a:pt x="132" y="221"/>
                </a:cubicBezTo>
                <a:cubicBezTo>
                  <a:pt x="132" y="220"/>
                  <a:pt x="133" y="219"/>
                  <a:pt x="134" y="218"/>
                </a:cubicBezTo>
                <a:cubicBezTo>
                  <a:pt x="136" y="217"/>
                  <a:pt x="139" y="217"/>
                  <a:pt x="141" y="217"/>
                </a:cubicBezTo>
                <a:cubicBezTo>
                  <a:pt x="141" y="216"/>
                  <a:pt x="142" y="212"/>
                  <a:pt x="141" y="212"/>
                </a:cubicBezTo>
                <a:cubicBezTo>
                  <a:pt x="139" y="212"/>
                  <a:pt x="138" y="211"/>
                  <a:pt x="138" y="210"/>
                </a:cubicBezTo>
                <a:cubicBezTo>
                  <a:pt x="137" y="209"/>
                  <a:pt x="137" y="208"/>
                  <a:pt x="137" y="206"/>
                </a:cubicBezTo>
                <a:cubicBezTo>
                  <a:pt x="136" y="206"/>
                  <a:pt x="136" y="205"/>
                  <a:pt x="137" y="204"/>
                </a:cubicBezTo>
                <a:cubicBezTo>
                  <a:pt x="137" y="202"/>
                  <a:pt x="138" y="203"/>
                  <a:pt x="139" y="203"/>
                </a:cubicBezTo>
                <a:cubicBezTo>
                  <a:pt x="141" y="203"/>
                  <a:pt x="143" y="203"/>
                  <a:pt x="145" y="203"/>
                </a:cubicBezTo>
                <a:cubicBezTo>
                  <a:pt x="147" y="203"/>
                  <a:pt x="150" y="203"/>
                  <a:pt x="151" y="202"/>
                </a:cubicBezTo>
                <a:cubicBezTo>
                  <a:pt x="152" y="199"/>
                  <a:pt x="154" y="196"/>
                  <a:pt x="157" y="194"/>
                </a:cubicBezTo>
                <a:cubicBezTo>
                  <a:pt x="159" y="191"/>
                  <a:pt x="162" y="190"/>
                  <a:pt x="165" y="189"/>
                </a:cubicBezTo>
                <a:cubicBezTo>
                  <a:pt x="166" y="189"/>
                  <a:pt x="167" y="189"/>
                  <a:pt x="168" y="189"/>
                </a:cubicBezTo>
                <a:cubicBezTo>
                  <a:pt x="170" y="189"/>
                  <a:pt x="170" y="188"/>
                  <a:pt x="170" y="187"/>
                </a:cubicBezTo>
                <a:cubicBezTo>
                  <a:pt x="171" y="186"/>
                  <a:pt x="172" y="184"/>
                  <a:pt x="173" y="183"/>
                </a:cubicBezTo>
                <a:cubicBezTo>
                  <a:pt x="174" y="182"/>
                  <a:pt x="175" y="181"/>
                  <a:pt x="176" y="180"/>
                </a:cubicBezTo>
                <a:cubicBezTo>
                  <a:pt x="177" y="180"/>
                  <a:pt x="177" y="180"/>
                  <a:pt x="178" y="179"/>
                </a:cubicBezTo>
                <a:cubicBezTo>
                  <a:pt x="180" y="179"/>
                  <a:pt x="179" y="178"/>
                  <a:pt x="179" y="177"/>
                </a:cubicBezTo>
                <a:cubicBezTo>
                  <a:pt x="179" y="174"/>
                  <a:pt x="179" y="172"/>
                  <a:pt x="179" y="170"/>
                </a:cubicBezTo>
                <a:cubicBezTo>
                  <a:pt x="180" y="168"/>
                  <a:pt x="181" y="166"/>
                  <a:pt x="182" y="165"/>
                </a:cubicBezTo>
                <a:cubicBezTo>
                  <a:pt x="186" y="159"/>
                  <a:pt x="192" y="154"/>
                  <a:pt x="198" y="151"/>
                </a:cubicBezTo>
                <a:cubicBezTo>
                  <a:pt x="199" y="151"/>
                  <a:pt x="203" y="151"/>
                  <a:pt x="203" y="150"/>
                </a:cubicBezTo>
                <a:cubicBezTo>
                  <a:pt x="203" y="149"/>
                  <a:pt x="203" y="148"/>
                  <a:pt x="204" y="147"/>
                </a:cubicBezTo>
                <a:cubicBezTo>
                  <a:pt x="205" y="146"/>
                  <a:pt x="207" y="146"/>
                  <a:pt x="209" y="146"/>
                </a:cubicBezTo>
                <a:cubicBezTo>
                  <a:pt x="211" y="146"/>
                  <a:pt x="213" y="146"/>
                  <a:pt x="216" y="146"/>
                </a:cubicBezTo>
                <a:cubicBezTo>
                  <a:pt x="217" y="146"/>
                  <a:pt x="217" y="145"/>
                  <a:pt x="218" y="144"/>
                </a:cubicBezTo>
                <a:cubicBezTo>
                  <a:pt x="219" y="143"/>
                  <a:pt x="220" y="142"/>
                  <a:pt x="220" y="140"/>
                </a:cubicBezTo>
                <a:cubicBezTo>
                  <a:pt x="222" y="138"/>
                  <a:pt x="222" y="135"/>
                  <a:pt x="222" y="132"/>
                </a:cubicBezTo>
                <a:cubicBezTo>
                  <a:pt x="223" y="130"/>
                  <a:pt x="224" y="127"/>
                  <a:pt x="226" y="127"/>
                </a:cubicBezTo>
                <a:cubicBezTo>
                  <a:pt x="226" y="124"/>
                  <a:pt x="227" y="122"/>
                  <a:pt x="231" y="123"/>
                </a:cubicBezTo>
                <a:cubicBezTo>
                  <a:pt x="231" y="121"/>
                  <a:pt x="231" y="119"/>
                  <a:pt x="233" y="118"/>
                </a:cubicBezTo>
                <a:cubicBezTo>
                  <a:pt x="235" y="117"/>
                  <a:pt x="238" y="118"/>
                  <a:pt x="240" y="118"/>
                </a:cubicBezTo>
                <a:cubicBezTo>
                  <a:pt x="241" y="116"/>
                  <a:pt x="241" y="114"/>
                  <a:pt x="242" y="113"/>
                </a:cubicBezTo>
                <a:cubicBezTo>
                  <a:pt x="244" y="112"/>
                  <a:pt x="250" y="114"/>
                  <a:pt x="250" y="112"/>
                </a:cubicBezTo>
                <a:cubicBezTo>
                  <a:pt x="250" y="111"/>
                  <a:pt x="250" y="109"/>
                  <a:pt x="252" y="108"/>
                </a:cubicBezTo>
                <a:cubicBezTo>
                  <a:pt x="253" y="108"/>
                  <a:pt x="255" y="108"/>
                  <a:pt x="256" y="108"/>
                </a:cubicBezTo>
                <a:cubicBezTo>
                  <a:pt x="258" y="108"/>
                  <a:pt x="260" y="108"/>
                  <a:pt x="262" y="108"/>
                </a:cubicBezTo>
                <a:cubicBezTo>
                  <a:pt x="264" y="108"/>
                  <a:pt x="264" y="109"/>
                  <a:pt x="264" y="107"/>
                </a:cubicBezTo>
                <a:cubicBezTo>
                  <a:pt x="265" y="106"/>
                  <a:pt x="265" y="106"/>
                  <a:pt x="266" y="105"/>
                </a:cubicBezTo>
                <a:cubicBezTo>
                  <a:pt x="267" y="103"/>
                  <a:pt x="269" y="101"/>
                  <a:pt x="269" y="99"/>
                </a:cubicBezTo>
                <a:cubicBezTo>
                  <a:pt x="266" y="99"/>
                  <a:pt x="263" y="99"/>
                  <a:pt x="260" y="99"/>
                </a:cubicBezTo>
                <a:cubicBezTo>
                  <a:pt x="259" y="99"/>
                  <a:pt x="259" y="99"/>
                  <a:pt x="259" y="100"/>
                </a:cubicBezTo>
                <a:cubicBezTo>
                  <a:pt x="259" y="101"/>
                  <a:pt x="258" y="102"/>
                  <a:pt x="258" y="102"/>
                </a:cubicBezTo>
                <a:cubicBezTo>
                  <a:pt x="256" y="104"/>
                  <a:pt x="252" y="104"/>
                  <a:pt x="249" y="103"/>
                </a:cubicBezTo>
                <a:cubicBezTo>
                  <a:pt x="247" y="102"/>
                  <a:pt x="244" y="99"/>
                  <a:pt x="245" y="96"/>
                </a:cubicBezTo>
                <a:cubicBezTo>
                  <a:pt x="246" y="95"/>
                  <a:pt x="248" y="94"/>
                  <a:pt x="250" y="94"/>
                </a:cubicBezTo>
                <a:cubicBezTo>
                  <a:pt x="250" y="93"/>
                  <a:pt x="250" y="91"/>
                  <a:pt x="252" y="90"/>
                </a:cubicBezTo>
                <a:cubicBezTo>
                  <a:pt x="253" y="89"/>
                  <a:pt x="257" y="90"/>
                  <a:pt x="259" y="90"/>
                </a:cubicBezTo>
                <a:cubicBezTo>
                  <a:pt x="259" y="88"/>
                  <a:pt x="259" y="86"/>
                  <a:pt x="261" y="85"/>
                </a:cubicBezTo>
                <a:cubicBezTo>
                  <a:pt x="263" y="84"/>
                  <a:pt x="267" y="85"/>
                  <a:pt x="269" y="85"/>
                </a:cubicBezTo>
                <a:cubicBezTo>
                  <a:pt x="272" y="85"/>
                  <a:pt x="275" y="85"/>
                  <a:pt x="278" y="85"/>
                </a:cubicBezTo>
                <a:cubicBezTo>
                  <a:pt x="284" y="85"/>
                  <a:pt x="291" y="85"/>
                  <a:pt x="297" y="85"/>
                </a:cubicBezTo>
                <a:cubicBezTo>
                  <a:pt x="299" y="85"/>
                  <a:pt x="300" y="85"/>
                  <a:pt x="302" y="85"/>
                </a:cubicBezTo>
                <a:cubicBezTo>
                  <a:pt x="302" y="84"/>
                  <a:pt x="302" y="83"/>
                  <a:pt x="302" y="82"/>
                </a:cubicBezTo>
                <a:cubicBezTo>
                  <a:pt x="303" y="80"/>
                  <a:pt x="304" y="80"/>
                  <a:pt x="306" y="80"/>
                </a:cubicBezTo>
                <a:cubicBezTo>
                  <a:pt x="306" y="77"/>
                  <a:pt x="307" y="76"/>
                  <a:pt x="310" y="76"/>
                </a:cubicBezTo>
                <a:cubicBezTo>
                  <a:pt x="311" y="75"/>
                  <a:pt x="311" y="75"/>
                  <a:pt x="312" y="74"/>
                </a:cubicBezTo>
                <a:cubicBezTo>
                  <a:pt x="312" y="73"/>
                  <a:pt x="313" y="72"/>
                  <a:pt x="314" y="71"/>
                </a:cubicBezTo>
                <a:cubicBezTo>
                  <a:pt x="319" y="69"/>
                  <a:pt x="325" y="71"/>
                  <a:pt x="330" y="71"/>
                </a:cubicBezTo>
                <a:cubicBezTo>
                  <a:pt x="332" y="71"/>
                  <a:pt x="335" y="71"/>
                  <a:pt x="335" y="70"/>
                </a:cubicBezTo>
                <a:cubicBezTo>
                  <a:pt x="335" y="68"/>
                  <a:pt x="335" y="67"/>
                  <a:pt x="335" y="65"/>
                </a:cubicBezTo>
                <a:cubicBezTo>
                  <a:pt x="335" y="63"/>
                  <a:pt x="334" y="60"/>
                  <a:pt x="333" y="58"/>
                </a:cubicBezTo>
                <a:cubicBezTo>
                  <a:pt x="331" y="56"/>
                  <a:pt x="330" y="53"/>
                  <a:pt x="330" y="51"/>
                </a:cubicBezTo>
                <a:cubicBezTo>
                  <a:pt x="330" y="46"/>
                  <a:pt x="330" y="42"/>
                  <a:pt x="330" y="38"/>
                </a:cubicBezTo>
                <a:cubicBezTo>
                  <a:pt x="327" y="38"/>
                  <a:pt x="326" y="41"/>
                  <a:pt x="324" y="42"/>
                </a:cubicBezTo>
                <a:cubicBezTo>
                  <a:pt x="321" y="43"/>
                  <a:pt x="318" y="42"/>
                  <a:pt x="316" y="42"/>
                </a:cubicBezTo>
                <a:cubicBezTo>
                  <a:pt x="313" y="41"/>
                  <a:pt x="311" y="40"/>
                  <a:pt x="311" y="38"/>
                </a:cubicBezTo>
                <a:cubicBezTo>
                  <a:pt x="311" y="35"/>
                  <a:pt x="312" y="32"/>
                  <a:pt x="316" y="33"/>
                </a:cubicBezTo>
                <a:cubicBezTo>
                  <a:pt x="316" y="32"/>
                  <a:pt x="316" y="31"/>
                  <a:pt x="316" y="29"/>
                </a:cubicBezTo>
                <a:cubicBezTo>
                  <a:pt x="316" y="28"/>
                  <a:pt x="315" y="28"/>
                  <a:pt x="313" y="28"/>
                </a:cubicBezTo>
                <a:cubicBezTo>
                  <a:pt x="311" y="28"/>
                  <a:pt x="308" y="28"/>
                  <a:pt x="305" y="28"/>
                </a:cubicBezTo>
                <a:cubicBezTo>
                  <a:pt x="303" y="28"/>
                  <a:pt x="300" y="28"/>
                  <a:pt x="298" y="28"/>
                </a:cubicBezTo>
                <a:cubicBezTo>
                  <a:pt x="297" y="28"/>
                  <a:pt x="296" y="28"/>
                  <a:pt x="295" y="28"/>
                </a:cubicBezTo>
                <a:cubicBezTo>
                  <a:pt x="293" y="28"/>
                  <a:pt x="292" y="28"/>
                  <a:pt x="291" y="30"/>
                </a:cubicBezTo>
                <a:cubicBezTo>
                  <a:pt x="290" y="33"/>
                  <a:pt x="288" y="36"/>
                  <a:pt x="285" y="37"/>
                </a:cubicBezTo>
                <a:cubicBezTo>
                  <a:pt x="282" y="38"/>
                  <a:pt x="279" y="38"/>
                  <a:pt x="277" y="38"/>
                </a:cubicBezTo>
                <a:cubicBezTo>
                  <a:pt x="274" y="38"/>
                  <a:pt x="271" y="38"/>
                  <a:pt x="269" y="38"/>
                </a:cubicBezTo>
                <a:cubicBezTo>
                  <a:pt x="269" y="41"/>
                  <a:pt x="270" y="47"/>
                  <a:pt x="267" y="50"/>
                </a:cubicBezTo>
                <a:cubicBezTo>
                  <a:pt x="267" y="51"/>
                  <a:pt x="266" y="51"/>
                  <a:pt x="265" y="51"/>
                </a:cubicBezTo>
                <a:cubicBezTo>
                  <a:pt x="264" y="52"/>
                  <a:pt x="264" y="52"/>
                  <a:pt x="264" y="54"/>
                </a:cubicBezTo>
                <a:cubicBezTo>
                  <a:pt x="264" y="56"/>
                  <a:pt x="264" y="58"/>
                  <a:pt x="262" y="60"/>
                </a:cubicBezTo>
                <a:cubicBezTo>
                  <a:pt x="260" y="61"/>
                  <a:pt x="258" y="61"/>
                  <a:pt x="256" y="61"/>
                </a:cubicBezTo>
                <a:cubicBezTo>
                  <a:pt x="254" y="61"/>
                  <a:pt x="252" y="62"/>
                  <a:pt x="250" y="63"/>
                </a:cubicBezTo>
                <a:cubicBezTo>
                  <a:pt x="247" y="66"/>
                  <a:pt x="245" y="70"/>
                  <a:pt x="241" y="71"/>
                </a:cubicBezTo>
                <a:cubicBezTo>
                  <a:pt x="240" y="71"/>
                  <a:pt x="241" y="73"/>
                  <a:pt x="239" y="74"/>
                </a:cubicBezTo>
                <a:cubicBezTo>
                  <a:pt x="238" y="75"/>
                  <a:pt x="236" y="76"/>
                  <a:pt x="234" y="75"/>
                </a:cubicBezTo>
                <a:cubicBezTo>
                  <a:pt x="233" y="75"/>
                  <a:pt x="231" y="74"/>
                  <a:pt x="231" y="72"/>
                </a:cubicBezTo>
                <a:cubicBezTo>
                  <a:pt x="231" y="70"/>
                  <a:pt x="233" y="69"/>
                  <a:pt x="234" y="67"/>
                </a:cubicBezTo>
                <a:cubicBezTo>
                  <a:pt x="235" y="63"/>
                  <a:pt x="232" y="60"/>
                  <a:pt x="231" y="57"/>
                </a:cubicBezTo>
                <a:cubicBezTo>
                  <a:pt x="231" y="53"/>
                  <a:pt x="230" y="46"/>
                  <a:pt x="236" y="47"/>
                </a:cubicBezTo>
                <a:cubicBezTo>
                  <a:pt x="236" y="46"/>
                  <a:pt x="236" y="45"/>
                  <a:pt x="236" y="44"/>
                </a:cubicBezTo>
                <a:cubicBezTo>
                  <a:pt x="235" y="42"/>
                  <a:pt x="236" y="42"/>
                  <a:pt x="237" y="42"/>
                </a:cubicBezTo>
                <a:cubicBezTo>
                  <a:pt x="238" y="42"/>
                  <a:pt x="238" y="42"/>
                  <a:pt x="239" y="42"/>
                </a:cubicBezTo>
                <a:cubicBezTo>
                  <a:pt x="241" y="42"/>
                  <a:pt x="240" y="42"/>
                  <a:pt x="240" y="40"/>
                </a:cubicBezTo>
                <a:cubicBezTo>
                  <a:pt x="240" y="38"/>
                  <a:pt x="240" y="37"/>
                  <a:pt x="240" y="35"/>
                </a:cubicBezTo>
                <a:cubicBezTo>
                  <a:pt x="240" y="32"/>
                  <a:pt x="240" y="27"/>
                  <a:pt x="245" y="28"/>
                </a:cubicBezTo>
                <a:cubicBezTo>
                  <a:pt x="245" y="25"/>
                  <a:pt x="246" y="23"/>
                  <a:pt x="250" y="24"/>
                </a:cubicBezTo>
                <a:cubicBezTo>
                  <a:pt x="252" y="24"/>
                  <a:pt x="255" y="24"/>
                  <a:pt x="257" y="24"/>
                </a:cubicBezTo>
                <a:cubicBezTo>
                  <a:pt x="258" y="24"/>
                  <a:pt x="259" y="24"/>
                  <a:pt x="260" y="24"/>
                </a:cubicBezTo>
                <a:cubicBezTo>
                  <a:pt x="262" y="24"/>
                  <a:pt x="264" y="24"/>
                  <a:pt x="264" y="23"/>
                </a:cubicBezTo>
                <a:cubicBezTo>
                  <a:pt x="264" y="19"/>
                  <a:pt x="266" y="19"/>
                  <a:pt x="270" y="19"/>
                </a:cubicBezTo>
                <a:cubicBezTo>
                  <a:pt x="272" y="19"/>
                  <a:pt x="275" y="19"/>
                  <a:pt x="277" y="19"/>
                </a:cubicBezTo>
                <a:cubicBezTo>
                  <a:pt x="279" y="19"/>
                  <a:pt x="278" y="19"/>
                  <a:pt x="278" y="17"/>
                </a:cubicBezTo>
                <a:cubicBezTo>
                  <a:pt x="278" y="17"/>
                  <a:pt x="279" y="16"/>
                  <a:pt x="279" y="15"/>
                </a:cubicBezTo>
                <a:cubicBezTo>
                  <a:pt x="280" y="14"/>
                  <a:pt x="281" y="14"/>
                  <a:pt x="283" y="14"/>
                </a:cubicBezTo>
                <a:cubicBezTo>
                  <a:pt x="284" y="13"/>
                  <a:pt x="284" y="12"/>
                  <a:pt x="285" y="11"/>
                </a:cubicBezTo>
                <a:cubicBezTo>
                  <a:pt x="286" y="9"/>
                  <a:pt x="287" y="6"/>
                  <a:pt x="287" y="4"/>
                </a:cubicBezTo>
                <a:cubicBezTo>
                  <a:pt x="286" y="0"/>
                  <a:pt x="283" y="0"/>
                  <a:pt x="280" y="0"/>
                </a:cubicBezTo>
                <a:cubicBezTo>
                  <a:pt x="278" y="0"/>
                  <a:pt x="276" y="0"/>
                  <a:pt x="273" y="0"/>
                </a:cubicBezTo>
                <a:cubicBezTo>
                  <a:pt x="270" y="0"/>
                  <a:pt x="269" y="0"/>
                  <a:pt x="266" y="1"/>
                </a:cubicBezTo>
                <a:cubicBezTo>
                  <a:pt x="237" y="17"/>
                  <a:pt x="209" y="34"/>
                  <a:pt x="182" y="53"/>
                </a:cubicBezTo>
                <a:cubicBezTo>
                  <a:pt x="130" y="90"/>
                  <a:pt x="83" y="135"/>
                  <a:pt x="45" y="186"/>
                </a:cubicBezTo>
                <a:cubicBezTo>
                  <a:pt x="30" y="207"/>
                  <a:pt x="17" y="228"/>
                  <a:pt x="5" y="250"/>
                </a:cubicBezTo>
                <a:cubicBezTo>
                  <a:pt x="7" y="250"/>
                  <a:pt x="11" y="249"/>
                  <a:pt x="13" y="252"/>
                </a:cubicBezTo>
                <a:cubicBezTo>
                  <a:pt x="14" y="254"/>
                  <a:pt x="14" y="256"/>
                  <a:pt x="12" y="258"/>
                </a:cubicBezTo>
                <a:cubicBezTo>
                  <a:pt x="11" y="259"/>
                  <a:pt x="9" y="259"/>
                  <a:pt x="9" y="261"/>
                </a:cubicBezTo>
                <a:cubicBezTo>
                  <a:pt x="9" y="263"/>
                  <a:pt x="9" y="265"/>
                  <a:pt x="9" y="268"/>
                </a:cubicBezTo>
                <a:cubicBezTo>
                  <a:pt x="9" y="271"/>
                  <a:pt x="9" y="274"/>
                  <a:pt x="5" y="273"/>
                </a:cubicBezTo>
                <a:cubicBezTo>
                  <a:pt x="5" y="277"/>
                  <a:pt x="6" y="284"/>
                  <a:pt x="0" y="283"/>
                </a:cubicBezTo>
                <a:cubicBezTo>
                  <a:pt x="0" y="295"/>
                  <a:pt x="0" y="307"/>
                  <a:pt x="0" y="320"/>
                </a:cubicBezTo>
                <a:cubicBezTo>
                  <a:pt x="0" y="326"/>
                  <a:pt x="0" y="332"/>
                  <a:pt x="0" y="338"/>
                </a:cubicBezTo>
                <a:cubicBezTo>
                  <a:pt x="0" y="340"/>
                  <a:pt x="0" y="341"/>
                  <a:pt x="0" y="343"/>
                </a:cubicBezTo>
                <a:cubicBezTo>
                  <a:pt x="0" y="345"/>
                  <a:pt x="1" y="344"/>
                  <a:pt x="2" y="345"/>
                </a:cubicBezTo>
                <a:cubicBezTo>
                  <a:pt x="4" y="345"/>
                  <a:pt x="5" y="347"/>
                  <a:pt x="7" y="348"/>
                </a:cubicBezTo>
                <a:cubicBezTo>
                  <a:pt x="10" y="350"/>
                  <a:pt x="13" y="349"/>
                  <a:pt x="16" y="351"/>
                </a:cubicBezTo>
                <a:cubicBezTo>
                  <a:pt x="18" y="351"/>
                  <a:pt x="18" y="352"/>
                  <a:pt x="19" y="354"/>
                </a:cubicBezTo>
                <a:cubicBezTo>
                  <a:pt x="19" y="355"/>
                  <a:pt x="19" y="356"/>
                  <a:pt x="19" y="356"/>
                </a:cubicBezTo>
                <a:cubicBezTo>
                  <a:pt x="19" y="359"/>
                  <a:pt x="19" y="358"/>
                  <a:pt x="20" y="359"/>
                </a:cubicBezTo>
                <a:cubicBezTo>
                  <a:pt x="24" y="360"/>
                  <a:pt x="26" y="364"/>
                  <a:pt x="28" y="368"/>
                </a:cubicBezTo>
                <a:cubicBezTo>
                  <a:pt x="32" y="368"/>
                  <a:pt x="39" y="367"/>
                  <a:pt x="38" y="373"/>
                </a:cubicBezTo>
                <a:cubicBezTo>
                  <a:pt x="41" y="373"/>
                  <a:pt x="43" y="374"/>
                  <a:pt x="42" y="377"/>
                </a:cubicBezTo>
                <a:cubicBezTo>
                  <a:pt x="44" y="377"/>
                  <a:pt x="46" y="378"/>
                  <a:pt x="47" y="380"/>
                </a:cubicBezTo>
                <a:cubicBezTo>
                  <a:pt x="48" y="382"/>
                  <a:pt x="47" y="384"/>
                  <a:pt x="48" y="386"/>
                </a:cubicBezTo>
                <a:cubicBezTo>
                  <a:pt x="50" y="388"/>
                  <a:pt x="51" y="389"/>
                  <a:pt x="52" y="391"/>
                </a:cubicBezTo>
                <a:cubicBezTo>
                  <a:pt x="54" y="392"/>
                  <a:pt x="55" y="393"/>
                  <a:pt x="56" y="395"/>
                </a:cubicBezTo>
                <a:cubicBezTo>
                  <a:pt x="57" y="399"/>
                  <a:pt x="56" y="404"/>
                  <a:pt x="56" y="408"/>
                </a:cubicBezTo>
                <a:cubicBezTo>
                  <a:pt x="56" y="409"/>
                  <a:pt x="56" y="410"/>
                  <a:pt x="56" y="411"/>
                </a:cubicBezTo>
                <a:cubicBezTo>
                  <a:pt x="56" y="412"/>
                  <a:pt x="56" y="413"/>
                  <a:pt x="56" y="414"/>
                </a:cubicBezTo>
                <a:cubicBezTo>
                  <a:pt x="56" y="415"/>
                  <a:pt x="57" y="415"/>
                  <a:pt x="58" y="415"/>
                </a:cubicBezTo>
                <a:cubicBezTo>
                  <a:pt x="60" y="416"/>
                  <a:pt x="62" y="417"/>
                  <a:pt x="61" y="420"/>
                </a:cubicBezTo>
                <a:cubicBezTo>
                  <a:pt x="64" y="420"/>
                  <a:pt x="67" y="420"/>
                  <a:pt x="69" y="420"/>
                </a:cubicBezTo>
                <a:cubicBezTo>
                  <a:pt x="71" y="420"/>
                  <a:pt x="72" y="420"/>
                  <a:pt x="73" y="420"/>
                </a:cubicBezTo>
                <a:cubicBezTo>
                  <a:pt x="75" y="420"/>
                  <a:pt x="75" y="420"/>
                  <a:pt x="75" y="419"/>
                </a:cubicBezTo>
                <a:cubicBezTo>
                  <a:pt x="77" y="415"/>
                  <a:pt x="80" y="417"/>
                  <a:pt x="80" y="420"/>
                </a:cubicBezTo>
                <a:cubicBezTo>
                  <a:pt x="80" y="422"/>
                  <a:pt x="80" y="425"/>
                  <a:pt x="80" y="428"/>
                </a:cubicBezTo>
                <a:cubicBezTo>
                  <a:pt x="80" y="430"/>
                  <a:pt x="82" y="430"/>
                  <a:pt x="83" y="431"/>
                </a:cubicBezTo>
                <a:cubicBezTo>
                  <a:pt x="86" y="434"/>
                  <a:pt x="85" y="440"/>
                  <a:pt x="85" y="443"/>
                </a:cubicBezTo>
                <a:cubicBezTo>
                  <a:pt x="93" y="440"/>
                  <a:pt x="93" y="466"/>
                  <a:pt x="85" y="462"/>
                </a:cubicBezTo>
                <a:cubicBezTo>
                  <a:pt x="85" y="467"/>
                  <a:pt x="85" y="472"/>
                  <a:pt x="85" y="476"/>
                </a:cubicBezTo>
                <a:cubicBezTo>
                  <a:pt x="84" y="479"/>
                  <a:pt x="84" y="482"/>
                  <a:pt x="80" y="481"/>
                </a:cubicBezTo>
                <a:cubicBezTo>
                  <a:pt x="80" y="485"/>
                  <a:pt x="77" y="486"/>
                  <a:pt x="76" y="489"/>
                </a:cubicBezTo>
                <a:cubicBezTo>
                  <a:pt x="74" y="492"/>
                  <a:pt x="75" y="496"/>
                  <a:pt x="71" y="495"/>
                </a:cubicBezTo>
                <a:cubicBezTo>
                  <a:pt x="71" y="497"/>
                  <a:pt x="71" y="500"/>
                  <a:pt x="71" y="502"/>
                </a:cubicBezTo>
                <a:cubicBezTo>
                  <a:pt x="71" y="504"/>
                  <a:pt x="70" y="509"/>
                  <a:pt x="71" y="509"/>
                </a:cubicBezTo>
                <a:cubicBezTo>
                  <a:pt x="74" y="510"/>
                  <a:pt x="75" y="512"/>
                  <a:pt x="75" y="514"/>
                </a:cubicBezTo>
                <a:cubicBezTo>
                  <a:pt x="75" y="515"/>
                  <a:pt x="74" y="516"/>
                  <a:pt x="73" y="517"/>
                </a:cubicBezTo>
                <a:cubicBezTo>
                  <a:pt x="73" y="518"/>
                  <a:pt x="72" y="518"/>
                  <a:pt x="72" y="518"/>
                </a:cubicBezTo>
                <a:cubicBezTo>
                  <a:pt x="70" y="519"/>
                  <a:pt x="71" y="519"/>
                  <a:pt x="71" y="521"/>
                </a:cubicBezTo>
                <a:cubicBezTo>
                  <a:pt x="71" y="524"/>
                  <a:pt x="71" y="529"/>
                  <a:pt x="66" y="528"/>
                </a:cubicBezTo>
                <a:cubicBezTo>
                  <a:pt x="66" y="532"/>
                  <a:pt x="66" y="537"/>
                  <a:pt x="66" y="541"/>
                </a:cubicBezTo>
                <a:cubicBezTo>
                  <a:pt x="66" y="543"/>
                  <a:pt x="65" y="547"/>
                  <a:pt x="67" y="547"/>
                </a:cubicBezTo>
                <a:cubicBezTo>
                  <a:pt x="68" y="548"/>
                  <a:pt x="70" y="549"/>
                  <a:pt x="71" y="550"/>
                </a:cubicBezTo>
                <a:cubicBezTo>
                  <a:pt x="78" y="554"/>
                  <a:pt x="79" y="560"/>
                  <a:pt x="83" y="567"/>
                </a:cubicBezTo>
                <a:cubicBezTo>
                  <a:pt x="84" y="570"/>
                  <a:pt x="86" y="573"/>
                  <a:pt x="88" y="576"/>
                </a:cubicBezTo>
                <a:cubicBezTo>
                  <a:pt x="88" y="577"/>
                  <a:pt x="89" y="578"/>
                  <a:pt x="89" y="579"/>
                </a:cubicBezTo>
                <a:cubicBezTo>
                  <a:pt x="90" y="580"/>
                  <a:pt x="90" y="580"/>
                  <a:pt x="91" y="580"/>
                </a:cubicBezTo>
                <a:cubicBezTo>
                  <a:pt x="92" y="580"/>
                  <a:pt x="93" y="581"/>
                  <a:pt x="94" y="582"/>
                </a:cubicBezTo>
                <a:cubicBezTo>
                  <a:pt x="95" y="583"/>
                  <a:pt x="94" y="586"/>
                  <a:pt x="94" y="587"/>
                </a:cubicBezTo>
                <a:cubicBezTo>
                  <a:pt x="94" y="588"/>
                  <a:pt x="94" y="589"/>
                  <a:pt x="95" y="589"/>
                </a:cubicBezTo>
                <a:cubicBezTo>
                  <a:pt x="96" y="590"/>
                  <a:pt x="96" y="590"/>
                  <a:pt x="97" y="590"/>
                </a:cubicBezTo>
                <a:cubicBezTo>
                  <a:pt x="100" y="591"/>
                  <a:pt x="99" y="596"/>
                  <a:pt x="99" y="599"/>
                </a:cubicBezTo>
                <a:cubicBezTo>
                  <a:pt x="108" y="598"/>
                  <a:pt x="103" y="616"/>
                  <a:pt x="103" y="621"/>
                </a:cubicBezTo>
                <a:cubicBezTo>
                  <a:pt x="103" y="622"/>
                  <a:pt x="104" y="623"/>
                  <a:pt x="104" y="624"/>
                </a:cubicBezTo>
                <a:cubicBezTo>
                  <a:pt x="104" y="625"/>
                  <a:pt x="104" y="626"/>
                  <a:pt x="104" y="627"/>
                </a:cubicBezTo>
                <a:cubicBezTo>
                  <a:pt x="104" y="627"/>
                  <a:pt x="105" y="628"/>
                  <a:pt x="106" y="628"/>
                </a:cubicBezTo>
                <a:cubicBezTo>
                  <a:pt x="109" y="629"/>
                  <a:pt x="111" y="632"/>
                  <a:pt x="112" y="634"/>
                </a:cubicBezTo>
                <a:cubicBezTo>
                  <a:pt x="113" y="636"/>
                  <a:pt x="113" y="637"/>
                  <a:pt x="113" y="639"/>
                </a:cubicBezTo>
                <a:cubicBezTo>
                  <a:pt x="113" y="640"/>
                  <a:pt x="113" y="641"/>
                  <a:pt x="114" y="642"/>
                </a:cubicBezTo>
                <a:cubicBezTo>
                  <a:pt x="114" y="642"/>
                  <a:pt x="115" y="642"/>
                  <a:pt x="115" y="642"/>
                </a:cubicBezTo>
                <a:cubicBezTo>
                  <a:pt x="118" y="644"/>
                  <a:pt x="118" y="648"/>
                  <a:pt x="118" y="651"/>
                </a:cubicBezTo>
                <a:cubicBezTo>
                  <a:pt x="122" y="651"/>
                  <a:pt x="127" y="651"/>
                  <a:pt x="132" y="651"/>
                </a:cubicBezTo>
                <a:cubicBezTo>
                  <a:pt x="133" y="651"/>
                  <a:pt x="135" y="651"/>
                  <a:pt x="136" y="652"/>
                </a:cubicBezTo>
                <a:cubicBezTo>
                  <a:pt x="137" y="653"/>
                  <a:pt x="137" y="655"/>
                  <a:pt x="137" y="657"/>
                </a:cubicBezTo>
                <a:cubicBezTo>
                  <a:pt x="137" y="659"/>
                  <a:pt x="137" y="661"/>
                  <a:pt x="137" y="664"/>
                </a:cubicBezTo>
                <a:cubicBezTo>
                  <a:pt x="137" y="666"/>
                  <a:pt x="137" y="665"/>
                  <a:pt x="139" y="665"/>
                </a:cubicBezTo>
                <a:cubicBezTo>
                  <a:pt x="140" y="665"/>
                  <a:pt x="141" y="665"/>
                  <a:pt x="142" y="665"/>
                </a:cubicBezTo>
                <a:cubicBezTo>
                  <a:pt x="144" y="666"/>
                  <a:pt x="148" y="665"/>
                  <a:pt x="150" y="667"/>
                </a:cubicBezTo>
                <a:cubicBezTo>
                  <a:pt x="150" y="668"/>
                  <a:pt x="151" y="668"/>
                  <a:pt x="151" y="669"/>
                </a:cubicBezTo>
                <a:cubicBezTo>
                  <a:pt x="151" y="670"/>
                  <a:pt x="152" y="670"/>
                  <a:pt x="153" y="670"/>
                </a:cubicBezTo>
                <a:cubicBezTo>
                  <a:pt x="155" y="670"/>
                  <a:pt x="156" y="669"/>
                  <a:pt x="158" y="670"/>
                </a:cubicBezTo>
                <a:cubicBezTo>
                  <a:pt x="160" y="670"/>
                  <a:pt x="160" y="672"/>
                  <a:pt x="161" y="674"/>
                </a:cubicBezTo>
                <a:cubicBezTo>
                  <a:pt x="161" y="679"/>
                  <a:pt x="160" y="684"/>
                  <a:pt x="160" y="690"/>
                </a:cubicBezTo>
                <a:cubicBezTo>
                  <a:pt x="160" y="691"/>
                  <a:pt x="160" y="692"/>
                  <a:pt x="160" y="693"/>
                </a:cubicBezTo>
                <a:cubicBezTo>
                  <a:pt x="160" y="694"/>
                  <a:pt x="159" y="698"/>
                  <a:pt x="161" y="698"/>
                </a:cubicBezTo>
                <a:cubicBezTo>
                  <a:pt x="166" y="698"/>
                  <a:pt x="165" y="701"/>
                  <a:pt x="165" y="705"/>
                </a:cubicBezTo>
                <a:cubicBezTo>
                  <a:pt x="165" y="706"/>
                  <a:pt x="164" y="707"/>
                  <a:pt x="166" y="707"/>
                </a:cubicBezTo>
                <a:cubicBezTo>
                  <a:pt x="166" y="707"/>
                  <a:pt x="167" y="708"/>
                  <a:pt x="168" y="708"/>
                </a:cubicBezTo>
                <a:cubicBezTo>
                  <a:pt x="169" y="708"/>
                  <a:pt x="170" y="709"/>
                  <a:pt x="170" y="710"/>
                </a:cubicBezTo>
                <a:cubicBezTo>
                  <a:pt x="170" y="712"/>
                  <a:pt x="170" y="715"/>
                  <a:pt x="170" y="717"/>
                </a:cubicBezTo>
                <a:cubicBezTo>
                  <a:pt x="171" y="717"/>
                  <a:pt x="172" y="718"/>
                  <a:pt x="173" y="719"/>
                </a:cubicBezTo>
                <a:cubicBezTo>
                  <a:pt x="175" y="721"/>
                  <a:pt x="175" y="724"/>
                  <a:pt x="175" y="726"/>
                </a:cubicBezTo>
                <a:cubicBezTo>
                  <a:pt x="174" y="730"/>
                  <a:pt x="174" y="733"/>
                  <a:pt x="174" y="737"/>
                </a:cubicBezTo>
                <a:cubicBezTo>
                  <a:pt x="174" y="747"/>
                  <a:pt x="174" y="756"/>
                  <a:pt x="174" y="766"/>
                </a:cubicBezTo>
                <a:cubicBezTo>
                  <a:pt x="174" y="769"/>
                  <a:pt x="174" y="771"/>
                  <a:pt x="174" y="773"/>
                </a:cubicBezTo>
                <a:cubicBezTo>
                  <a:pt x="176" y="773"/>
                  <a:pt x="177" y="774"/>
                  <a:pt x="178" y="774"/>
                </a:cubicBezTo>
                <a:cubicBezTo>
                  <a:pt x="179" y="775"/>
                  <a:pt x="179" y="777"/>
                  <a:pt x="179" y="778"/>
                </a:cubicBezTo>
                <a:cubicBezTo>
                  <a:pt x="179" y="779"/>
                  <a:pt x="179" y="780"/>
                  <a:pt x="179" y="782"/>
                </a:cubicBezTo>
                <a:cubicBezTo>
                  <a:pt x="179" y="783"/>
                  <a:pt x="180" y="783"/>
                  <a:pt x="181" y="784"/>
                </a:cubicBezTo>
                <a:cubicBezTo>
                  <a:pt x="184" y="785"/>
                  <a:pt x="184" y="788"/>
                  <a:pt x="184" y="791"/>
                </a:cubicBezTo>
                <a:cubicBezTo>
                  <a:pt x="183" y="796"/>
                  <a:pt x="184" y="801"/>
                  <a:pt x="184" y="806"/>
                </a:cubicBezTo>
                <a:cubicBezTo>
                  <a:pt x="189" y="806"/>
                  <a:pt x="189" y="812"/>
                  <a:pt x="189" y="816"/>
                </a:cubicBezTo>
                <a:cubicBezTo>
                  <a:pt x="189" y="818"/>
                  <a:pt x="188" y="821"/>
                  <a:pt x="188" y="823"/>
                </a:cubicBezTo>
                <a:cubicBezTo>
                  <a:pt x="188" y="826"/>
                  <a:pt x="189" y="828"/>
                  <a:pt x="188" y="831"/>
                </a:cubicBezTo>
                <a:cubicBezTo>
                  <a:pt x="188" y="836"/>
                  <a:pt x="190" y="840"/>
                  <a:pt x="194" y="843"/>
                </a:cubicBezTo>
                <a:cubicBezTo>
                  <a:pt x="198" y="846"/>
                  <a:pt x="202" y="849"/>
                  <a:pt x="203" y="853"/>
                </a:cubicBezTo>
                <a:cubicBezTo>
                  <a:pt x="206" y="854"/>
                  <a:pt x="208" y="855"/>
                  <a:pt x="207" y="858"/>
                </a:cubicBezTo>
                <a:cubicBezTo>
                  <a:pt x="208" y="861"/>
                  <a:pt x="211" y="863"/>
                  <a:pt x="212" y="866"/>
                </a:cubicBezTo>
                <a:cubicBezTo>
                  <a:pt x="212" y="867"/>
                  <a:pt x="212" y="868"/>
                  <a:pt x="213" y="868"/>
                </a:cubicBezTo>
                <a:cubicBezTo>
                  <a:pt x="213" y="868"/>
                  <a:pt x="214" y="868"/>
                  <a:pt x="215" y="868"/>
                </a:cubicBezTo>
                <a:cubicBezTo>
                  <a:pt x="216" y="868"/>
                  <a:pt x="217" y="869"/>
                  <a:pt x="217" y="871"/>
                </a:cubicBezTo>
                <a:cubicBezTo>
                  <a:pt x="217" y="874"/>
                  <a:pt x="218" y="876"/>
                  <a:pt x="220" y="879"/>
                </a:cubicBezTo>
                <a:cubicBezTo>
                  <a:pt x="224" y="883"/>
                  <a:pt x="230" y="885"/>
                  <a:pt x="231" y="891"/>
                </a:cubicBezTo>
                <a:cubicBezTo>
                  <a:pt x="233" y="891"/>
                  <a:pt x="235" y="893"/>
                  <a:pt x="234" y="895"/>
                </a:cubicBezTo>
                <a:cubicBezTo>
                  <a:pt x="233" y="895"/>
                  <a:pt x="232" y="896"/>
                  <a:pt x="232" y="896"/>
                </a:cubicBezTo>
                <a:cubicBezTo>
                  <a:pt x="230" y="896"/>
                  <a:pt x="231" y="897"/>
                  <a:pt x="231" y="898"/>
                </a:cubicBezTo>
                <a:cubicBezTo>
                  <a:pt x="231" y="900"/>
                  <a:pt x="230" y="900"/>
                  <a:pt x="232" y="901"/>
                </a:cubicBezTo>
                <a:cubicBezTo>
                  <a:pt x="233" y="902"/>
                  <a:pt x="234" y="902"/>
                  <a:pt x="235" y="903"/>
                </a:cubicBezTo>
                <a:cubicBezTo>
                  <a:pt x="237" y="904"/>
                  <a:pt x="238" y="905"/>
                  <a:pt x="240" y="908"/>
                </a:cubicBezTo>
                <a:cubicBezTo>
                  <a:pt x="240" y="909"/>
                  <a:pt x="240" y="910"/>
                  <a:pt x="242" y="911"/>
                </a:cubicBezTo>
                <a:cubicBezTo>
                  <a:pt x="243" y="911"/>
                  <a:pt x="244" y="912"/>
                  <a:pt x="244" y="913"/>
                </a:cubicBezTo>
                <a:cubicBezTo>
                  <a:pt x="247" y="914"/>
                  <a:pt x="249" y="915"/>
                  <a:pt x="251" y="915"/>
                </a:cubicBezTo>
                <a:cubicBezTo>
                  <a:pt x="254" y="915"/>
                  <a:pt x="255" y="917"/>
                  <a:pt x="255" y="920"/>
                </a:cubicBezTo>
                <a:cubicBezTo>
                  <a:pt x="258" y="920"/>
                  <a:pt x="265" y="919"/>
                  <a:pt x="264" y="924"/>
                </a:cubicBezTo>
                <a:cubicBezTo>
                  <a:pt x="265" y="924"/>
                  <a:pt x="274" y="926"/>
                  <a:pt x="273" y="922"/>
                </a:cubicBezTo>
                <a:cubicBezTo>
                  <a:pt x="272" y="920"/>
                  <a:pt x="270" y="918"/>
                  <a:pt x="268" y="915"/>
                </a:cubicBezTo>
                <a:cubicBezTo>
                  <a:pt x="267" y="912"/>
                  <a:pt x="268" y="911"/>
                  <a:pt x="272" y="910"/>
                </a:cubicBezTo>
                <a:cubicBezTo>
                  <a:pt x="272" y="910"/>
                  <a:pt x="273" y="910"/>
                  <a:pt x="273" y="910"/>
                </a:cubicBezTo>
                <a:cubicBezTo>
                  <a:pt x="273" y="909"/>
                  <a:pt x="274" y="908"/>
                  <a:pt x="274" y="907"/>
                </a:cubicBezTo>
                <a:cubicBezTo>
                  <a:pt x="273" y="906"/>
                  <a:pt x="273" y="904"/>
                  <a:pt x="272" y="903"/>
                </a:cubicBezTo>
                <a:cubicBezTo>
                  <a:pt x="270" y="900"/>
                  <a:pt x="267" y="901"/>
                  <a:pt x="265" y="900"/>
                </a:cubicBezTo>
                <a:cubicBezTo>
                  <a:pt x="264" y="899"/>
                  <a:pt x="264" y="897"/>
                  <a:pt x="264" y="896"/>
                </a:cubicBezTo>
                <a:cubicBezTo>
                  <a:pt x="264" y="894"/>
                  <a:pt x="264" y="891"/>
                  <a:pt x="264" y="889"/>
                </a:cubicBezTo>
                <a:cubicBezTo>
                  <a:pt x="264" y="888"/>
                  <a:pt x="265" y="887"/>
                  <a:pt x="263" y="886"/>
                </a:cubicBezTo>
                <a:cubicBezTo>
                  <a:pt x="263" y="886"/>
                  <a:pt x="262" y="886"/>
                  <a:pt x="261" y="886"/>
                </a:cubicBezTo>
                <a:cubicBezTo>
                  <a:pt x="260" y="886"/>
                  <a:pt x="259" y="884"/>
                  <a:pt x="259" y="883"/>
                </a:cubicBezTo>
                <a:cubicBezTo>
                  <a:pt x="259" y="878"/>
                  <a:pt x="259" y="873"/>
                  <a:pt x="259" y="869"/>
                </a:cubicBezTo>
                <a:cubicBezTo>
                  <a:pt x="259" y="865"/>
                  <a:pt x="256" y="864"/>
                  <a:pt x="255" y="861"/>
                </a:cubicBezTo>
                <a:cubicBezTo>
                  <a:pt x="255" y="860"/>
                  <a:pt x="255" y="859"/>
                  <a:pt x="255" y="858"/>
                </a:cubicBezTo>
                <a:cubicBezTo>
                  <a:pt x="254" y="858"/>
                  <a:pt x="253" y="858"/>
                  <a:pt x="253" y="857"/>
                </a:cubicBezTo>
                <a:cubicBezTo>
                  <a:pt x="252" y="857"/>
                  <a:pt x="251" y="856"/>
                  <a:pt x="250" y="855"/>
                </a:cubicBezTo>
                <a:cubicBezTo>
                  <a:pt x="250" y="853"/>
                  <a:pt x="250" y="851"/>
                  <a:pt x="250" y="850"/>
                </a:cubicBezTo>
                <a:cubicBezTo>
                  <a:pt x="250" y="848"/>
                  <a:pt x="254" y="849"/>
                  <a:pt x="255" y="849"/>
                </a:cubicBezTo>
                <a:cubicBezTo>
                  <a:pt x="258" y="847"/>
                  <a:pt x="259" y="844"/>
                  <a:pt x="260" y="841"/>
                </a:cubicBezTo>
                <a:cubicBezTo>
                  <a:pt x="260" y="838"/>
                  <a:pt x="261" y="836"/>
                  <a:pt x="263" y="834"/>
                </a:cubicBezTo>
                <a:cubicBezTo>
                  <a:pt x="266" y="832"/>
                  <a:pt x="270" y="833"/>
                  <a:pt x="273" y="835"/>
                </a:cubicBezTo>
                <a:cubicBezTo>
                  <a:pt x="274" y="830"/>
                  <a:pt x="275" y="830"/>
                  <a:pt x="279" y="830"/>
                </a:cubicBezTo>
                <a:cubicBezTo>
                  <a:pt x="282" y="830"/>
                  <a:pt x="286" y="830"/>
                  <a:pt x="287" y="826"/>
                </a:cubicBezTo>
                <a:cubicBezTo>
                  <a:pt x="290" y="820"/>
                  <a:pt x="283" y="817"/>
                  <a:pt x="283" y="811"/>
                </a:cubicBezTo>
                <a:cubicBezTo>
                  <a:pt x="280" y="811"/>
                  <a:pt x="276" y="811"/>
                  <a:pt x="275" y="809"/>
                </a:cubicBezTo>
                <a:cubicBezTo>
                  <a:pt x="273" y="807"/>
                  <a:pt x="273" y="806"/>
                  <a:pt x="273" y="804"/>
                </a:cubicBezTo>
                <a:cubicBezTo>
                  <a:pt x="273" y="802"/>
                  <a:pt x="273" y="802"/>
                  <a:pt x="275" y="802"/>
                </a:cubicBezTo>
                <a:cubicBezTo>
                  <a:pt x="276" y="802"/>
                  <a:pt x="277" y="802"/>
                  <a:pt x="278" y="802"/>
                </a:cubicBezTo>
                <a:cubicBezTo>
                  <a:pt x="283" y="802"/>
                  <a:pt x="288" y="802"/>
                  <a:pt x="292" y="802"/>
                </a:cubicBezTo>
                <a:cubicBezTo>
                  <a:pt x="293" y="799"/>
                  <a:pt x="293" y="796"/>
                  <a:pt x="297" y="797"/>
                </a:cubicBezTo>
                <a:cubicBezTo>
                  <a:pt x="297" y="793"/>
                  <a:pt x="296" y="789"/>
                  <a:pt x="297" y="785"/>
                </a:cubicBezTo>
                <a:cubicBezTo>
                  <a:pt x="298" y="782"/>
                  <a:pt x="301" y="783"/>
                  <a:pt x="303" y="782"/>
                </a:cubicBezTo>
                <a:cubicBezTo>
                  <a:pt x="307" y="780"/>
                  <a:pt x="312" y="777"/>
                  <a:pt x="315" y="772"/>
                </a:cubicBezTo>
                <a:cubicBezTo>
                  <a:pt x="316" y="769"/>
                  <a:pt x="316" y="766"/>
                  <a:pt x="316" y="763"/>
                </a:cubicBezTo>
                <a:cubicBezTo>
                  <a:pt x="316" y="758"/>
                  <a:pt x="316" y="753"/>
                  <a:pt x="316" y="749"/>
                </a:cubicBezTo>
                <a:cubicBezTo>
                  <a:pt x="316" y="744"/>
                  <a:pt x="316" y="740"/>
                  <a:pt x="316" y="736"/>
                </a:cubicBezTo>
                <a:cubicBezTo>
                  <a:pt x="316" y="733"/>
                  <a:pt x="317" y="730"/>
                  <a:pt x="321" y="731"/>
                </a:cubicBezTo>
                <a:cubicBezTo>
                  <a:pt x="321" y="729"/>
                  <a:pt x="321" y="727"/>
                  <a:pt x="323" y="726"/>
                </a:cubicBezTo>
                <a:cubicBezTo>
                  <a:pt x="324" y="724"/>
                  <a:pt x="325" y="722"/>
                  <a:pt x="326" y="720"/>
                </a:cubicBezTo>
                <a:cubicBezTo>
                  <a:pt x="327" y="716"/>
                  <a:pt x="330" y="714"/>
                  <a:pt x="334" y="713"/>
                </a:cubicBezTo>
                <a:cubicBezTo>
                  <a:pt x="340" y="711"/>
                  <a:pt x="347" y="712"/>
                  <a:pt x="352" y="712"/>
                </a:cubicBezTo>
                <a:cubicBezTo>
                  <a:pt x="354" y="712"/>
                  <a:pt x="355" y="712"/>
                  <a:pt x="357" y="712"/>
                </a:cubicBezTo>
                <a:cubicBezTo>
                  <a:pt x="359" y="712"/>
                  <a:pt x="358" y="711"/>
                  <a:pt x="359" y="710"/>
                </a:cubicBezTo>
                <a:cubicBezTo>
                  <a:pt x="359" y="708"/>
                  <a:pt x="361" y="707"/>
                  <a:pt x="363" y="707"/>
                </a:cubicBezTo>
                <a:cubicBezTo>
                  <a:pt x="363" y="705"/>
                  <a:pt x="362" y="701"/>
                  <a:pt x="364" y="699"/>
                </a:cubicBezTo>
                <a:cubicBezTo>
                  <a:pt x="365" y="697"/>
                  <a:pt x="369" y="698"/>
                  <a:pt x="371" y="697"/>
                </a:cubicBezTo>
                <a:cubicBezTo>
                  <a:pt x="373" y="696"/>
                  <a:pt x="374" y="695"/>
                  <a:pt x="376" y="694"/>
                </a:cubicBezTo>
                <a:cubicBezTo>
                  <a:pt x="377" y="693"/>
                  <a:pt x="378" y="693"/>
                  <a:pt x="379" y="693"/>
                </a:cubicBezTo>
                <a:cubicBezTo>
                  <a:pt x="381" y="693"/>
                  <a:pt x="382" y="693"/>
                  <a:pt x="383" y="692"/>
                </a:cubicBezTo>
                <a:cubicBezTo>
                  <a:pt x="385" y="687"/>
                  <a:pt x="386" y="682"/>
                  <a:pt x="389" y="678"/>
                </a:cubicBezTo>
                <a:cubicBezTo>
                  <a:pt x="391" y="676"/>
                  <a:pt x="393" y="675"/>
                  <a:pt x="396" y="674"/>
                </a:cubicBezTo>
                <a:cubicBezTo>
                  <a:pt x="398" y="674"/>
                  <a:pt x="401" y="674"/>
                  <a:pt x="401" y="671"/>
                </a:cubicBezTo>
                <a:cubicBezTo>
                  <a:pt x="400" y="662"/>
                  <a:pt x="401" y="654"/>
                  <a:pt x="401" y="646"/>
                </a:cubicBezTo>
                <a:cubicBezTo>
                  <a:pt x="401" y="642"/>
                  <a:pt x="401" y="637"/>
                  <a:pt x="401" y="633"/>
                </a:cubicBezTo>
                <a:cubicBezTo>
                  <a:pt x="401" y="631"/>
                  <a:pt x="401" y="629"/>
                  <a:pt x="401" y="627"/>
                </a:cubicBezTo>
                <a:cubicBezTo>
                  <a:pt x="399" y="627"/>
                  <a:pt x="398" y="627"/>
                  <a:pt x="397" y="626"/>
                </a:cubicBezTo>
                <a:cubicBezTo>
                  <a:pt x="395" y="625"/>
                  <a:pt x="396" y="619"/>
                  <a:pt x="396" y="617"/>
                </a:cubicBezTo>
                <a:cubicBezTo>
                  <a:pt x="396" y="616"/>
                  <a:pt x="396" y="615"/>
                  <a:pt x="396" y="614"/>
                </a:cubicBezTo>
                <a:cubicBezTo>
                  <a:pt x="396" y="612"/>
                  <a:pt x="397" y="613"/>
                  <a:pt x="398" y="613"/>
                </a:cubicBezTo>
                <a:cubicBezTo>
                  <a:pt x="401" y="613"/>
                  <a:pt x="403" y="613"/>
                  <a:pt x="405" y="613"/>
                </a:cubicBezTo>
                <a:cubicBezTo>
                  <a:pt x="407" y="613"/>
                  <a:pt x="410" y="614"/>
                  <a:pt x="410" y="612"/>
                </a:cubicBezTo>
                <a:cubicBezTo>
                  <a:pt x="411" y="611"/>
                  <a:pt x="411" y="610"/>
                  <a:pt x="411" y="608"/>
                </a:cubicBezTo>
                <a:cubicBezTo>
                  <a:pt x="411" y="606"/>
                  <a:pt x="412" y="604"/>
                  <a:pt x="415" y="604"/>
                </a:cubicBezTo>
                <a:cubicBezTo>
                  <a:pt x="414" y="601"/>
                  <a:pt x="415" y="600"/>
                  <a:pt x="417" y="599"/>
                </a:cubicBezTo>
                <a:cubicBezTo>
                  <a:pt x="419" y="599"/>
                  <a:pt x="419" y="599"/>
                  <a:pt x="420" y="598"/>
                </a:cubicBezTo>
                <a:cubicBezTo>
                  <a:pt x="421" y="597"/>
                  <a:pt x="422" y="595"/>
                  <a:pt x="422" y="594"/>
                </a:cubicBezTo>
                <a:cubicBezTo>
                  <a:pt x="426" y="589"/>
                  <a:pt x="430" y="585"/>
                  <a:pt x="434" y="582"/>
                </a:cubicBezTo>
                <a:cubicBezTo>
                  <a:pt x="435" y="582"/>
                  <a:pt x="436" y="581"/>
                  <a:pt x="438" y="580"/>
                </a:cubicBezTo>
                <a:cubicBezTo>
                  <a:pt x="439" y="580"/>
                  <a:pt x="438" y="577"/>
                  <a:pt x="438" y="575"/>
                </a:cubicBezTo>
                <a:cubicBezTo>
                  <a:pt x="437" y="575"/>
                  <a:pt x="434" y="575"/>
                  <a:pt x="434" y="573"/>
                </a:cubicBezTo>
                <a:cubicBezTo>
                  <a:pt x="433" y="571"/>
                  <a:pt x="434" y="567"/>
                  <a:pt x="434" y="564"/>
                </a:cubicBezTo>
                <a:cubicBezTo>
                  <a:pt x="434" y="562"/>
                  <a:pt x="436" y="561"/>
                  <a:pt x="438" y="561"/>
                </a:cubicBezTo>
                <a:cubicBezTo>
                  <a:pt x="438" y="556"/>
                  <a:pt x="438" y="552"/>
                  <a:pt x="438" y="547"/>
                </a:cubicBezTo>
                <a:cubicBezTo>
                  <a:pt x="435" y="547"/>
                  <a:pt x="433" y="546"/>
                  <a:pt x="434" y="542"/>
                </a:cubicBezTo>
                <a:cubicBezTo>
                  <a:pt x="431" y="542"/>
                  <a:pt x="433" y="546"/>
                  <a:pt x="434" y="542"/>
                </a:cubicBez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6" name="Freeform 22">
            <a:extLst>
              <a:ext uri="{FF2B5EF4-FFF2-40B4-BE49-F238E27FC236}">
                <a16:creationId xmlns:a16="http://schemas.microsoft.com/office/drawing/2014/main" id="{B748A7AE-318E-466E-83CE-97C9A78C4033}"/>
              </a:ext>
            </a:extLst>
          </p:cNvPr>
          <p:cNvSpPr>
            <a:spLocks noGrp="1"/>
          </p:cNvSpPr>
          <p:nvPr/>
        </p:nvSpPr>
        <p:spPr>
          <a:xfrm>
            <a:off x="7315906" y="4158815"/>
            <a:ext cx="117417" cy="213823"/>
          </a:xfrm>
          <a:custGeom>
            <a:avLst/>
            <a:gdLst/>
            <a:ahLst/>
            <a:cxnLst/>
            <a:rect l="0" t="0" r="r" b="b"/>
            <a:pathLst>
              <a:path w="40" h="73">
                <a:moveTo>
                  <a:pt x="34" y="0"/>
                </a:moveTo>
                <a:cubicBezTo>
                  <a:pt x="33" y="7"/>
                  <a:pt x="26" y="9"/>
                  <a:pt x="23" y="14"/>
                </a:cubicBezTo>
                <a:cubicBezTo>
                  <a:pt x="21" y="15"/>
                  <a:pt x="20" y="18"/>
                  <a:pt x="20" y="20"/>
                </a:cubicBezTo>
                <a:cubicBezTo>
                  <a:pt x="20" y="21"/>
                  <a:pt x="20" y="23"/>
                  <a:pt x="19" y="24"/>
                </a:cubicBezTo>
                <a:cubicBezTo>
                  <a:pt x="18" y="24"/>
                  <a:pt x="17" y="24"/>
                  <a:pt x="16" y="25"/>
                </a:cubicBezTo>
                <a:cubicBezTo>
                  <a:pt x="14" y="26"/>
                  <a:pt x="15" y="29"/>
                  <a:pt x="15" y="31"/>
                </a:cubicBezTo>
                <a:cubicBezTo>
                  <a:pt x="16" y="34"/>
                  <a:pt x="14" y="33"/>
                  <a:pt x="12" y="34"/>
                </a:cubicBezTo>
                <a:cubicBezTo>
                  <a:pt x="8" y="37"/>
                  <a:pt x="10" y="44"/>
                  <a:pt x="10" y="47"/>
                </a:cubicBezTo>
                <a:cubicBezTo>
                  <a:pt x="0" y="47"/>
                  <a:pt x="8" y="66"/>
                  <a:pt x="6" y="71"/>
                </a:cubicBezTo>
                <a:cubicBezTo>
                  <a:pt x="13" y="73"/>
                  <a:pt x="15" y="68"/>
                  <a:pt x="17" y="62"/>
                </a:cubicBezTo>
                <a:cubicBezTo>
                  <a:pt x="18" y="60"/>
                  <a:pt x="19" y="59"/>
                  <a:pt x="19" y="57"/>
                </a:cubicBezTo>
                <a:cubicBezTo>
                  <a:pt x="20" y="55"/>
                  <a:pt x="20" y="53"/>
                  <a:pt x="20" y="52"/>
                </a:cubicBezTo>
                <a:cubicBezTo>
                  <a:pt x="20" y="50"/>
                  <a:pt x="20" y="47"/>
                  <a:pt x="20" y="45"/>
                </a:cubicBezTo>
                <a:cubicBezTo>
                  <a:pt x="20" y="43"/>
                  <a:pt x="19" y="40"/>
                  <a:pt x="20" y="38"/>
                </a:cubicBezTo>
                <a:cubicBezTo>
                  <a:pt x="21" y="37"/>
                  <a:pt x="22" y="38"/>
                  <a:pt x="23" y="37"/>
                </a:cubicBezTo>
                <a:cubicBezTo>
                  <a:pt x="24" y="37"/>
                  <a:pt x="25" y="36"/>
                  <a:pt x="25" y="34"/>
                </a:cubicBezTo>
                <a:cubicBezTo>
                  <a:pt x="25" y="33"/>
                  <a:pt x="24" y="31"/>
                  <a:pt x="25" y="29"/>
                </a:cubicBezTo>
                <a:cubicBezTo>
                  <a:pt x="25" y="28"/>
                  <a:pt x="27" y="28"/>
                  <a:pt x="28" y="27"/>
                </a:cubicBezTo>
                <a:cubicBezTo>
                  <a:pt x="34" y="23"/>
                  <a:pt x="40" y="13"/>
                  <a:pt x="38" y="6"/>
                </a:cubicBezTo>
                <a:cubicBezTo>
                  <a:pt x="35" y="8"/>
                  <a:pt x="34" y="2"/>
                  <a:pt x="34" y="0"/>
                </a:cubicBezTo>
                <a:cubicBezTo>
                  <a:pt x="33" y="5"/>
                  <a:pt x="33" y="6"/>
                  <a:pt x="34" y="0"/>
                </a:cubicBez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7" name="Freeform 23">
            <a:extLst>
              <a:ext uri="{FF2B5EF4-FFF2-40B4-BE49-F238E27FC236}">
                <a16:creationId xmlns:a16="http://schemas.microsoft.com/office/drawing/2014/main" id="{A5927DFF-C999-478B-8675-23F2E60A9614}"/>
              </a:ext>
            </a:extLst>
          </p:cNvPr>
          <p:cNvSpPr>
            <a:spLocks noGrp="1"/>
          </p:cNvSpPr>
          <p:nvPr/>
        </p:nvSpPr>
        <p:spPr>
          <a:xfrm>
            <a:off x="7414784" y="4158815"/>
            <a:ext cx="18540" cy="17304"/>
          </a:xfrm>
          <a:custGeom>
            <a:avLst/>
            <a:gdLst/>
            <a:ahLst/>
            <a:cxnLst/>
            <a:rect l="0" t="0" r="r" b="b"/>
            <a:pathLst>
              <a:path w="6" h="6">
                <a:moveTo>
                  <a:pt x="0" y="0"/>
                </a:moveTo>
                <a:cubicBezTo>
                  <a:pt x="3" y="2"/>
                  <a:pt x="4" y="4"/>
                  <a:pt x="4" y="6"/>
                </a:cubicBezTo>
                <a:cubicBezTo>
                  <a:pt x="6" y="5"/>
                  <a:pt x="5" y="3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12" name="Oval 98">
            <a:extLst>
              <a:ext uri="{FF2B5EF4-FFF2-40B4-BE49-F238E27FC236}">
                <a16:creationId xmlns:a16="http://schemas.microsoft.com/office/drawing/2014/main" id="{E4595162-1D9E-4EC3-96EC-CCB2E535ECF4}"/>
              </a:ext>
            </a:extLst>
          </p:cNvPr>
          <p:cNvSpPr>
            <a:spLocks noGrp="1"/>
          </p:cNvSpPr>
          <p:nvPr/>
        </p:nvSpPr>
        <p:spPr>
          <a:xfrm>
            <a:off x="7613775" y="4614888"/>
            <a:ext cx="342363" cy="339891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13" name="Oval 99">
            <a:extLst>
              <a:ext uri="{FF2B5EF4-FFF2-40B4-BE49-F238E27FC236}">
                <a16:creationId xmlns:a16="http://schemas.microsoft.com/office/drawing/2014/main" id="{98C53374-FCC6-480B-B005-DD9B158658A4}"/>
              </a:ext>
            </a:extLst>
          </p:cNvPr>
          <p:cNvSpPr>
            <a:spLocks noGrp="1"/>
          </p:cNvSpPr>
          <p:nvPr/>
        </p:nvSpPr>
        <p:spPr>
          <a:xfrm>
            <a:off x="7617482" y="4614888"/>
            <a:ext cx="338655" cy="339891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14" name="Oval 100">
            <a:extLst>
              <a:ext uri="{FF2B5EF4-FFF2-40B4-BE49-F238E27FC236}">
                <a16:creationId xmlns:a16="http://schemas.microsoft.com/office/drawing/2014/main" id="{897DE3B8-2491-4758-8ECB-C2784CEC6897}"/>
              </a:ext>
            </a:extLst>
          </p:cNvPr>
          <p:cNvSpPr>
            <a:spLocks noGrp="1"/>
          </p:cNvSpPr>
          <p:nvPr/>
        </p:nvSpPr>
        <p:spPr>
          <a:xfrm>
            <a:off x="7617482" y="4614888"/>
            <a:ext cx="338655" cy="339891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15" name="Oval 101">
            <a:extLst>
              <a:ext uri="{FF2B5EF4-FFF2-40B4-BE49-F238E27FC236}">
                <a16:creationId xmlns:a16="http://schemas.microsoft.com/office/drawing/2014/main" id="{7FD2183E-4DF3-4D6A-9B4C-C0D672F79780}"/>
              </a:ext>
            </a:extLst>
          </p:cNvPr>
          <p:cNvSpPr>
            <a:spLocks noGrp="1"/>
          </p:cNvSpPr>
          <p:nvPr/>
        </p:nvSpPr>
        <p:spPr>
          <a:xfrm>
            <a:off x="7617482" y="4614888"/>
            <a:ext cx="338655" cy="339891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16" name="Oval 102">
            <a:extLst>
              <a:ext uri="{FF2B5EF4-FFF2-40B4-BE49-F238E27FC236}">
                <a16:creationId xmlns:a16="http://schemas.microsoft.com/office/drawing/2014/main" id="{94426CA9-0B91-4E76-B5FC-5AC568156132}"/>
              </a:ext>
            </a:extLst>
          </p:cNvPr>
          <p:cNvSpPr>
            <a:spLocks noGrp="1"/>
          </p:cNvSpPr>
          <p:nvPr/>
        </p:nvSpPr>
        <p:spPr>
          <a:xfrm>
            <a:off x="7617482" y="4614888"/>
            <a:ext cx="338655" cy="339891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17" name="Oval 103">
            <a:extLst>
              <a:ext uri="{FF2B5EF4-FFF2-40B4-BE49-F238E27FC236}">
                <a16:creationId xmlns:a16="http://schemas.microsoft.com/office/drawing/2014/main" id="{82EF449B-0B13-46D2-95EC-0A6AF6D49E2C}"/>
              </a:ext>
            </a:extLst>
          </p:cNvPr>
          <p:cNvSpPr>
            <a:spLocks noGrp="1"/>
          </p:cNvSpPr>
          <p:nvPr/>
        </p:nvSpPr>
        <p:spPr>
          <a:xfrm>
            <a:off x="7617482" y="4614888"/>
            <a:ext cx="338655" cy="339891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18" name="Oval 104">
            <a:extLst>
              <a:ext uri="{FF2B5EF4-FFF2-40B4-BE49-F238E27FC236}">
                <a16:creationId xmlns:a16="http://schemas.microsoft.com/office/drawing/2014/main" id="{FF1D6619-DF02-4398-82FE-DC45D6685C84}"/>
              </a:ext>
            </a:extLst>
          </p:cNvPr>
          <p:cNvSpPr>
            <a:spLocks noGrp="1"/>
          </p:cNvSpPr>
          <p:nvPr/>
        </p:nvSpPr>
        <p:spPr>
          <a:xfrm>
            <a:off x="7617482" y="4617360"/>
            <a:ext cx="336183" cy="333711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19" name="Oval 105">
            <a:extLst>
              <a:ext uri="{FF2B5EF4-FFF2-40B4-BE49-F238E27FC236}">
                <a16:creationId xmlns:a16="http://schemas.microsoft.com/office/drawing/2014/main" id="{B0610DD2-DA73-47B7-BD87-803CC9347406}"/>
              </a:ext>
            </a:extLst>
          </p:cNvPr>
          <p:cNvSpPr>
            <a:spLocks noGrp="1"/>
          </p:cNvSpPr>
          <p:nvPr/>
        </p:nvSpPr>
        <p:spPr>
          <a:xfrm>
            <a:off x="7619954" y="4617360"/>
            <a:ext cx="333711" cy="333711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20" name="Oval 106">
            <a:extLst>
              <a:ext uri="{FF2B5EF4-FFF2-40B4-BE49-F238E27FC236}">
                <a16:creationId xmlns:a16="http://schemas.microsoft.com/office/drawing/2014/main" id="{DCF48BBE-6DC4-49C6-BA17-30A3566524ED}"/>
              </a:ext>
            </a:extLst>
          </p:cNvPr>
          <p:cNvSpPr>
            <a:spLocks noGrp="1"/>
          </p:cNvSpPr>
          <p:nvPr/>
        </p:nvSpPr>
        <p:spPr>
          <a:xfrm>
            <a:off x="7619954" y="4617360"/>
            <a:ext cx="333711" cy="333711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21" name="Oval 107">
            <a:extLst>
              <a:ext uri="{FF2B5EF4-FFF2-40B4-BE49-F238E27FC236}">
                <a16:creationId xmlns:a16="http://schemas.microsoft.com/office/drawing/2014/main" id="{7CADC644-6EBD-41CA-B805-A71BE7B61CC5}"/>
              </a:ext>
            </a:extLst>
          </p:cNvPr>
          <p:cNvSpPr>
            <a:spLocks noGrp="1"/>
          </p:cNvSpPr>
          <p:nvPr/>
        </p:nvSpPr>
        <p:spPr>
          <a:xfrm>
            <a:off x="7619954" y="4617360"/>
            <a:ext cx="333711" cy="333711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22" name="Oval 108">
            <a:extLst>
              <a:ext uri="{FF2B5EF4-FFF2-40B4-BE49-F238E27FC236}">
                <a16:creationId xmlns:a16="http://schemas.microsoft.com/office/drawing/2014/main" id="{644DC87E-A6D8-4008-8384-24124EDFF47D}"/>
              </a:ext>
            </a:extLst>
          </p:cNvPr>
          <p:cNvSpPr>
            <a:spLocks noGrp="1"/>
          </p:cNvSpPr>
          <p:nvPr/>
        </p:nvSpPr>
        <p:spPr>
          <a:xfrm>
            <a:off x="7619954" y="4617360"/>
            <a:ext cx="333711" cy="333711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23" name="Oval 109">
            <a:extLst>
              <a:ext uri="{FF2B5EF4-FFF2-40B4-BE49-F238E27FC236}">
                <a16:creationId xmlns:a16="http://schemas.microsoft.com/office/drawing/2014/main" id="{D7D52318-DD45-4E0F-B1EE-A59B462996F2}"/>
              </a:ext>
            </a:extLst>
          </p:cNvPr>
          <p:cNvSpPr>
            <a:spLocks noGrp="1"/>
          </p:cNvSpPr>
          <p:nvPr/>
        </p:nvSpPr>
        <p:spPr>
          <a:xfrm>
            <a:off x="7619954" y="4617360"/>
            <a:ext cx="333711" cy="333711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24" name="Oval 110">
            <a:extLst>
              <a:ext uri="{FF2B5EF4-FFF2-40B4-BE49-F238E27FC236}">
                <a16:creationId xmlns:a16="http://schemas.microsoft.com/office/drawing/2014/main" id="{8BE3E56E-6C30-4986-9AE0-2E50F1FF4DE9}"/>
              </a:ext>
            </a:extLst>
          </p:cNvPr>
          <p:cNvSpPr>
            <a:spLocks noGrp="1"/>
          </p:cNvSpPr>
          <p:nvPr/>
        </p:nvSpPr>
        <p:spPr>
          <a:xfrm>
            <a:off x="7619954" y="4621067"/>
            <a:ext cx="331240" cy="32753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25" name="Oval 111">
            <a:extLst>
              <a:ext uri="{FF2B5EF4-FFF2-40B4-BE49-F238E27FC236}">
                <a16:creationId xmlns:a16="http://schemas.microsoft.com/office/drawing/2014/main" id="{3B7AE112-530B-4DB2-8628-5D8ABB338EBE}"/>
              </a:ext>
            </a:extLst>
          </p:cNvPr>
          <p:cNvSpPr>
            <a:spLocks noGrp="1"/>
          </p:cNvSpPr>
          <p:nvPr/>
        </p:nvSpPr>
        <p:spPr>
          <a:xfrm>
            <a:off x="7622426" y="4621067"/>
            <a:ext cx="328768" cy="32753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26" name="Oval 112">
            <a:extLst>
              <a:ext uri="{FF2B5EF4-FFF2-40B4-BE49-F238E27FC236}">
                <a16:creationId xmlns:a16="http://schemas.microsoft.com/office/drawing/2014/main" id="{1DF2A278-52F6-4045-B861-0015D84F9DAC}"/>
              </a:ext>
            </a:extLst>
          </p:cNvPr>
          <p:cNvSpPr>
            <a:spLocks noGrp="1"/>
          </p:cNvSpPr>
          <p:nvPr/>
        </p:nvSpPr>
        <p:spPr>
          <a:xfrm>
            <a:off x="7622426" y="4621067"/>
            <a:ext cx="328768" cy="32753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bg1"/>
            </a:solidFill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A4F48817-5BB8-4608-96EE-5E985E0F66DF}"/>
              </a:ext>
            </a:extLst>
          </p:cNvPr>
          <p:cNvSpPr>
            <a:spLocks noGrp="1"/>
          </p:cNvSpPr>
          <p:nvPr/>
        </p:nvSpPr>
        <p:spPr>
          <a:xfrm>
            <a:off x="8506350" y="1794872"/>
            <a:ext cx="2486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2F917720-B0CE-44D7-ADA5-AB3842F148FE}"/>
              </a:ext>
            </a:extLst>
          </p:cNvPr>
          <p:cNvSpPr>
            <a:spLocks noGrp="1"/>
          </p:cNvSpPr>
          <p:nvPr/>
        </p:nvSpPr>
        <p:spPr>
          <a:xfrm>
            <a:off x="8506350" y="1487095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6A17B337-6C9D-4592-BF70-36C054E9C836}"/>
              </a:ext>
            </a:extLst>
          </p:cNvPr>
          <p:cNvSpPr>
            <a:spLocks noGrp="1"/>
          </p:cNvSpPr>
          <p:nvPr/>
        </p:nvSpPr>
        <p:spPr>
          <a:xfrm>
            <a:off x="8623871" y="5331379"/>
            <a:ext cx="2486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510E25A2-CCDF-414E-8EF8-B8E4EEB84AB7}"/>
              </a:ext>
            </a:extLst>
          </p:cNvPr>
          <p:cNvSpPr>
            <a:spLocks noGrp="1"/>
          </p:cNvSpPr>
          <p:nvPr/>
        </p:nvSpPr>
        <p:spPr>
          <a:xfrm>
            <a:off x="8623871" y="5023602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230B2E93-EDD0-49A5-9FC8-47085F4AB7B9}"/>
              </a:ext>
            </a:extLst>
          </p:cNvPr>
          <p:cNvSpPr>
            <a:spLocks noGrp="1"/>
          </p:cNvSpPr>
          <p:nvPr/>
        </p:nvSpPr>
        <p:spPr>
          <a:xfrm>
            <a:off x="1269280" y="2763955"/>
            <a:ext cx="2486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A19433CC-9BAA-4233-9830-FF310F1BD420}"/>
              </a:ext>
            </a:extLst>
          </p:cNvPr>
          <p:cNvSpPr>
            <a:spLocks noGrp="1"/>
          </p:cNvSpPr>
          <p:nvPr/>
        </p:nvSpPr>
        <p:spPr>
          <a:xfrm>
            <a:off x="2399492" y="2456178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753190C0-6D75-4CDE-9B97-D1868F44CBCB}"/>
              </a:ext>
            </a:extLst>
          </p:cNvPr>
          <p:cNvSpPr>
            <a:spLocks noGrp="1"/>
          </p:cNvSpPr>
          <p:nvPr/>
        </p:nvSpPr>
        <p:spPr>
          <a:xfrm>
            <a:off x="1218685" y="5548071"/>
            <a:ext cx="2486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BC87E170-5068-4B16-ACDD-7923C2947A39}"/>
              </a:ext>
            </a:extLst>
          </p:cNvPr>
          <p:cNvSpPr>
            <a:spLocks noGrp="1"/>
          </p:cNvSpPr>
          <p:nvPr/>
        </p:nvSpPr>
        <p:spPr>
          <a:xfrm>
            <a:off x="2348897" y="5240294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894F624C-7B00-4D31-8769-1DBC69837450}"/>
              </a:ext>
            </a:extLst>
          </p:cNvPr>
          <p:cNvSpPr>
            <a:spLocks noGrp="1"/>
          </p:cNvSpPr>
          <p:nvPr/>
        </p:nvSpPr>
        <p:spPr>
          <a:xfrm>
            <a:off x="840945" y="4731501"/>
            <a:ext cx="2486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B2E8C6D9-CBCB-41D0-A8F5-9B9DEF50AB26}"/>
              </a:ext>
            </a:extLst>
          </p:cNvPr>
          <p:cNvSpPr>
            <a:spLocks noGrp="1"/>
          </p:cNvSpPr>
          <p:nvPr/>
        </p:nvSpPr>
        <p:spPr>
          <a:xfrm>
            <a:off x="1971157" y="4423724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None/>
            </a:pPr>
            <a:endParaRPr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B5D13034-83CB-46C0-807C-3632F54BD24E}"/>
              </a:ext>
            </a:extLst>
          </p:cNvPr>
          <p:cNvSpPr>
            <a:spLocks noGrp="1"/>
          </p:cNvSpPr>
          <p:nvPr/>
        </p:nvSpPr>
        <p:spPr>
          <a:xfrm>
            <a:off x="8865989" y="3465774"/>
            <a:ext cx="2486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413C4868-ECC8-46CF-8CF0-E03C6D91470C}"/>
              </a:ext>
            </a:extLst>
          </p:cNvPr>
          <p:cNvSpPr>
            <a:spLocks noGrp="1"/>
          </p:cNvSpPr>
          <p:nvPr/>
        </p:nvSpPr>
        <p:spPr>
          <a:xfrm>
            <a:off x="8865989" y="3157997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9E5FE494-3804-4499-B6D0-7AD54471A7E1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F6DE85D3-9359-4DC8-A76F-0DAD2186D588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1" name="TextBox 62">
            <a:extLst>
              <a:ext uri="{FF2B5EF4-FFF2-40B4-BE49-F238E27FC236}">
                <a16:creationId xmlns:a16="http://schemas.microsoft.com/office/drawing/2014/main" id="{5B07DB61-B479-43C7-9CD4-8C7F67B7B792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B4BAEC6D-2C98-4C22-B83E-3897F98094C4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83" name="圆角矩形 182">
            <a:extLst>
              <a:ext uri="{FF2B5EF4-FFF2-40B4-BE49-F238E27FC236}">
                <a16:creationId xmlns:a16="http://schemas.microsoft.com/office/drawing/2014/main" id="{FFDE5BD1-0860-471A-ADA5-144762C04851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E94FCE19-C98D-4168-BE6D-D21A721F569A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86" name="Freeform 24">
            <a:extLst>
              <a:ext uri="{FF2B5EF4-FFF2-40B4-BE49-F238E27FC236}">
                <a16:creationId xmlns:a16="http://schemas.microsoft.com/office/drawing/2014/main" id="{BA907EF2-0B27-4F5A-8E9D-679FAE684FF6}"/>
              </a:ext>
            </a:extLst>
          </p:cNvPr>
          <p:cNvSpPr>
            <a:spLocks noGrp="1"/>
          </p:cNvSpPr>
          <p:nvPr/>
        </p:nvSpPr>
        <p:spPr>
          <a:xfrm>
            <a:off x="3968904" y="2495202"/>
            <a:ext cx="385622" cy="2488004"/>
          </a:xfrm>
          <a:custGeom>
            <a:avLst/>
            <a:gdLst/>
            <a:ahLst/>
            <a:cxnLst/>
            <a:rect l="0" t="0" r="r" b="b"/>
            <a:pathLst>
              <a:path w="132" h="851">
                <a:moveTo>
                  <a:pt x="116" y="755"/>
                </a:moveTo>
                <a:cubicBezTo>
                  <a:pt x="113" y="750"/>
                  <a:pt x="110" y="746"/>
                  <a:pt x="106" y="742"/>
                </a:cubicBezTo>
                <a:cubicBezTo>
                  <a:pt x="106" y="742"/>
                  <a:pt x="106" y="742"/>
                  <a:pt x="106" y="742"/>
                </a:cubicBezTo>
                <a:cubicBezTo>
                  <a:pt x="65" y="701"/>
                  <a:pt x="64" y="150"/>
                  <a:pt x="106" y="108"/>
                </a:cubicBezTo>
                <a:cubicBezTo>
                  <a:pt x="106" y="108"/>
                  <a:pt x="106" y="108"/>
                  <a:pt x="106" y="108"/>
                </a:cubicBezTo>
                <a:cubicBezTo>
                  <a:pt x="109" y="105"/>
                  <a:pt x="112" y="101"/>
                  <a:pt x="115" y="96"/>
                </a:cubicBezTo>
                <a:cubicBezTo>
                  <a:pt x="131" y="68"/>
                  <a:pt x="121" y="33"/>
                  <a:pt x="94" y="16"/>
                </a:cubicBezTo>
                <a:cubicBezTo>
                  <a:pt x="66" y="0"/>
                  <a:pt x="30" y="10"/>
                  <a:pt x="14" y="38"/>
                </a:cubicBezTo>
                <a:cubicBezTo>
                  <a:pt x="0" y="61"/>
                  <a:pt x="5" y="90"/>
                  <a:pt x="23" y="108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64" y="150"/>
                  <a:pt x="65" y="701"/>
                  <a:pt x="24" y="743"/>
                </a:cubicBezTo>
                <a:cubicBezTo>
                  <a:pt x="24" y="743"/>
                  <a:pt x="24" y="743"/>
                  <a:pt x="24" y="743"/>
                </a:cubicBezTo>
                <a:cubicBezTo>
                  <a:pt x="6" y="761"/>
                  <a:pt x="1" y="790"/>
                  <a:pt x="14" y="813"/>
                </a:cubicBezTo>
                <a:cubicBezTo>
                  <a:pt x="31" y="841"/>
                  <a:pt x="66" y="851"/>
                  <a:pt x="94" y="834"/>
                </a:cubicBezTo>
                <a:cubicBezTo>
                  <a:pt x="122" y="818"/>
                  <a:pt x="132" y="783"/>
                  <a:pt x="116" y="755"/>
                </a:cubicBezTo>
                <a:close/>
              </a:path>
            </a:pathLst>
          </a:custGeom>
          <a:solidFill>
            <a:srgbClr val="18478F"/>
          </a:solidFill>
          <a:ln w="2222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87" name="Freeform 25">
            <a:extLst>
              <a:ext uri="{FF2B5EF4-FFF2-40B4-BE49-F238E27FC236}">
                <a16:creationId xmlns:a16="http://schemas.microsoft.com/office/drawing/2014/main" id="{EDCF60F1-B7D1-4AEB-A7A0-645D592A9ABF}"/>
              </a:ext>
            </a:extLst>
          </p:cNvPr>
          <p:cNvSpPr>
            <a:spLocks noGrp="1"/>
          </p:cNvSpPr>
          <p:nvPr/>
        </p:nvSpPr>
        <p:spPr>
          <a:xfrm>
            <a:off x="3962724" y="4591404"/>
            <a:ext cx="2185192" cy="1412712"/>
          </a:xfrm>
          <a:custGeom>
            <a:avLst/>
            <a:gdLst/>
            <a:ahLst/>
            <a:cxnLst/>
            <a:rect l="0" t="0" r="r" b="b"/>
            <a:pathLst>
              <a:path w="747" h="483">
                <a:moveTo>
                  <a:pt x="688" y="366"/>
                </a:moveTo>
                <a:cubicBezTo>
                  <a:pt x="683" y="366"/>
                  <a:pt x="678" y="367"/>
                  <a:pt x="673" y="368"/>
                </a:cubicBezTo>
                <a:cubicBezTo>
                  <a:pt x="673" y="368"/>
                  <a:pt x="673" y="368"/>
                  <a:pt x="673" y="368"/>
                </a:cubicBezTo>
                <a:cubicBezTo>
                  <a:pt x="617" y="383"/>
                  <a:pt x="139" y="108"/>
                  <a:pt x="124" y="52"/>
                </a:cubicBezTo>
                <a:cubicBezTo>
                  <a:pt x="123" y="52"/>
                  <a:pt x="123" y="52"/>
                  <a:pt x="123" y="52"/>
                </a:cubicBezTo>
                <a:cubicBezTo>
                  <a:pt x="122" y="47"/>
                  <a:pt x="120" y="42"/>
                  <a:pt x="118" y="38"/>
                </a:cubicBezTo>
                <a:cubicBezTo>
                  <a:pt x="102" y="10"/>
                  <a:pt x="66" y="0"/>
                  <a:pt x="38" y="16"/>
                </a:cubicBezTo>
                <a:cubicBezTo>
                  <a:pt x="10" y="32"/>
                  <a:pt x="0" y="68"/>
                  <a:pt x="16" y="96"/>
                </a:cubicBezTo>
                <a:cubicBezTo>
                  <a:pt x="30" y="120"/>
                  <a:pt x="57" y="130"/>
                  <a:pt x="82" y="123"/>
                </a:cubicBezTo>
                <a:cubicBezTo>
                  <a:pt x="82" y="123"/>
                  <a:pt x="82" y="123"/>
                  <a:pt x="82" y="123"/>
                </a:cubicBezTo>
                <a:cubicBezTo>
                  <a:pt x="139" y="108"/>
                  <a:pt x="617" y="383"/>
                  <a:pt x="632" y="440"/>
                </a:cubicBezTo>
                <a:cubicBezTo>
                  <a:pt x="632" y="440"/>
                  <a:pt x="632" y="440"/>
                  <a:pt x="632" y="440"/>
                </a:cubicBezTo>
                <a:cubicBezTo>
                  <a:pt x="638" y="465"/>
                  <a:pt x="661" y="483"/>
                  <a:pt x="688" y="483"/>
                </a:cubicBezTo>
                <a:cubicBezTo>
                  <a:pt x="720" y="483"/>
                  <a:pt x="747" y="457"/>
                  <a:pt x="747" y="425"/>
                </a:cubicBezTo>
                <a:cubicBezTo>
                  <a:pt x="747" y="392"/>
                  <a:pt x="720" y="366"/>
                  <a:pt x="688" y="366"/>
                </a:cubicBezTo>
                <a:close/>
              </a:path>
            </a:pathLst>
          </a:custGeom>
          <a:solidFill>
            <a:srgbClr val="18478F"/>
          </a:solidFill>
          <a:ln w="2222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88" name="Freeform 26">
            <a:extLst>
              <a:ext uri="{FF2B5EF4-FFF2-40B4-BE49-F238E27FC236}">
                <a16:creationId xmlns:a16="http://schemas.microsoft.com/office/drawing/2014/main" id="{9E75571C-1511-4E75-BAC7-AD797AE0B2FC}"/>
              </a:ext>
            </a:extLst>
          </p:cNvPr>
          <p:cNvSpPr>
            <a:spLocks noGrp="1"/>
          </p:cNvSpPr>
          <p:nvPr/>
        </p:nvSpPr>
        <p:spPr>
          <a:xfrm>
            <a:off x="5805553" y="4588932"/>
            <a:ext cx="2180248" cy="1415184"/>
          </a:xfrm>
          <a:custGeom>
            <a:avLst/>
            <a:gdLst/>
            <a:ahLst/>
            <a:cxnLst/>
            <a:rect l="0" t="0" r="r" b="b"/>
            <a:pathLst>
              <a:path w="745" h="484">
                <a:moveTo>
                  <a:pt x="708" y="16"/>
                </a:moveTo>
                <a:cubicBezTo>
                  <a:pt x="680" y="0"/>
                  <a:pt x="644" y="9"/>
                  <a:pt x="628" y="37"/>
                </a:cubicBezTo>
                <a:cubicBezTo>
                  <a:pt x="625" y="42"/>
                  <a:pt x="623" y="47"/>
                  <a:pt x="622" y="51"/>
                </a:cubicBezTo>
                <a:cubicBezTo>
                  <a:pt x="622" y="51"/>
                  <a:pt x="622" y="51"/>
                  <a:pt x="622" y="51"/>
                </a:cubicBezTo>
                <a:cubicBezTo>
                  <a:pt x="607" y="108"/>
                  <a:pt x="130" y="384"/>
                  <a:pt x="73" y="369"/>
                </a:cubicBezTo>
                <a:cubicBezTo>
                  <a:pt x="73" y="369"/>
                  <a:pt x="73" y="369"/>
                  <a:pt x="73" y="369"/>
                </a:cubicBezTo>
                <a:cubicBezTo>
                  <a:pt x="68" y="368"/>
                  <a:pt x="63" y="367"/>
                  <a:pt x="58" y="367"/>
                </a:cubicBezTo>
                <a:cubicBezTo>
                  <a:pt x="26" y="367"/>
                  <a:pt x="0" y="393"/>
                  <a:pt x="0" y="426"/>
                </a:cubicBezTo>
                <a:cubicBezTo>
                  <a:pt x="0" y="458"/>
                  <a:pt x="26" y="484"/>
                  <a:pt x="58" y="484"/>
                </a:cubicBezTo>
                <a:cubicBezTo>
                  <a:pt x="85" y="484"/>
                  <a:pt x="108" y="466"/>
                  <a:pt x="115" y="441"/>
                </a:cubicBezTo>
                <a:cubicBezTo>
                  <a:pt x="115" y="441"/>
                  <a:pt x="115" y="441"/>
                  <a:pt x="115" y="441"/>
                </a:cubicBezTo>
                <a:cubicBezTo>
                  <a:pt x="130" y="384"/>
                  <a:pt x="607" y="108"/>
                  <a:pt x="663" y="123"/>
                </a:cubicBezTo>
                <a:cubicBezTo>
                  <a:pt x="663" y="123"/>
                  <a:pt x="663" y="123"/>
                  <a:pt x="663" y="123"/>
                </a:cubicBezTo>
                <a:cubicBezTo>
                  <a:pt x="688" y="130"/>
                  <a:pt x="716" y="119"/>
                  <a:pt x="729" y="96"/>
                </a:cubicBezTo>
                <a:cubicBezTo>
                  <a:pt x="745" y="68"/>
                  <a:pt x="736" y="32"/>
                  <a:pt x="708" y="16"/>
                </a:cubicBezTo>
                <a:close/>
              </a:path>
            </a:pathLst>
          </a:custGeom>
          <a:solidFill>
            <a:srgbClr val="18478F"/>
          </a:solidFill>
          <a:ln w="2222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89" name="Freeform 27">
            <a:extLst>
              <a:ext uri="{FF2B5EF4-FFF2-40B4-BE49-F238E27FC236}">
                <a16:creationId xmlns:a16="http://schemas.microsoft.com/office/drawing/2014/main" id="{55FFA3FC-1551-4FBC-AFBE-6DE8029C540D}"/>
              </a:ext>
            </a:extLst>
          </p:cNvPr>
          <p:cNvSpPr>
            <a:spLocks noGrp="1"/>
          </p:cNvSpPr>
          <p:nvPr/>
        </p:nvSpPr>
        <p:spPr>
          <a:xfrm>
            <a:off x="7593999" y="2491494"/>
            <a:ext cx="385622" cy="2486768"/>
          </a:xfrm>
          <a:custGeom>
            <a:avLst/>
            <a:gdLst/>
            <a:ahLst/>
            <a:cxnLst/>
            <a:rect l="0" t="0" r="r" b="b"/>
            <a:pathLst>
              <a:path w="132" h="850">
                <a:moveTo>
                  <a:pt x="109" y="742"/>
                </a:moveTo>
                <a:cubicBezTo>
                  <a:pt x="109" y="742"/>
                  <a:pt x="109" y="742"/>
                  <a:pt x="109" y="742"/>
                </a:cubicBezTo>
                <a:cubicBezTo>
                  <a:pt x="67" y="701"/>
                  <a:pt x="67" y="149"/>
                  <a:pt x="108" y="108"/>
                </a:cubicBezTo>
                <a:cubicBezTo>
                  <a:pt x="108" y="108"/>
                  <a:pt x="108" y="108"/>
                  <a:pt x="108" y="108"/>
                </a:cubicBezTo>
                <a:cubicBezTo>
                  <a:pt x="126" y="90"/>
                  <a:pt x="131" y="61"/>
                  <a:pt x="117" y="38"/>
                </a:cubicBezTo>
                <a:cubicBezTo>
                  <a:pt x="101" y="10"/>
                  <a:pt x="65" y="0"/>
                  <a:pt x="37" y="16"/>
                </a:cubicBezTo>
                <a:cubicBezTo>
                  <a:pt x="10" y="32"/>
                  <a:pt x="0" y="68"/>
                  <a:pt x="16" y="96"/>
                </a:cubicBezTo>
                <a:cubicBezTo>
                  <a:pt x="19" y="101"/>
                  <a:pt x="22" y="105"/>
                  <a:pt x="25" y="108"/>
                </a:cubicBezTo>
                <a:cubicBezTo>
                  <a:pt x="25" y="108"/>
                  <a:pt x="25" y="108"/>
                  <a:pt x="25" y="108"/>
                </a:cubicBezTo>
                <a:cubicBezTo>
                  <a:pt x="67" y="149"/>
                  <a:pt x="67" y="701"/>
                  <a:pt x="26" y="742"/>
                </a:cubicBezTo>
                <a:cubicBezTo>
                  <a:pt x="26" y="742"/>
                  <a:pt x="26" y="742"/>
                  <a:pt x="26" y="742"/>
                </a:cubicBezTo>
                <a:cubicBezTo>
                  <a:pt x="23" y="746"/>
                  <a:pt x="19" y="750"/>
                  <a:pt x="17" y="754"/>
                </a:cubicBezTo>
                <a:cubicBezTo>
                  <a:pt x="1" y="782"/>
                  <a:pt x="10" y="818"/>
                  <a:pt x="38" y="834"/>
                </a:cubicBezTo>
                <a:cubicBezTo>
                  <a:pt x="66" y="850"/>
                  <a:pt x="102" y="841"/>
                  <a:pt x="118" y="813"/>
                </a:cubicBezTo>
                <a:cubicBezTo>
                  <a:pt x="132" y="789"/>
                  <a:pt x="127" y="760"/>
                  <a:pt x="109" y="742"/>
                </a:cubicBezTo>
                <a:close/>
              </a:path>
            </a:pathLst>
          </a:custGeom>
          <a:solidFill>
            <a:srgbClr val="18478F"/>
          </a:solidFill>
          <a:ln w="2222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90" name="Freeform 28">
            <a:extLst>
              <a:ext uri="{FF2B5EF4-FFF2-40B4-BE49-F238E27FC236}">
                <a16:creationId xmlns:a16="http://schemas.microsoft.com/office/drawing/2014/main" id="{CF5A95B8-73FA-4E0C-B67D-4E517C019055}"/>
              </a:ext>
            </a:extLst>
          </p:cNvPr>
          <p:cNvSpPr>
            <a:spLocks noGrp="1"/>
          </p:cNvSpPr>
          <p:nvPr/>
        </p:nvSpPr>
        <p:spPr>
          <a:xfrm>
            <a:off x="4013319" y="2411240"/>
            <a:ext cx="2206204" cy="1444847"/>
          </a:xfrm>
          <a:custGeom>
            <a:avLst/>
            <a:gdLst/>
            <a:ahLst/>
            <a:cxnLst/>
            <a:rect l="0" t="0" r="r" b="b"/>
            <a:pathLst>
              <a:path w="754" h="494">
                <a:moveTo>
                  <a:pt x="716" y="16"/>
                </a:moveTo>
                <a:cubicBezTo>
                  <a:pt x="688" y="0"/>
                  <a:pt x="652" y="9"/>
                  <a:pt x="636" y="37"/>
                </a:cubicBezTo>
                <a:cubicBezTo>
                  <a:pt x="633" y="42"/>
                  <a:pt x="631" y="48"/>
                  <a:pt x="630" y="53"/>
                </a:cubicBezTo>
                <a:cubicBezTo>
                  <a:pt x="630" y="53"/>
                  <a:pt x="630" y="53"/>
                  <a:pt x="630" y="53"/>
                </a:cubicBezTo>
                <a:cubicBezTo>
                  <a:pt x="615" y="109"/>
                  <a:pt x="138" y="386"/>
                  <a:pt x="81" y="371"/>
                </a:cubicBezTo>
                <a:cubicBezTo>
                  <a:pt x="81" y="371"/>
                  <a:pt x="81" y="371"/>
                  <a:pt x="81" y="371"/>
                </a:cubicBezTo>
                <a:cubicBezTo>
                  <a:pt x="56" y="364"/>
                  <a:pt x="29" y="375"/>
                  <a:pt x="16" y="398"/>
                </a:cubicBezTo>
                <a:cubicBezTo>
                  <a:pt x="0" y="426"/>
                  <a:pt x="9" y="462"/>
                  <a:pt x="37" y="478"/>
                </a:cubicBezTo>
                <a:cubicBezTo>
                  <a:pt x="65" y="494"/>
                  <a:pt x="101" y="484"/>
                  <a:pt x="117" y="456"/>
                </a:cubicBezTo>
                <a:cubicBezTo>
                  <a:pt x="120" y="452"/>
                  <a:pt x="121" y="447"/>
                  <a:pt x="123" y="442"/>
                </a:cubicBezTo>
                <a:cubicBezTo>
                  <a:pt x="123" y="442"/>
                  <a:pt x="123" y="442"/>
                  <a:pt x="123" y="442"/>
                </a:cubicBezTo>
                <a:cubicBezTo>
                  <a:pt x="138" y="386"/>
                  <a:pt x="615" y="109"/>
                  <a:pt x="672" y="125"/>
                </a:cubicBezTo>
                <a:cubicBezTo>
                  <a:pt x="670" y="123"/>
                  <a:pt x="670" y="123"/>
                  <a:pt x="670" y="123"/>
                </a:cubicBezTo>
                <a:cubicBezTo>
                  <a:pt x="696" y="130"/>
                  <a:pt x="724" y="120"/>
                  <a:pt x="738" y="96"/>
                </a:cubicBezTo>
                <a:cubicBezTo>
                  <a:pt x="754" y="68"/>
                  <a:pt x="744" y="32"/>
                  <a:pt x="716" y="16"/>
                </a:cubicBezTo>
                <a:close/>
              </a:path>
            </a:pathLst>
          </a:custGeom>
          <a:solidFill>
            <a:srgbClr val="18478F"/>
          </a:solidFill>
          <a:ln w="2222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91" name="Freeform 29">
            <a:extLst>
              <a:ext uri="{FF2B5EF4-FFF2-40B4-BE49-F238E27FC236}">
                <a16:creationId xmlns:a16="http://schemas.microsoft.com/office/drawing/2014/main" id="{826B676B-0746-4127-A73B-04337F605E1C}"/>
              </a:ext>
            </a:extLst>
          </p:cNvPr>
          <p:cNvSpPr>
            <a:spLocks noGrp="1"/>
          </p:cNvSpPr>
          <p:nvPr/>
        </p:nvSpPr>
        <p:spPr>
          <a:xfrm>
            <a:off x="5800609" y="1470584"/>
            <a:ext cx="2182720" cy="1410240"/>
          </a:xfrm>
          <a:custGeom>
            <a:avLst/>
            <a:gdLst/>
            <a:ahLst/>
            <a:cxnLst/>
            <a:rect l="0" t="0" r="r" b="b"/>
            <a:pathLst>
              <a:path w="746" h="482">
                <a:moveTo>
                  <a:pt x="730" y="387"/>
                </a:moveTo>
                <a:cubicBezTo>
                  <a:pt x="717" y="363"/>
                  <a:pt x="689" y="353"/>
                  <a:pt x="664" y="359"/>
                </a:cubicBezTo>
                <a:cubicBezTo>
                  <a:pt x="665" y="359"/>
                  <a:pt x="665" y="359"/>
                  <a:pt x="665" y="359"/>
                </a:cubicBezTo>
                <a:cubicBezTo>
                  <a:pt x="608" y="374"/>
                  <a:pt x="130" y="99"/>
                  <a:pt x="115" y="43"/>
                </a:cubicBezTo>
                <a:cubicBezTo>
                  <a:pt x="115" y="43"/>
                  <a:pt x="115" y="43"/>
                  <a:pt x="115" y="43"/>
                </a:cubicBezTo>
                <a:cubicBezTo>
                  <a:pt x="108" y="18"/>
                  <a:pt x="86" y="0"/>
                  <a:pt x="59" y="0"/>
                </a:cubicBezTo>
                <a:cubicBezTo>
                  <a:pt x="26" y="0"/>
                  <a:pt x="0" y="26"/>
                  <a:pt x="0" y="58"/>
                </a:cubicBezTo>
                <a:cubicBezTo>
                  <a:pt x="0" y="90"/>
                  <a:pt x="26" y="117"/>
                  <a:pt x="59" y="117"/>
                </a:cubicBezTo>
                <a:cubicBezTo>
                  <a:pt x="64" y="117"/>
                  <a:pt x="69" y="116"/>
                  <a:pt x="74" y="114"/>
                </a:cubicBezTo>
                <a:cubicBezTo>
                  <a:pt x="74" y="115"/>
                  <a:pt x="74" y="115"/>
                  <a:pt x="74" y="115"/>
                </a:cubicBezTo>
                <a:cubicBezTo>
                  <a:pt x="130" y="99"/>
                  <a:pt x="608" y="374"/>
                  <a:pt x="623" y="431"/>
                </a:cubicBezTo>
                <a:cubicBezTo>
                  <a:pt x="623" y="431"/>
                  <a:pt x="623" y="431"/>
                  <a:pt x="623" y="431"/>
                </a:cubicBezTo>
                <a:cubicBezTo>
                  <a:pt x="625" y="436"/>
                  <a:pt x="626" y="440"/>
                  <a:pt x="629" y="445"/>
                </a:cubicBezTo>
                <a:cubicBezTo>
                  <a:pt x="645" y="473"/>
                  <a:pt x="681" y="482"/>
                  <a:pt x="709" y="466"/>
                </a:cubicBezTo>
                <a:cubicBezTo>
                  <a:pt x="737" y="450"/>
                  <a:pt x="746" y="414"/>
                  <a:pt x="730" y="387"/>
                </a:cubicBezTo>
                <a:close/>
              </a:path>
            </a:pathLst>
          </a:custGeom>
          <a:solidFill>
            <a:srgbClr val="18478F"/>
          </a:solidFill>
          <a:ln w="2222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192" name="Oval 63">
            <a:extLst>
              <a:ext uri="{FF2B5EF4-FFF2-40B4-BE49-F238E27FC236}">
                <a16:creationId xmlns:a16="http://schemas.microsoft.com/office/drawing/2014/main" id="{21F1FFBA-F87C-417D-9065-0C0338839507}"/>
              </a:ext>
            </a:extLst>
          </p:cNvPr>
          <p:cNvSpPr>
            <a:spLocks noGrp="1"/>
          </p:cNvSpPr>
          <p:nvPr/>
        </p:nvSpPr>
        <p:spPr>
          <a:xfrm>
            <a:off x="4034330" y="3501364"/>
            <a:ext cx="327532" cy="327532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3" name="Oval 80">
            <a:extLst>
              <a:ext uri="{FF2B5EF4-FFF2-40B4-BE49-F238E27FC236}">
                <a16:creationId xmlns:a16="http://schemas.microsoft.com/office/drawing/2014/main" id="{A5758449-22F8-48CE-8921-D5355D81D2D5}"/>
              </a:ext>
            </a:extLst>
          </p:cNvPr>
          <p:cNvSpPr>
            <a:spLocks noGrp="1"/>
          </p:cNvSpPr>
          <p:nvPr/>
        </p:nvSpPr>
        <p:spPr>
          <a:xfrm>
            <a:off x="4034330" y="5583971"/>
            <a:ext cx="327532" cy="327532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4" name="Oval 97">
            <a:extLst>
              <a:ext uri="{FF2B5EF4-FFF2-40B4-BE49-F238E27FC236}">
                <a16:creationId xmlns:a16="http://schemas.microsoft.com/office/drawing/2014/main" id="{A8882D54-5B5A-4480-AD34-482B28F396B5}"/>
              </a:ext>
            </a:extLst>
          </p:cNvPr>
          <p:cNvSpPr>
            <a:spLocks noGrp="1"/>
          </p:cNvSpPr>
          <p:nvPr/>
        </p:nvSpPr>
        <p:spPr>
          <a:xfrm>
            <a:off x="5805553" y="5670405"/>
            <a:ext cx="327532" cy="32506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5" name="Oval 114">
            <a:extLst>
              <a:ext uri="{FF2B5EF4-FFF2-40B4-BE49-F238E27FC236}">
                <a16:creationId xmlns:a16="http://schemas.microsoft.com/office/drawing/2014/main" id="{609CD678-F520-4680-804D-184F94FDE7BC}"/>
              </a:ext>
            </a:extLst>
          </p:cNvPr>
          <p:cNvSpPr>
            <a:spLocks noGrp="1"/>
          </p:cNvSpPr>
          <p:nvPr/>
        </p:nvSpPr>
        <p:spPr>
          <a:xfrm>
            <a:off x="7622426" y="4621067"/>
            <a:ext cx="328768" cy="327532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6" name="Oval 131">
            <a:extLst>
              <a:ext uri="{FF2B5EF4-FFF2-40B4-BE49-F238E27FC236}">
                <a16:creationId xmlns:a16="http://schemas.microsoft.com/office/drawing/2014/main" id="{83DBD5BB-4B60-4314-A897-F0703B9BE21F}"/>
              </a:ext>
            </a:extLst>
          </p:cNvPr>
          <p:cNvSpPr>
            <a:spLocks noGrp="1"/>
          </p:cNvSpPr>
          <p:nvPr/>
        </p:nvSpPr>
        <p:spPr>
          <a:xfrm>
            <a:off x="7628606" y="2527337"/>
            <a:ext cx="327532" cy="323824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7" name="Oval 63">
            <a:extLst>
              <a:ext uri="{FF2B5EF4-FFF2-40B4-BE49-F238E27FC236}">
                <a16:creationId xmlns:a16="http://schemas.microsoft.com/office/drawing/2014/main" id="{8C62C418-6FB6-4C64-9442-E7CE2913B8FD}"/>
              </a:ext>
            </a:extLst>
          </p:cNvPr>
          <p:cNvSpPr>
            <a:spLocks noGrp="1"/>
          </p:cNvSpPr>
          <p:nvPr/>
        </p:nvSpPr>
        <p:spPr>
          <a:xfrm>
            <a:off x="5859460" y="2403256"/>
            <a:ext cx="327532" cy="327532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8" name="kicker-marker">
            <a:extLst>
              <a:ext uri="{FF2B5EF4-FFF2-40B4-BE49-F238E27FC236}">
                <a16:creationId xmlns:a16="http://schemas.microsoft.com/office/drawing/2014/main" id="{8EBEDB51-8DCB-4D57-AC33-2030CB2ABEAD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9" name="kicker-label">
            <a:extLst>
              <a:ext uri="{FF2B5EF4-FFF2-40B4-BE49-F238E27FC236}">
                <a16:creationId xmlns:a16="http://schemas.microsoft.com/office/drawing/2014/main" id="{E9093208-BEF5-403B-B671-05E25F2F29BE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17 · SRS</a:t>
            </a:r>
          </a:p>
        </p:txBody>
      </p:sp>
      <p:sp>
        <p:nvSpPr>
          <p:cNvPr id="200" name="page-marker">
            <a:extLst>
              <a:ext uri="{FF2B5EF4-FFF2-40B4-BE49-F238E27FC236}">
                <a16:creationId xmlns:a16="http://schemas.microsoft.com/office/drawing/2014/main" id="{7B151E1F-5481-4227-9249-207A4E267181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 / 31</a:t>
            </a:r>
          </a:p>
        </p:txBody>
      </p:sp>
      <p:sp>
        <p:nvSpPr>
          <p:cNvPr id="201" name="content-panel">
            <a:extLst>
              <a:ext uri="{FF2B5EF4-FFF2-40B4-BE49-F238E27FC236}">
                <a16:creationId xmlns:a16="http://schemas.microsoft.com/office/drawing/2014/main" id="{380C5B1D-E1C3-4105-90F3-B1F1F98DEF63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2" name="claim-title">
            <a:extLst>
              <a:ext uri="{FF2B5EF4-FFF2-40B4-BE49-F238E27FC236}">
                <a16:creationId xmlns:a16="http://schemas.microsoft.com/office/drawing/2014/main" id="{706D0EC2-5A3D-48C2-97B2-D56921E94C21}"/>
              </a:ext>
            </a:extLst>
          </p:cNvPr>
          <p:cNvSpPr>
            <a:spLocks noGrp="1"/>
          </p:cNvSpPr>
          <p:nvPr/>
        </p:nvSpPr>
        <p:spPr>
          <a:xfrm>
            <a:off x="736395" y="2131133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用户群分类参与排序</a:t>
            </a:r>
          </a:p>
        </p:txBody>
      </p:sp>
      <p:sp>
        <p:nvSpPr>
          <p:cNvPr id="203" name="support-claim">
            <a:extLst>
              <a:ext uri="{FF2B5EF4-FFF2-40B4-BE49-F238E27FC236}">
                <a16:creationId xmlns:a16="http://schemas.microsoft.com/office/drawing/2014/main" id="{72A14CBB-9347-4B50-9EFC-5C7C7338C875}"/>
              </a:ext>
            </a:extLst>
          </p:cNvPr>
          <p:cNvSpPr>
            <a:spLocks noGrp="1"/>
          </p:cNvSpPr>
          <p:nvPr/>
        </p:nvSpPr>
        <p:spPr>
          <a:xfrm>
            <a:off x="736395" y="2778833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SRS 与用户群分类材料形成需求优先级的来源链路。</a:t>
            </a:r>
          </a:p>
        </p:txBody>
      </p:sp>
      <p:sp>
        <p:nvSpPr>
          <p:cNvPr id="204" name="question-label">
            <a:extLst>
              <a:ext uri="{FF2B5EF4-FFF2-40B4-BE49-F238E27FC236}">
                <a16:creationId xmlns:a16="http://schemas.microsoft.com/office/drawing/2014/main" id="{C7794CE9-172E-41E1-814D-3F0990071E83}"/>
              </a:ext>
            </a:extLst>
          </p:cNvPr>
          <p:cNvSpPr>
            <a:spLocks noGrp="1"/>
          </p:cNvSpPr>
          <p:nvPr/>
        </p:nvSpPr>
        <p:spPr>
          <a:xfrm>
            <a:off x="736395" y="3693233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205" name="question-text">
            <a:extLst>
              <a:ext uri="{FF2B5EF4-FFF2-40B4-BE49-F238E27FC236}">
                <a16:creationId xmlns:a16="http://schemas.microsoft.com/office/drawing/2014/main" id="{B7F2B936-75E5-4B02-BC5C-19CA12309823}"/>
              </a:ext>
            </a:extLst>
          </p:cNvPr>
          <p:cNvSpPr>
            <a:spLocks noGrp="1"/>
          </p:cNvSpPr>
          <p:nvPr/>
        </p:nvSpPr>
        <p:spPr>
          <a:xfrm>
            <a:off x="736395" y="4074233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需求优先级排序是否考虑了用户群的分类？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5CF098-E340-9626-7BFC-45CFCEA42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1989" y="1222692"/>
            <a:ext cx="2230650" cy="410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848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>
            <a:extLst>
              <a:ext uri="{FF2B5EF4-FFF2-40B4-BE49-F238E27FC236}">
                <a16:creationId xmlns:a16="http://schemas.microsoft.com/office/drawing/2014/main" id="{F24BD4C7-6EBB-4A14-A0BD-8F7E20D83015}"/>
              </a:ext>
            </a:extLst>
          </p:cNvPr>
          <p:cNvSpPr>
            <a:spLocks noGrp="1"/>
          </p:cNvSpPr>
          <p:nvPr/>
        </p:nvSpPr>
        <p:spPr>
          <a:xfrm>
            <a:off x="1227565" y="2443022"/>
            <a:ext cx="1885203" cy="1885203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E2E2E2"/>
              </a:gs>
            </a:gsLst>
            <a:lin ang="2700000"/>
          </a:gradFill>
          <a:ln>
            <a:noFill/>
          </a:ln>
          <a:effectLst>
            <a:outerShdw blurRad="190500" dist="889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1" name="饼形 10">
            <a:extLst>
              <a:ext uri="{FF2B5EF4-FFF2-40B4-BE49-F238E27FC236}">
                <a16:creationId xmlns:a16="http://schemas.microsoft.com/office/drawing/2014/main" id="{465A9B8A-A5CE-4F83-BB85-9338B1BDB3A3}"/>
              </a:ext>
            </a:extLst>
          </p:cNvPr>
          <p:cNvSpPr>
            <a:spLocks noGrp="1"/>
          </p:cNvSpPr>
          <p:nvPr/>
        </p:nvSpPr>
        <p:spPr>
          <a:xfrm>
            <a:off x="1227565" y="2443022"/>
            <a:ext cx="1885203" cy="1885203"/>
          </a:xfrm>
          <a:prstGeom prst="pi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EDDE7DD-3CB0-481E-859E-1AA6A0F1CEAD}"/>
              </a:ext>
            </a:extLst>
          </p:cNvPr>
          <p:cNvSpPr>
            <a:spLocks noGrp="1"/>
          </p:cNvSpPr>
          <p:nvPr/>
        </p:nvSpPr>
        <p:spPr>
          <a:xfrm>
            <a:off x="1585798" y="2801255"/>
            <a:ext cx="1168737" cy="1168737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E2E2E2"/>
              </a:gs>
            </a:gsLst>
            <a:lin ang="2700000"/>
          </a:gradFill>
          <a:ln>
            <a:noFill/>
          </a:ln>
          <a:effectLst>
            <a:outerShdw blurRad="190500" dist="889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9BCD685-8F75-421C-AE39-8296A6E1023D}"/>
              </a:ext>
            </a:extLst>
          </p:cNvPr>
          <p:cNvSpPr>
            <a:spLocks noGrp="1"/>
          </p:cNvSpPr>
          <p:nvPr/>
        </p:nvSpPr>
        <p:spPr>
          <a:xfrm>
            <a:off x="6456267" y="1384335"/>
            <a:ext cx="1885203" cy="1885203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E2E2E2"/>
              </a:gs>
            </a:gsLst>
            <a:lin ang="2700000"/>
          </a:gradFill>
          <a:ln>
            <a:noFill/>
          </a:ln>
          <a:effectLst>
            <a:outerShdw blurRad="190500" dist="889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4" name="饼形 13">
            <a:extLst>
              <a:ext uri="{FF2B5EF4-FFF2-40B4-BE49-F238E27FC236}">
                <a16:creationId xmlns:a16="http://schemas.microsoft.com/office/drawing/2014/main" id="{797F5612-016A-4DB8-92AE-2A20838D2745}"/>
              </a:ext>
            </a:extLst>
          </p:cNvPr>
          <p:cNvSpPr>
            <a:spLocks noGrp="1"/>
          </p:cNvSpPr>
          <p:nvPr/>
        </p:nvSpPr>
        <p:spPr>
          <a:xfrm>
            <a:off x="6456267" y="1384335"/>
            <a:ext cx="1885203" cy="1885203"/>
          </a:xfrm>
          <a:prstGeom prst="pi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2C1CE081-1ACF-4D90-88E1-0254405E43C6}"/>
              </a:ext>
            </a:extLst>
          </p:cNvPr>
          <p:cNvSpPr>
            <a:spLocks noGrp="1"/>
          </p:cNvSpPr>
          <p:nvPr/>
        </p:nvSpPr>
        <p:spPr>
          <a:xfrm>
            <a:off x="6814500" y="1742568"/>
            <a:ext cx="1168737" cy="1168737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E2E2E2"/>
              </a:gs>
            </a:gsLst>
            <a:lin ang="2700000"/>
          </a:gradFill>
          <a:ln>
            <a:noFill/>
          </a:ln>
          <a:effectLst>
            <a:outerShdw blurRad="190500" dist="889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55C78A2-EA0E-463E-8205-615117F813A7}"/>
              </a:ext>
            </a:extLst>
          </p:cNvPr>
          <p:cNvSpPr>
            <a:spLocks noGrp="1"/>
          </p:cNvSpPr>
          <p:nvPr/>
        </p:nvSpPr>
        <p:spPr>
          <a:xfrm>
            <a:off x="1141840" y="4126159"/>
            <a:ext cx="1885203" cy="1885203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E2E2E2"/>
              </a:gs>
            </a:gsLst>
            <a:lin ang="2700000"/>
          </a:gradFill>
          <a:ln>
            <a:noFill/>
          </a:ln>
          <a:effectLst>
            <a:outerShdw blurRad="190500" dist="889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1" name="饼形 20">
            <a:extLst>
              <a:ext uri="{FF2B5EF4-FFF2-40B4-BE49-F238E27FC236}">
                <a16:creationId xmlns:a16="http://schemas.microsoft.com/office/drawing/2014/main" id="{F099A17D-10A4-47FC-9B65-7B1D86DA7076}"/>
              </a:ext>
            </a:extLst>
          </p:cNvPr>
          <p:cNvSpPr>
            <a:spLocks noGrp="1"/>
          </p:cNvSpPr>
          <p:nvPr/>
        </p:nvSpPr>
        <p:spPr>
          <a:xfrm>
            <a:off x="1141840" y="4126159"/>
            <a:ext cx="1885203" cy="1885203"/>
          </a:xfrm>
          <a:prstGeom prst="pi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92C2CEF4-0F31-4215-96E0-8E1D86A3FC8E}"/>
              </a:ext>
            </a:extLst>
          </p:cNvPr>
          <p:cNvSpPr>
            <a:spLocks noGrp="1"/>
          </p:cNvSpPr>
          <p:nvPr/>
        </p:nvSpPr>
        <p:spPr>
          <a:xfrm>
            <a:off x="1500073" y="4484392"/>
            <a:ext cx="1168737" cy="1168737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E2E2E2"/>
              </a:gs>
            </a:gsLst>
            <a:lin ang="2700000"/>
          </a:gradFill>
          <a:ln>
            <a:noFill/>
          </a:ln>
          <a:effectLst>
            <a:outerShdw blurRad="190500" dist="889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DDB1E2A-AEA5-4F9F-95DC-F3F9AB1B2E68}"/>
              </a:ext>
            </a:extLst>
          </p:cNvPr>
          <p:cNvSpPr>
            <a:spLocks noGrp="1"/>
          </p:cNvSpPr>
          <p:nvPr/>
        </p:nvSpPr>
        <p:spPr>
          <a:xfrm>
            <a:off x="6456267" y="4126159"/>
            <a:ext cx="1885203" cy="1885203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E2E2E2"/>
              </a:gs>
            </a:gsLst>
            <a:lin ang="2700000"/>
          </a:gradFill>
          <a:ln>
            <a:noFill/>
          </a:ln>
          <a:effectLst>
            <a:outerShdw blurRad="190500" dist="889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8" name="饼形 27">
            <a:extLst>
              <a:ext uri="{FF2B5EF4-FFF2-40B4-BE49-F238E27FC236}">
                <a16:creationId xmlns:a16="http://schemas.microsoft.com/office/drawing/2014/main" id="{865C695D-E5F5-45D5-8218-C12724536EC9}"/>
              </a:ext>
            </a:extLst>
          </p:cNvPr>
          <p:cNvSpPr>
            <a:spLocks noGrp="1"/>
          </p:cNvSpPr>
          <p:nvPr/>
        </p:nvSpPr>
        <p:spPr>
          <a:xfrm>
            <a:off x="6456267" y="4126159"/>
            <a:ext cx="1885203" cy="1885203"/>
          </a:xfrm>
          <a:prstGeom prst="pi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2BD8FB4-F87E-4B6B-8BEC-2F1C875B0022}"/>
              </a:ext>
            </a:extLst>
          </p:cNvPr>
          <p:cNvSpPr>
            <a:spLocks noGrp="1"/>
          </p:cNvSpPr>
          <p:nvPr/>
        </p:nvSpPr>
        <p:spPr>
          <a:xfrm>
            <a:off x="6814500" y="4484392"/>
            <a:ext cx="1168737" cy="1168737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E2E2E2"/>
              </a:gs>
            </a:gsLst>
            <a:lin ang="2700000"/>
          </a:gradFill>
          <a:ln>
            <a:noFill/>
          </a:ln>
          <a:effectLst>
            <a:outerShdw blurRad="190500" dist="889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9BB409D-0FC3-436A-9F1F-16A086CD94E9}"/>
              </a:ext>
            </a:extLst>
          </p:cNvPr>
          <p:cNvSpPr>
            <a:spLocks noGrp="1"/>
          </p:cNvSpPr>
          <p:nvPr/>
        </p:nvSpPr>
        <p:spPr>
          <a:xfrm>
            <a:off x="1520664" y="3154790"/>
            <a:ext cx="13763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43ADC4D-0392-408E-AC33-454FD0410A43}"/>
              </a:ext>
            </a:extLst>
          </p:cNvPr>
          <p:cNvSpPr>
            <a:spLocks noGrp="1"/>
          </p:cNvSpPr>
          <p:nvPr/>
        </p:nvSpPr>
        <p:spPr>
          <a:xfrm>
            <a:off x="6710677" y="2078298"/>
            <a:ext cx="13763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0107D6-28E0-4EB0-A8D2-176683B2DC56}"/>
              </a:ext>
            </a:extLst>
          </p:cNvPr>
          <p:cNvSpPr>
            <a:spLocks noGrp="1"/>
          </p:cNvSpPr>
          <p:nvPr/>
        </p:nvSpPr>
        <p:spPr>
          <a:xfrm>
            <a:off x="1396250" y="4861074"/>
            <a:ext cx="13763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7BA4DE9-B89C-4F40-AF89-2B2563087C17}"/>
              </a:ext>
            </a:extLst>
          </p:cNvPr>
          <p:cNvSpPr>
            <a:spLocks noGrp="1"/>
          </p:cNvSpPr>
          <p:nvPr/>
        </p:nvSpPr>
        <p:spPr>
          <a:xfrm>
            <a:off x="6752875" y="4861073"/>
            <a:ext cx="13763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402445A-D53D-4740-92F7-04CCA4CDB29F}"/>
              </a:ext>
            </a:extLst>
          </p:cNvPr>
          <p:cNvSpPr>
            <a:spLocks noGrp="1"/>
          </p:cNvSpPr>
          <p:nvPr/>
        </p:nvSpPr>
        <p:spPr>
          <a:xfrm>
            <a:off x="3471001" y="3198540"/>
            <a:ext cx="2486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025CCC9-9C38-4F60-ABA6-0B864A1EE023}"/>
              </a:ext>
            </a:extLst>
          </p:cNvPr>
          <p:cNvSpPr>
            <a:spLocks noGrp="1"/>
          </p:cNvSpPr>
          <p:nvPr/>
        </p:nvSpPr>
        <p:spPr>
          <a:xfrm>
            <a:off x="3471001" y="2890763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44EC69C-6B6E-4CB0-8261-44C006D82B9F}"/>
              </a:ext>
            </a:extLst>
          </p:cNvPr>
          <p:cNvSpPr>
            <a:spLocks noGrp="1"/>
          </p:cNvSpPr>
          <p:nvPr/>
        </p:nvSpPr>
        <p:spPr>
          <a:xfrm>
            <a:off x="3385276" y="4899483"/>
            <a:ext cx="2486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5C61057-BAEC-45A2-B934-33A310E427B3}"/>
              </a:ext>
            </a:extLst>
          </p:cNvPr>
          <p:cNvSpPr>
            <a:spLocks noGrp="1"/>
          </p:cNvSpPr>
          <p:nvPr/>
        </p:nvSpPr>
        <p:spPr>
          <a:xfrm>
            <a:off x="3385276" y="4591706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F4D8D69-4652-4458-A25D-90DAB7FFC4FF}"/>
              </a:ext>
            </a:extLst>
          </p:cNvPr>
          <p:cNvSpPr>
            <a:spLocks noGrp="1"/>
          </p:cNvSpPr>
          <p:nvPr/>
        </p:nvSpPr>
        <p:spPr>
          <a:xfrm>
            <a:off x="8698851" y="2139853"/>
            <a:ext cx="2486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1E9F99E-209B-4955-B051-FDA9033086E1}"/>
              </a:ext>
            </a:extLst>
          </p:cNvPr>
          <p:cNvSpPr>
            <a:spLocks noGrp="1"/>
          </p:cNvSpPr>
          <p:nvPr/>
        </p:nvSpPr>
        <p:spPr>
          <a:xfrm>
            <a:off x="8698851" y="1832076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14F1644-6819-4885-BF5C-3D7793527B33}"/>
              </a:ext>
            </a:extLst>
          </p:cNvPr>
          <p:cNvSpPr>
            <a:spLocks noGrp="1"/>
          </p:cNvSpPr>
          <p:nvPr/>
        </p:nvSpPr>
        <p:spPr>
          <a:xfrm>
            <a:off x="8698851" y="4899483"/>
            <a:ext cx="2486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3BC5A29-71C4-4468-A92B-17DF8AC21D35}"/>
              </a:ext>
            </a:extLst>
          </p:cNvPr>
          <p:cNvSpPr>
            <a:spLocks noGrp="1"/>
          </p:cNvSpPr>
          <p:nvPr/>
        </p:nvSpPr>
        <p:spPr>
          <a:xfrm>
            <a:off x="8698851" y="4591706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ABF631F-5E3B-4A59-BD3C-3B5FC8476DF7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DC9FCCA-A948-48BE-AA83-C34D462751BE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TextBox 62">
            <a:extLst>
              <a:ext uri="{FF2B5EF4-FFF2-40B4-BE49-F238E27FC236}">
                <a16:creationId xmlns:a16="http://schemas.microsoft.com/office/drawing/2014/main" id="{22A6FB27-4E73-4B0A-8038-F370AE59EBE6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01216E9-79FE-4CC9-B7B5-5DEBA1941071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C5054AA1-982A-44BF-94ED-57586EDF771A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719CA13-1C27-4691-926E-6435EF8AE189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4" name="kicker-marker">
            <a:extLst>
              <a:ext uri="{FF2B5EF4-FFF2-40B4-BE49-F238E27FC236}">
                <a16:creationId xmlns:a16="http://schemas.microsoft.com/office/drawing/2014/main" id="{76F49869-03A8-4FB1-9F7C-7F8BBBCA85E3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kicker-label">
            <a:extLst>
              <a:ext uri="{FF2B5EF4-FFF2-40B4-BE49-F238E27FC236}">
                <a16:creationId xmlns:a16="http://schemas.microsoft.com/office/drawing/2014/main" id="{C144A4F1-AE67-48A9-B2C2-302445E6520A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18 · 需求定义</a:t>
            </a:r>
          </a:p>
        </p:txBody>
      </p:sp>
      <p:sp>
        <p:nvSpPr>
          <p:cNvPr id="56" name="page-marker">
            <a:extLst>
              <a:ext uri="{FF2B5EF4-FFF2-40B4-BE49-F238E27FC236}">
                <a16:creationId xmlns:a16="http://schemas.microsoft.com/office/drawing/2014/main" id="{639AC7CC-A851-4A9B-8BD2-F3FC8A61823D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19 / 31</a:t>
            </a:r>
          </a:p>
        </p:txBody>
      </p:sp>
      <p:sp>
        <p:nvSpPr>
          <p:cNvPr id="57" name="content-panel">
            <a:extLst>
              <a:ext uri="{FF2B5EF4-FFF2-40B4-BE49-F238E27FC236}">
                <a16:creationId xmlns:a16="http://schemas.microsoft.com/office/drawing/2014/main" id="{AB0865F1-E57D-4AFD-A887-FC4BE3014C9D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claim-title">
            <a:extLst>
              <a:ext uri="{FF2B5EF4-FFF2-40B4-BE49-F238E27FC236}">
                <a16:creationId xmlns:a16="http://schemas.microsoft.com/office/drawing/2014/main" id="{3104FE60-E71A-4486-86A9-CC6459D41B38}"/>
              </a:ext>
            </a:extLst>
          </p:cNvPr>
          <p:cNvSpPr>
            <a:spLocks noGrp="1"/>
          </p:cNvSpPr>
          <p:nvPr/>
        </p:nvSpPr>
        <p:spPr>
          <a:xfrm>
            <a:off x="771525" y="2220737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需求冲突处理</a:t>
            </a:r>
          </a:p>
        </p:txBody>
      </p:sp>
      <p:sp>
        <p:nvSpPr>
          <p:cNvPr id="59" name="support-claim">
            <a:extLst>
              <a:ext uri="{FF2B5EF4-FFF2-40B4-BE49-F238E27FC236}">
                <a16:creationId xmlns:a16="http://schemas.microsoft.com/office/drawing/2014/main" id="{C6C2E342-6A0B-410C-B825-2525251DB3B9}"/>
              </a:ext>
            </a:extLst>
          </p:cNvPr>
          <p:cNvSpPr>
            <a:spLocks noGrp="1"/>
          </p:cNvSpPr>
          <p:nvPr/>
        </p:nvSpPr>
        <p:spPr>
          <a:xfrm>
            <a:off x="771525" y="2868437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需求定义说明书作为需求冲突识别、说明和处理的归档材料。</a:t>
            </a:r>
          </a:p>
        </p:txBody>
      </p:sp>
      <p:sp>
        <p:nvSpPr>
          <p:cNvPr id="60" name="question-label">
            <a:extLst>
              <a:ext uri="{FF2B5EF4-FFF2-40B4-BE49-F238E27FC236}">
                <a16:creationId xmlns:a16="http://schemas.microsoft.com/office/drawing/2014/main" id="{C565F01A-0483-4877-B8B5-F956FBC6DEC4}"/>
              </a:ext>
            </a:extLst>
          </p:cNvPr>
          <p:cNvSpPr>
            <a:spLocks noGrp="1"/>
          </p:cNvSpPr>
          <p:nvPr/>
        </p:nvSpPr>
        <p:spPr>
          <a:xfrm>
            <a:off x="771525" y="3782837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61" name="question-text">
            <a:extLst>
              <a:ext uri="{FF2B5EF4-FFF2-40B4-BE49-F238E27FC236}">
                <a16:creationId xmlns:a16="http://schemas.microsoft.com/office/drawing/2014/main" id="{8F32158A-3C96-4AC4-B228-19E3AC148C7C}"/>
              </a:ext>
            </a:extLst>
          </p:cNvPr>
          <p:cNvSpPr>
            <a:spLocks noGrp="1"/>
          </p:cNvSpPr>
          <p:nvPr/>
        </p:nvSpPr>
        <p:spPr>
          <a:xfrm>
            <a:off x="771525" y="4163837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是否存在需求冲突？怎样解决可能的需求冲突？</a:t>
            </a:r>
          </a:p>
        </p:txBody>
      </p:sp>
      <p:sp>
        <p:nvSpPr>
          <p:cNvPr id="64" name="proof-frame">
            <a:extLst>
              <a:ext uri="{FF2B5EF4-FFF2-40B4-BE49-F238E27FC236}">
                <a16:creationId xmlns:a16="http://schemas.microsoft.com/office/drawing/2014/main" id="{56E83E11-A1DD-4485-BAB1-E5D46D1E62F6}"/>
              </a:ext>
            </a:extLst>
          </p:cNvPr>
          <p:cNvSpPr>
            <a:spLocks noGrp="1"/>
          </p:cNvSpPr>
          <p:nvPr/>
        </p:nvSpPr>
        <p:spPr>
          <a:xfrm>
            <a:off x="664845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21486A-4AFF-1FBD-D1F8-67CAD272A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420" y="1219200"/>
            <a:ext cx="2238871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06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>
            <a:extLst>
              <a:ext uri="{FF2B5EF4-FFF2-40B4-BE49-F238E27FC236}">
                <a16:creationId xmlns:a16="http://schemas.microsoft.com/office/drawing/2014/main" id="{BF5288AF-DF11-47D4-82EB-04C8379EC4E7}"/>
              </a:ext>
            </a:extLst>
          </p:cNvPr>
          <p:cNvSpPr>
            <a:spLocks noGrp="1"/>
          </p:cNvSpPr>
          <p:nvPr/>
        </p:nvSpPr>
        <p:spPr>
          <a:xfrm>
            <a:off x="4648663" y="2215290"/>
            <a:ext cx="2721764" cy="3285383"/>
          </a:xfrm>
          <a:custGeom>
            <a:avLst/>
            <a:gdLst/>
            <a:ahLst/>
            <a:cxnLst/>
            <a:rect l="l" t="t" r="r" b="b"/>
            <a:pathLst>
              <a:path w="2382916" h="2876366">
                <a:moveTo>
                  <a:pt x="1195827" y="0"/>
                </a:moveTo>
                <a:cubicBezTo>
                  <a:pt x="2036376" y="12085"/>
                  <a:pt x="2937349" y="1063442"/>
                  <a:pt x="1953127" y="2163140"/>
                </a:cubicBezTo>
                <a:cubicBezTo>
                  <a:pt x="1818853" y="2283986"/>
                  <a:pt x="1616101" y="2513592"/>
                  <a:pt x="1622815" y="2706946"/>
                </a:cubicBezTo>
                <a:cubicBezTo>
                  <a:pt x="1632215" y="2815707"/>
                  <a:pt x="1577163" y="2868074"/>
                  <a:pt x="1505998" y="2876130"/>
                </a:cubicBezTo>
                <a:lnTo>
                  <a:pt x="893712" y="2876130"/>
                </a:lnTo>
                <a:cubicBezTo>
                  <a:pt x="790322" y="2881501"/>
                  <a:pt x="815833" y="2794224"/>
                  <a:pt x="788979" y="2735143"/>
                </a:cubicBezTo>
                <a:cubicBezTo>
                  <a:pt x="712442" y="2463912"/>
                  <a:pt x="587570" y="2321582"/>
                  <a:pt x="438526" y="2187309"/>
                </a:cubicBezTo>
                <a:cubicBezTo>
                  <a:pt x="-537639" y="1232627"/>
                  <a:pt x="294854" y="12085"/>
                  <a:pt x="1195827" y="0"/>
                </a:cubicBezTo>
                <a:close/>
                <a:moveTo>
                  <a:pt x="1191458" y="185295"/>
                </a:moveTo>
                <a:cubicBezTo>
                  <a:pt x="640842" y="185295"/>
                  <a:pt x="194480" y="631657"/>
                  <a:pt x="194480" y="1182273"/>
                </a:cubicBezTo>
                <a:cubicBezTo>
                  <a:pt x="194480" y="1732889"/>
                  <a:pt x="640842" y="2179251"/>
                  <a:pt x="1191458" y="2179251"/>
                </a:cubicBezTo>
                <a:cubicBezTo>
                  <a:pt x="1742074" y="2179251"/>
                  <a:pt x="2188436" y="1732889"/>
                  <a:pt x="2188436" y="1182273"/>
                </a:cubicBezTo>
                <a:cubicBezTo>
                  <a:pt x="2188436" y="631657"/>
                  <a:pt x="1742074" y="185295"/>
                  <a:pt x="1191458" y="185295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A8E4452-D64A-4222-B7D9-C649E402F1DC}"/>
              </a:ext>
            </a:extLst>
          </p:cNvPr>
          <p:cNvSpPr>
            <a:spLocks noGrp="1"/>
          </p:cNvSpPr>
          <p:nvPr/>
        </p:nvSpPr>
        <p:spPr>
          <a:xfrm>
            <a:off x="5649676" y="5624630"/>
            <a:ext cx="760544" cy="69933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801B1EA5-47F2-485D-B552-01ACCB927C6D}"/>
              </a:ext>
            </a:extLst>
          </p:cNvPr>
          <p:cNvSpPr>
            <a:spLocks noGrp="1"/>
          </p:cNvSpPr>
          <p:nvPr/>
        </p:nvSpPr>
        <p:spPr>
          <a:xfrm>
            <a:off x="5559036" y="5546412"/>
            <a:ext cx="920200" cy="556722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任意多边形 30">
            <a:extLst>
              <a:ext uri="{FF2B5EF4-FFF2-40B4-BE49-F238E27FC236}">
                <a16:creationId xmlns:a16="http://schemas.microsoft.com/office/drawing/2014/main" id="{5885D4A2-D325-4BD1-B209-B8C38AE361BB}"/>
              </a:ext>
            </a:extLst>
          </p:cNvPr>
          <p:cNvSpPr>
            <a:spLocks noGrp="1"/>
          </p:cNvSpPr>
          <p:nvPr/>
        </p:nvSpPr>
        <p:spPr>
          <a:xfrm flipH="1">
            <a:off x="6603737" y="2686065"/>
            <a:ext cx="1150042" cy="1396481"/>
          </a:xfrm>
          <a:custGeom>
            <a:avLst/>
            <a:gdLst/>
            <a:ahLst/>
            <a:cxnLst/>
            <a:rect l="l" t="t" r="r" b="b"/>
            <a:pathLst>
              <a:path w="1006867" h="1222625">
                <a:moveTo>
                  <a:pt x="1006867" y="955497"/>
                </a:moveTo>
                <a:lnTo>
                  <a:pt x="318498" y="0"/>
                </a:lnTo>
                <a:lnTo>
                  <a:pt x="0" y="380144"/>
                </a:lnTo>
                <a:lnTo>
                  <a:pt x="729465" y="1222625"/>
                </a:lnTo>
                <a:lnTo>
                  <a:pt x="1006867" y="955497"/>
                </a:lnTo>
                <a:close/>
              </a:path>
            </a:pathLst>
          </a:cu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任意多边形 31">
            <a:extLst>
              <a:ext uri="{FF2B5EF4-FFF2-40B4-BE49-F238E27FC236}">
                <a16:creationId xmlns:a16="http://schemas.microsoft.com/office/drawing/2014/main" id="{EAC94462-0602-4B39-99F5-8E7308D8D880}"/>
              </a:ext>
            </a:extLst>
          </p:cNvPr>
          <p:cNvSpPr>
            <a:spLocks noGrp="1"/>
          </p:cNvSpPr>
          <p:nvPr/>
        </p:nvSpPr>
        <p:spPr>
          <a:xfrm flipH="1">
            <a:off x="6200518" y="3967290"/>
            <a:ext cx="1525566" cy="1103103"/>
          </a:xfrm>
          <a:custGeom>
            <a:avLst/>
            <a:gdLst/>
            <a:ahLst/>
            <a:cxnLst/>
            <a:rect l="l" t="t" r="r" b="b"/>
            <a:pathLst>
              <a:path w="1335640" h="965771">
                <a:moveTo>
                  <a:pt x="1037690" y="0"/>
                </a:moveTo>
                <a:lnTo>
                  <a:pt x="0" y="626724"/>
                </a:lnTo>
                <a:lnTo>
                  <a:pt x="339047" y="965771"/>
                </a:lnTo>
                <a:lnTo>
                  <a:pt x="1335640" y="267128"/>
                </a:lnTo>
                <a:lnTo>
                  <a:pt x="1037690" y="0"/>
                </a:lnTo>
                <a:close/>
              </a:path>
            </a:pathLst>
          </a:cu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606ED1E3-75E9-486F-9249-B06291322D94}"/>
              </a:ext>
            </a:extLst>
          </p:cNvPr>
          <p:cNvSpPr>
            <a:spLocks noGrp="1"/>
          </p:cNvSpPr>
          <p:nvPr/>
        </p:nvSpPr>
        <p:spPr>
          <a:xfrm>
            <a:off x="5014041" y="2564757"/>
            <a:ext cx="2006708" cy="2006709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Oval 131">
            <a:extLst>
              <a:ext uri="{FF2B5EF4-FFF2-40B4-BE49-F238E27FC236}">
                <a16:creationId xmlns:a16="http://schemas.microsoft.com/office/drawing/2014/main" id="{32D79D04-23FE-47D8-A4C4-57187EFD74C1}"/>
              </a:ext>
            </a:extLst>
          </p:cNvPr>
          <p:cNvSpPr>
            <a:spLocks noGrp="1"/>
          </p:cNvSpPr>
          <p:nvPr/>
        </p:nvSpPr>
        <p:spPr>
          <a:xfrm>
            <a:off x="5743250" y="3024683"/>
            <a:ext cx="467436" cy="473416"/>
          </a:xfrm>
          <a:prstGeom prst="ellipse">
            <a:avLst/>
          </a:pr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7" name="Freeform 134">
            <a:extLst>
              <a:ext uri="{FF2B5EF4-FFF2-40B4-BE49-F238E27FC236}">
                <a16:creationId xmlns:a16="http://schemas.microsoft.com/office/drawing/2014/main" id="{D827444E-2F3E-4FFD-B108-BC0A1A416BD3}"/>
              </a:ext>
            </a:extLst>
          </p:cNvPr>
          <p:cNvSpPr>
            <a:spLocks noGrp="1"/>
          </p:cNvSpPr>
          <p:nvPr/>
        </p:nvSpPr>
        <p:spPr>
          <a:xfrm>
            <a:off x="5457595" y="3571934"/>
            <a:ext cx="1038747" cy="451699"/>
          </a:xfrm>
          <a:custGeom>
            <a:avLst/>
            <a:gdLst/>
            <a:ahLst/>
            <a:cxnLst/>
            <a:rect l="0" t="0" r="r" b="b"/>
            <a:pathLst>
              <a:path w="200" h="87">
                <a:moveTo>
                  <a:pt x="35" y="87"/>
                </a:moveTo>
                <a:cubicBezTo>
                  <a:pt x="35" y="72"/>
                  <a:pt x="35" y="72"/>
                  <a:pt x="35" y="72"/>
                </a:cubicBezTo>
                <a:cubicBezTo>
                  <a:pt x="46" y="72"/>
                  <a:pt x="46" y="72"/>
                  <a:pt x="46" y="72"/>
                </a:cubicBezTo>
                <a:cubicBezTo>
                  <a:pt x="46" y="87"/>
                  <a:pt x="46" y="87"/>
                  <a:pt x="46" y="87"/>
                </a:cubicBezTo>
                <a:cubicBezTo>
                  <a:pt x="155" y="87"/>
                  <a:pt x="155" y="87"/>
                  <a:pt x="155" y="87"/>
                </a:cubicBezTo>
                <a:cubicBezTo>
                  <a:pt x="155" y="72"/>
                  <a:pt x="155" y="72"/>
                  <a:pt x="155" y="72"/>
                </a:cubicBezTo>
                <a:cubicBezTo>
                  <a:pt x="166" y="72"/>
                  <a:pt x="166" y="72"/>
                  <a:pt x="166" y="72"/>
                </a:cubicBezTo>
                <a:cubicBezTo>
                  <a:pt x="166" y="87"/>
                  <a:pt x="166" y="87"/>
                  <a:pt x="166" y="87"/>
                </a:cubicBezTo>
                <a:cubicBezTo>
                  <a:pt x="199" y="87"/>
                  <a:pt x="199" y="87"/>
                  <a:pt x="199" y="87"/>
                </a:cubicBezTo>
                <a:cubicBezTo>
                  <a:pt x="199" y="47"/>
                  <a:pt x="200" y="43"/>
                  <a:pt x="200" y="43"/>
                </a:cubicBezTo>
                <a:cubicBezTo>
                  <a:pt x="200" y="19"/>
                  <a:pt x="180" y="0"/>
                  <a:pt x="15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00" y="80"/>
                  <a:pt x="100" y="80"/>
                  <a:pt x="100" y="80"/>
                </a:cubicBezTo>
                <a:cubicBezTo>
                  <a:pt x="60" y="0"/>
                  <a:pt x="60" y="0"/>
                  <a:pt x="60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4" y="0"/>
                  <a:pt x="44" y="0"/>
                </a:cubicBezTo>
                <a:cubicBezTo>
                  <a:pt x="20" y="0"/>
                  <a:pt x="1" y="19"/>
                  <a:pt x="1" y="43"/>
                </a:cubicBezTo>
                <a:cubicBezTo>
                  <a:pt x="1" y="43"/>
                  <a:pt x="0" y="47"/>
                  <a:pt x="0" y="87"/>
                </a:cubicBezTo>
                <a:lnTo>
                  <a:pt x="35" y="87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275BC12-D673-4B88-A248-CF408B378F61}"/>
              </a:ext>
            </a:extLst>
          </p:cNvPr>
          <p:cNvSpPr>
            <a:spLocks noGrp="1"/>
          </p:cNvSpPr>
          <p:nvPr/>
        </p:nvSpPr>
        <p:spPr>
          <a:xfrm>
            <a:off x="6613836" y="3022110"/>
            <a:ext cx="618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2" name="Rectangle 89">
            <a:extLst>
              <a:ext uri="{FF2B5EF4-FFF2-40B4-BE49-F238E27FC236}">
                <a16:creationId xmlns:a16="http://schemas.microsoft.com/office/drawing/2014/main" id="{BBD4B4E5-B1A2-49A9-B90B-0DA88A9B6F91}"/>
              </a:ext>
            </a:extLst>
          </p:cNvPr>
          <p:cNvSpPr>
            <a:spLocks noGrp="1"/>
          </p:cNvSpPr>
          <p:nvPr/>
        </p:nvSpPr>
        <p:spPr>
          <a:xfrm>
            <a:off x="8088020" y="2525306"/>
            <a:ext cx="3024866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C9FC3A7-F4E6-48DC-81E1-E7CC1DA10231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480601F-67A0-41CC-A615-1580FAA10958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62">
            <a:extLst>
              <a:ext uri="{FF2B5EF4-FFF2-40B4-BE49-F238E27FC236}">
                <a16:creationId xmlns:a16="http://schemas.microsoft.com/office/drawing/2014/main" id="{ABC0233D-654F-48E0-9FB8-350B4070D7EA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09A52EB-CCEE-4B56-BA6F-9B5721C4A754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4C545DCC-9357-4AA5-B5E4-DC2471A2942F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006927B-FB36-4B83-B545-2C1F93483611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3" name="kicker-marker">
            <a:extLst>
              <a:ext uri="{FF2B5EF4-FFF2-40B4-BE49-F238E27FC236}">
                <a16:creationId xmlns:a16="http://schemas.microsoft.com/office/drawing/2014/main" id="{81C36E4E-41C1-4C6C-AD27-F17A25B99E16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kicker-label">
            <a:extLst>
              <a:ext uri="{FF2B5EF4-FFF2-40B4-BE49-F238E27FC236}">
                <a16:creationId xmlns:a16="http://schemas.microsoft.com/office/drawing/2014/main" id="{59700307-B837-41A7-AA92-D044277775EB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19 · SRS</a:t>
            </a:r>
          </a:p>
        </p:txBody>
      </p:sp>
      <p:sp>
        <p:nvSpPr>
          <p:cNvPr id="55" name="page-marker">
            <a:extLst>
              <a:ext uri="{FF2B5EF4-FFF2-40B4-BE49-F238E27FC236}">
                <a16:creationId xmlns:a16="http://schemas.microsoft.com/office/drawing/2014/main" id="{7EB10E5E-455A-4890-BC37-57B887449B6B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 / 31</a:t>
            </a:r>
          </a:p>
        </p:txBody>
      </p:sp>
      <p:sp>
        <p:nvSpPr>
          <p:cNvPr id="56" name="content-panel">
            <a:extLst>
              <a:ext uri="{FF2B5EF4-FFF2-40B4-BE49-F238E27FC236}">
                <a16:creationId xmlns:a16="http://schemas.microsoft.com/office/drawing/2014/main" id="{FFB7F905-772E-40D5-9D81-F3D21C4691BA}"/>
              </a:ext>
            </a:extLst>
          </p:cNvPr>
          <p:cNvSpPr>
            <a:spLocks noGrp="1"/>
          </p:cNvSpPr>
          <p:nvPr/>
        </p:nvSpPr>
        <p:spPr>
          <a:xfrm>
            <a:off x="6399683" y="904968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claim-title">
            <a:extLst>
              <a:ext uri="{FF2B5EF4-FFF2-40B4-BE49-F238E27FC236}">
                <a16:creationId xmlns:a16="http://schemas.microsoft.com/office/drawing/2014/main" id="{9F84D8FC-7F4D-431B-846E-21693D107610}"/>
              </a:ext>
            </a:extLst>
          </p:cNvPr>
          <p:cNvSpPr>
            <a:spLocks noGrp="1"/>
          </p:cNvSpPr>
          <p:nvPr/>
        </p:nvSpPr>
        <p:spPr>
          <a:xfrm>
            <a:off x="6786291" y="2153363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数据字典</a:t>
            </a:r>
          </a:p>
        </p:txBody>
      </p:sp>
      <p:sp>
        <p:nvSpPr>
          <p:cNvPr id="58" name="support-claim">
            <a:extLst>
              <a:ext uri="{FF2B5EF4-FFF2-40B4-BE49-F238E27FC236}">
                <a16:creationId xmlns:a16="http://schemas.microsoft.com/office/drawing/2014/main" id="{574D8BB9-D034-4326-B262-5073C4A8F3BB}"/>
              </a:ext>
            </a:extLst>
          </p:cNvPr>
          <p:cNvSpPr>
            <a:spLocks noGrp="1"/>
          </p:cNvSpPr>
          <p:nvPr/>
        </p:nvSpPr>
        <p:spPr>
          <a:xfrm>
            <a:off x="6786291" y="2801063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SRS Baseline 作为数据字典定义和来源说明的正式文件。</a:t>
            </a:r>
          </a:p>
        </p:txBody>
      </p:sp>
      <p:sp>
        <p:nvSpPr>
          <p:cNvPr id="59" name="question-label">
            <a:extLst>
              <a:ext uri="{FF2B5EF4-FFF2-40B4-BE49-F238E27FC236}">
                <a16:creationId xmlns:a16="http://schemas.microsoft.com/office/drawing/2014/main" id="{913F84D5-3B97-44B9-9598-DB3294A115C2}"/>
              </a:ext>
            </a:extLst>
          </p:cNvPr>
          <p:cNvSpPr>
            <a:spLocks noGrp="1"/>
          </p:cNvSpPr>
          <p:nvPr/>
        </p:nvSpPr>
        <p:spPr>
          <a:xfrm>
            <a:off x="6786291" y="3715463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60" name="question-text">
            <a:extLst>
              <a:ext uri="{FF2B5EF4-FFF2-40B4-BE49-F238E27FC236}">
                <a16:creationId xmlns:a16="http://schemas.microsoft.com/office/drawing/2014/main" id="{1D1D6BAB-C068-4A55-B7C5-8C8753CD05CD}"/>
              </a:ext>
            </a:extLst>
          </p:cNvPr>
          <p:cNvSpPr>
            <a:spLocks noGrp="1"/>
          </p:cNvSpPr>
          <p:nvPr/>
        </p:nvSpPr>
        <p:spPr>
          <a:xfrm>
            <a:off x="6786291" y="4096463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SRS 中是否包含了数据字典？定义的方法是否正确？内容是否完整、准确？是否标明来源？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838CD58-63FB-E545-C427-D843C44E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867315"/>
              </p:ext>
            </p:extLst>
          </p:nvPr>
        </p:nvGraphicFramePr>
        <p:xfrm>
          <a:off x="569471" y="2153363"/>
          <a:ext cx="5544820" cy="33842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6205">
                  <a:extLst>
                    <a:ext uri="{9D8B030D-6E8A-4147-A177-3AD203B41FA5}">
                      <a16:colId xmlns:a16="http://schemas.microsoft.com/office/drawing/2014/main" val="2740428959"/>
                    </a:ext>
                  </a:extLst>
                </a:gridCol>
                <a:gridCol w="1386205">
                  <a:extLst>
                    <a:ext uri="{9D8B030D-6E8A-4147-A177-3AD203B41FA5}">
                      <a16:colId xmlns:a16="http://schemas.microsoft.com/office/drawing/2014/main" val="2528493378"/>
                    </a:ext>
                  </a:extLst>
                </a:gridCol>
                <a:gridCol w="1386205">
                  <a:extLst>
                    <a:ext uri="{9D8B030D-6E8A-4147-A177-3AD203B41FA5}">
                      <a16:colId xmlns:a16="http://schemas.microsoft.com/office/drawing/2014/main" val="3995618088"/>
                    </a:ext>
                  </a:extLst>
                </a:gridCol>
                <a:gridCol w="1386205">
                  <a:extLst>
                    <a:ext uri="{9D8B030D-6E8A-4147-A177-3AD203B41FA5}">
                      <a16:colId xmlns:a16="http://schemas.microsoft.com/office/drawing/2014/main" val="4032356594"/>
                    </a:ext>
                  </a:extLst>
                </a:gridCol>
              </a:tblGrid>
              <a:tr h="27324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字段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含义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格式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约束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53094484"/>
                  </a:ext>
                </a:extLst>
              </a:tr>
              <a:tr h="2766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userId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用户唯一标识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字符串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唯一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17431780"/>
                  </a:ext>
                </a:extLst>
              </a:tr>
              <a:tr h="2766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account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登录账号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字符串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3-30 位，唯一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36183509"/>
                  </a:ext>
                </a:extLst>
              </a:tr>
              <a:tr h="5855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username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真实姓名/显示姓名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中文字符串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2-10 字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82349166"/>
                  </a:ext>
                </a:extLst>
              </a:tr>
              <a:tr h="2766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passwordHash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密码哈希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字符串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不可明文存储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720590"/>
                  </a:ext>
                </a:extLst>
              </a:tr>
              <a:tr h="5889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role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角色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枚举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teacher/student/admin/customer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4264613"/>
                  </a:ext>
                </a:extLst>
              </a:tr>
              <a:tr h="2766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avatarText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头像显示字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字符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通常取姓名首字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0451550"/>
                  </a:ext>
                </a:extLst>
              </a:tr>
              <a:tr h="2766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status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账号状态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枚举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正常/禁用/待激活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8740672"/>
                  </a:ext>
                </a:extLst>
              </a:tr>
              <a:tr h="2766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courseScope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课程权限范围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字符串数组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可为空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121474"/>
                  </a:ext>
                </a:extLst>
              </a:tr>
              <a:tr h="2766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lastLoginAt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最近登录时间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日期时间</a:t>
                      </a:r>
                      <a:endParaRPr lang="zh-CN" sz="1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dirty="0" err="1">
                          <a:effectLst/>
                        </a:rPr>
                        <a:t>可为空</a:t>
                      </a:r>
                      <a:endParaRPr lang="zh-CN" sz="1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45173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814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0BBCF023-C0CC-4322-A744-5AA36490382A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6D30574-E9D1-43BA-96A0-FEDFFC3D60DE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TextBox 62">
            <a:extLst>
              <a:ext uri="{FF2B5EF4-FFF2-40B4-BE49-F238E27FC236}">
                <a16:creationId xmlns:a16="http://schemas.microsoft.com/office/drawing/2014/main" id="{CE671E77-37B6-4358-B2DC-C82ECD491972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734D050-83EA-464A-AE36-309B84E50910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F4A3E184-14FA-4B46-884D-2FE5E0E6AB91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164443E-11CD-4D2C-9499-986A9AE8A980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1" name="kicker-marker">
            <a:extLst>
              <a:ext uri="{FF2B5EF4-FFF2-40B4-BE49-F238E27FC236}">
                <a16:creationId xmlns:a16="http://schemas.microsoft.com/office/drawing/2014/main" id="{92A971FD-B60F-4386-A2E2-F1323E244A69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kicker-label">
            <a:extLst>
              <a:ext uri="{FF2B5EF4-FFF2-40B4-BE49-F238E27FC236}">
                <a16:creationId xmlns:a16="http://schemas.microsoft.com/office/drawing/2014/main" id="{150CCB69-CA16-4CDF-9986-590A238443EF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20 · SRS</a:t>
            </a:r>
          </a:p>
        </p:txBody>
      </p:sp>
      <p:sp>
        <p:nvSpPr>
          <p:cNvPr id="63" name="page-marker">
            <a:extLst>
              <a:ext uri="{FF2B5EF4-FFF2-40B4-BE49-F238E27FC236}">
                <a16:creationId xmlns:a16="http://schemas.microsoft.com/office/drawing/2014/main" id="{7998D7C9-C962-4BA7-866D-5814BB6A9294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21 / 31</a:t>
            </a:r>
          </a:p>
        </p:txBody>
      </p:sp>
      <p:sp>
        <p:nvSpPr>
          <p:cNvPr id="64" name="content-panel">
            <a:extLst>
              <a:ext uri="{FF2B5EF4-FFF2-40B4-BE49-F238E27FC236}">
                <a16:creationId xmlns:a16="http://schemas.microsoft.com/office/drawing/2014/main" id="{F1800EEE-C6F3-4DDD-B09F-9767569830E9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claim-title">
            <a:extLst>
              <a:ext uri="{FF2B5EF4-FFF2-40B4-BE49-F238E27FC236}">
                <a16:creationId xmlns:a16="http://schemas.microsoft.com/office/drawing/2014/main" id="{F30B5099-C142-4D0A-8A76-296A84D9F67C}"/>
              </a:ext>
            </a:extLst>
          </p:cNvPr>
          <p:cNvSpPr>
            <a:spLocks noGrp="1"/>
          </p:cNvSpPr>
          <p:nvPr/>
        </p:nvSpPr>
        <p:spPr>
          <a:xfrm>
            <a:off x="714375" y="2331341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ER 图</a:t>
            </a:r>
          </a:p>
        </p:txBody>
      </p:sp>
      <p:sp>
        <p:nvSpPr>
          <p:cNvPr id="66" name="support-claim">
            <a:extLst>
              <a:ext uri="{FF2B5EF4-FFF2-40B4-BE49-F238E27FC236}">
                <a16:creationId xmlns:a16="http://schemas.microsoft.com/office/drawing/2014/main" id="{3DADA2FC-85E6-411F-9A55-A7CCF5F0C7DC}"/>
              </a:ext>
            </a:extLst>
          </p:cNvPr>
          <p:cNvSpPr>
            <a:spLocks noGrp="1"/>
          </p:cNvSpPr>
          <p:nvPr/>
        </p:nvSpPr>
        <p:spPr>
          <a:xfrm>
            <a:off x="714375" y="2979041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ER 图与 SRS 数据定义配套，用于展示核心实体关系。</a:t>
            </a:r>
          </a:p>
        </p:txBody>
      </p:sp>
      <p:sp>
        <p:nvSpPr>
          <p:cNvPr id="67" name="question-label">
            <a:extLst>
              <a:ext uri="{FF2B5EF4-FFF2-40B4-BE49-F238E27FC236}">
                <a16:creationId xmlns:a16="http://schemas.microsoft.com/office/drawing/2014/main" id="{DBE96C12-97DC-4BE3-8488-A5B7FF17717F}"/>
              </a:ext>
            </a:extLst>
          </p:cNvPr>
          <p:cNvSpPr>
            <a:spLocks noGrp="1"/>
          </p:cNvSpPr>
          <p:nvPr/>
        </p:nvSpPr>
        <p:spPr>
          <a:xfrm>
            <a:off x="714375" y="3893441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68" name="question-text">
            <a:extLst>
              <a:ext uri="{FF2B5EF4-FFF2-40B4-BE49-F238E27FC236}">
                <a16:creationId xmlns:a16="http://schemas.microsoft.com/office/drawing/2014/main" id="{780D9D1E-6C4C-4891-A0FC-717A5BDCCFA6}"/>
              </a:ext>
            </a:extLst>
          </p:cNvPr>
          <p:cNvSpPr>
            <a:spLocks noGrp="1"/>
          </p:cNvSpPr>
          <p:nvPr/>
        </p:nvSpPr>
        <p:spPr>
          <a:xfrm>
            <a:off x="714375" y="4274441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是否在数据字典的基础上定义了 ER 图？准确吗？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6248BF-FFA8-A6B0-DE24-1825AE088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2168579"/>
            <a:ext cx="5054009" cy="282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52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>
            <a:extLst>
              <a:ext uri="{FF2B5EF4-FFF2-40B4-BE49-F238E27FC236}">
                <a16:creationId xmlns:a16="http://schemas.microsoft.com/office/drawing/2014/main" id="{80B4A9C9-E832-477A-B56D-7639A8C2C5C4}"/>
              </a:ext>
            </a:extLst>
          </p:cNvPr>
          <p:cNvSpPr>
            <a:spLocks noGrp="1"/>
          </p:cNvSpPr>
          <p:nvPr/>
        </p:nvSpPr>
        <p:spPr>
          <a:xfrm>
            <a:off x="1563022" y="3001142"/>
            <a:ext cx="1758010" cy="1302429"/>
          </a:xfrm>
          <a:custGeom>
            <a:avLst/>
            <a:gdLst/>
            <a:ahLst/>
            <a:cxnLst/>
            <a:rect l="0" t="0" r="r" b="b"/>
            <a:pathLst>
              <a:path w="85" h="63">
                <a:moveTo>
                  <a:pt x="61" y="37"/>
                </a:moveTo>
                <a:cubicBezTo>
                  <a:pt x="61" y="36"/>
                  <a:pt x="63" y="34"/>
                  <a:pt x="65" y="34"/>
                </a:cubicBezTo>
                <a:cubicBezTo>
                  <a:pt x="68" y="34"/>
                  <a:pt x="69" y="36"/>
                  <a:pt x="69" y="37"/>
                </a:cubicBezTo>
                <a:cubicBezTo>
                  <a:pt x="71" y="39"/>
                  <a:pt x="74" y="40"/>
                  <a:pt x="77" y="40"/>
                </a:cubicBezTo>
                <a:cubicBezTo>
                  <a:pt x="81" y="40"/>
                  <a:pt x="85" y="36"/>
                  <a:pt x="85" y="32"/>
                </a:cubicBezTo>
                <a:cubicBezTo>
                  <a:pt x="85" y="27"/>
                  <a:pt x="81" y="23"/>
                  <a:pt x="77" y="23"/>
                </a:cubicBezTo>
                <a:cubicBezTo>
                  <a:pt x="74" y="23"/>
                  <a:pt x="71" y="24"/>
                  <a:pt x="69" y="26"/>
                </a:cubicBezTo>
                <a:cubicBezTo>
                  <a:pt x="69" y="27"/>
                  <a:pt x="68" y="29"/>
                  <a:pt x="65" y="29"/>
                </a:cubicBezTo>
                <a:cubicBezTo>
                  <a:pt x="63" y="29"/>
                  <a:pt x="61" y="27"/>
                  <a:pt x="61" y="26"/>
                </a:cubicBezTo>
                <a:cubicBezTo>
                  <a:pt x="61" y="26"/>
                  <a:pt x="61" y="26"/>
                  <a:pt x="61" y="26"/>
                </a:cubicBezTo>
                <a:cubicBezTo>
                  <a:pt x="61" y="0"/>
                  <a:pt x="61" y="0"/>
                  <a:pt x="61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5" y="0"/>
                  <a:pt x="0" y="4"/>
                  <a:pt x="0" y="9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59"/>
                  <a:pt x="5" y="63"/>
                  <a:pt x="10" y="63"/>
                </a:cubicBezTo>
                <a:cubicBezTo>
                  <a:pt x="61" y="63"/>
                  <a:pt x="61" y="63"/>
                  <a:pt x="61" y="63"/>
                </a:cubicBezTo>
                <a:cubicBezTo>
                  <a:pt x="61" y="37"/>
                  <a:pt x="61" y="37"/>
                  <a:pt x="61" y="37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81352EBC-667B-4591-8ECB-031660647408}"/>
              </a:ext>
            </a:extLst>
          </p:cNvPr>
          <p:cNvSpPr>
            <a:spLocks noGrp="1"/>
          </p:cNvSpPr>
          <p:nvPr/>
        </p:nvSpPr>
        <p:spPr>
          <a:xfrm>
            <a:off x="2905650" y="3001142"/>
            <a:ext cx="2896966" cy="1302429"/>
          </a:xfrm>
          <a:custGeom>
            <a:avLst/>
            <a:gdLst/>
            <a:ahLst/>
            <a:cxnLst/>
            <a:rect l="0" t="0" r="r" b="b"/>
            <a:pathLst>
              <a:path w="140" h="63">
                <a:moveTo>
                  <a:pt x="13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5"/>
                  <a:pt x="1" y="25"/>
                  <a:pt x="1" y="24"/>
                </a:cubicBezTo>
                <a:cubicBezTo>
                  <a:pt x="1" y="24"/>
                  <a:pt x="1" y="24"/>
                  <a:pt x="1" y="24"/>
                </a:cubicBezTo>
                <a:cubicBezTo>
                  <a:pt x="4" y="21"/>
                  <a:pt x="7" y="19"/>
                  <a:pt x="12" y="19"/>
                </a:cubicBezTo>
                <a:cubicBezTo>
                  <a:pt x="19" y="19"/>
                  <a:pt x="24" y="24"/>
                  <a:pt x="24" y="32"/>
                </a:cubicBezTo>
                <a:cubicBezTo>
                  <a:pt x="24" y="39"/>
                  <a:pt x="19" y="44"/>
                  <a:pt x="12" y="44"/>
                </a:cubicBezTo>
                <a:cubicBezTo>
                  <a:pt x="7" y="44"/>
                  <a:pt x="4" y="42"/>
                  <a:pt x="1" y="39"/>
                </a:cubicBezTo>
                <a:cubicBezTo>
                  <a:pt x="1" y="39"/>
                  <a:pt x="1" y="39"/>
                  <a:pt x="1" y="39"/>
                </a:cubicBezTo>
                <a:cubicBezTo>
                  <a:pt x="1" y="38"/>
                  <a:pt x="0" y="38"/>
                  <a:pt x="0" y="38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63"/>
                  <a:pt x="0" y="63"/>
                  <a:pt x="0" y="63"/>
                </a:cubicBezTo>
                <a:cubicBezTo>
                  <a:pt x="130" y="63"/>
                  <a:pt x="130" y="63"/>
                  <a:pt x="130" y="63"/>
                </a:cubicBezTo>
                <a:cubicBezTo>
                  <a:pt x="136" y="63"/>
                  <a:pt x="140" y="59"/>
                  <a:pt x="140" y="53"/>
                </a:cubicBezTo>
                <a:cubicBezTo>
                  <a:pt x="140" y="9"/>
                  <a:pt x="140" y="9"/>
                  <a:pt x="140" y="9"/>
                </a:cubicBezTo>
                <a:cubicBezTo>
                  <a:pt x="140" y="4"/>
                  <a:pt x="136" y="0"/>
                  <a:pt x="130" y="0"/>
                </a:cubicBezTo>
                <a:close/>
              </a:path>
            </a:pathLst>
          </a:custGeom>
          <a:solidFill>
            <a:srgbClr val="18478F"/>
          </a:solidFill>
          <a:ln w="28575"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0" name="Freeform 34">
            <a:extLst>
              <a:ext uri="{FF2B5EF4-FFF2-40B4-BE49-F238E27FC236}">
                <a16:creationId xmlns:a16="http://schemas.microsoft.com/office/drawing/2014/main" id="{EBBE1F8D-F4F5-45EA-AF65-1780400CFAEB}"/>
              </a:ext>
            </a:extLst>
          </p:cNvPr>
          <p:cNvSpPr>
            <a:spLocks noGrp="1"/>
          </p:cNvSpPr>
          <p:nvPr/>
        </p:nvSpPr>
        <p:spPr>
          <a:xfrm>
            <a:off x="2146525" y="3482861"/>
            <a:ext cx="147193" cy="176186"/>
          </a:xfrm>
          <a:custGeom>
            <a:avLst/>
            <a:gdLst/>
            <a:ahLst/>
            <a:cxnLst/>
            <a:rect l="0" t="0" r="r" b="b"/>
            <a:pathLst>
              <a:path w="56" h="67">
                <a:moveTo>
                  <a:pt x="28" y="0"/>
                </a:moveTo>
                <a:cubicBezTo>
                  <a:pt x="13" y="0"/>
                  <a:pt x="0" y="13"/>
                  <a:pt x="0" y="28"/>
                </a:cubicBezTo>
                <a:cubicBezTo>
                  <a:pt x="0" y="34"/>
                  <a:pt x="2" y="40"/>
                  <a:pt x="7" y="46"/>
                </a:cubicBezTo>
                <a:cubicBezTo>
                  <a:pt x="11" y="52"/>
                  <a:pt x="15" y="58"/>
                  <a:pt x="16" y="65"/>
                </a:cubicBezTo>
                <a:cubicBezTo>
                  <a:pt x="16" y="67"/>
                  <a:pt x="16" y="67"/>
                  <a:pt x="16" y="67"/>
                </a:cubicBezTo>
                <a:cubicBezTo>
                  <a:pt x="25" y="67"/>
                  <a:pt x="25" y="67"/>
                  <a:pt x="25" y="67"/>
                </a:cubicBezTo>
                <a:cubicBezTo>
                  <a:pt x="26" y="65"/>
                  <a:pt x="26" y="65"/>
                  <a:pt x="26" y="65"/>
                </a:cubicBezTo>
                <a:cubicBezTo>
                  <a:pt x="26" y="61"/>
                  <a:pt x="26" y="50"/>
                  <a:pt x="22" y="42"/>
                </a:cubicBezTo>
                <a:cubicBezTo>
                  <a:pt x="24" y="42"/>
                  <a:pt x="26" y="41"/>
                  <a:pt x="28" y="41"/>
                </a:cubicBezTo>
                <a:cubicBezTo>
                  <a:pt x="29" y="41"/>
                  <a:pt x="29" y="41"/>
                  <a:pt x="29" y="41"/>
                </a:cubicBezTo>
                <a:cubicBezTo>
                  <a:pt x="31" y="41"/>
                  <a:pt x="33" y="42"/>
                  <a:pt x="34" y="42"/>
                </a:cubicBezTo>
                <a:cubicBezTo>
                  <a:pt x="32" y="48"/>
                  <a:pt x="31" y="55"/>
                  <a:pt x="31" y="65"/>
                </a:cubicBezTo>
                <a:cubicBezTo>
                  <a:pt x="31" y="67"/>
                  <a:pt x="31" y="67"/>
                  <a:pt x="31" y="67"/>
                </a:cubicBezTo>
                <a:cubicBezTo>
                  <a:pt x="40" y="67"/>
                  <a:pt x="40" y="67"/>
                  <a:pt x="40" y="67"/>
                </a:cubicBezTo>
                <a:cubicBezTo>
                  <a:pt x="41" y="65"/>
                  <a:pt x="41" y="65"/>
                  <a:pt x="41" y="65"/>
                </a:cubicBezTo>
                <a:cubicBezTo>
                  <a:pt x="42" y="58"/>
                  <a:pt x="46" y="52"/>
                  <a:pt x="50" y="46"/>
                </a:cubicBezTo>
                <a:cubicBezTo>
                  <a:pt x="54" y="41"/>
                  <a:pt x="56" y="34"/>
                  <a:pt x="56" y="28"/>
                </a:cubicBezTo>
                <a:cubicBezTo>
                  <a:pt x="56" y="13"/>
                  <a:pt x="44" y="0"/>
                  <a:pt x="28" y="0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1" name="Freeform 35">
            <a:extLst>
              <a:ext uri="{FF2B5EF4-FFF2-40B4-BE49-F238E27FC236}">
                <a16:creationId xmlns:a16="http://schemas.microsoft.com/office/drawing/2014/main" id="{5CAC8245-D352-4FB4-9896-5D2F492A9F22}"/>
              </a:ext>
            </a:extLst>
          </p:cNvPr>
          <p:cNvSpPr>
            <a:spLocks noGrp="1"/>
          </p:cNvSpPr>
          <p:nvPr/>
        </p:nvSpPr>
        <p:spPr>
          <a:xfrm>
            <a:off x="1980375" y="3376926"/>
            <a:ext cx="461652" cy="550860"/>
          </a:xfrm>
          <a:custGeom>
            <a:avLst/>
            <a:gdLst/>
            <a:ahLst/>
            <a:cxnLst/>
            <a:rect l="0" t="0" r="r" b="b"/>
            <a:pathLst>
              <a:path w="175" h="209">
                <a:moveTo>
                  <a:pt x="146" y="24"/>
                </a:moveTo>
                <a:cubicBezTo>
                  <a:pt x="126" y="8"/>
                  <a:pt x="100" y="0"/>
                  <a:pt x="66" y="8"/>
                </a:cubicBezTo>
                <a:cubicBezTo>
                  <a:pt x="42" y="15"/>
                  <a:pt x="21" y="33"/>
                  <a:pt x="16" y="67"/>
                </a:cubicBezTo>
                <a:cubicBezTo>
                  <a:pt x="14" y="78"/>
                  <a:pt x="16" y="84"/>
                  <a:pt x="16" y="85"/>
                </a:cubicBezTo>
                <a:cubicBezTo>
                  <a:pt x="18" y="87"/>
                  <a:pt x="20" y="91"/>
                  <a:pt x="20" y="94"/>
                </a:cubicBezTo>
                <a:cubicBezTo>
                  <a:pt x="20" y="95"/>
                  <a:pt x="19" y="96"/>
                  <a:pt x="19" y="97"/>
                </a:cubicBezTo>
                <a:cubicBezTo>
                  <a:pt x="2" y="121"/>
                  <a:pt x="2" y="121"/>
                  <a:pt x="2" y="121"/>
                </a:cubicBezTo>
                <a:cubicBezTo>
                  <a:pt x="1" y="123"/>
                  <a:pt x="0" y="125"/>
                  <a:pt x="1" y="127"/>
                </a:cubicBezTo>
                <a:cubicBezTo>
                  <a:pt x="4" y="132"/>
                  <a:pt x="12" y="131"/>
                  <a:pt x="14" y="132"/>
                </a:cubicBezTo>
                <a:cubicBezTo>
                  <a:pt x="16" y="133"/>
                  <a:pt x="17" y="136"/>
                  <a:pt x="16" y="139"/>
                </a:cubicBezTo>
                <a:cubicBezTo>
                  <a:pt x="15" y="141"/>
                  <a:pt x="13" y="145"/>
                  <a:pt x="15" y="146"/>
                </a:cubicBezTo>
                <a:cubicBezTo>
                  <a:pt x="17" y="147"/>
                  <a:pt x="19" y="148"/>
                  <a:pt x="19" y="148"/>
                </a:cubicBezTo>
                <a:cubicBezTo>
                  <a:pt x="19" y="148"/>
                  <a:pt x="16" y="149"/>
                  <a:pt x="16" y="151"/>
                </a:cubicBezTo>
                <a:cubicBezTo>
                  <a:pt x="15" y="153"/>
                  <a:pt x="16" y="156"/>
                  <a:pt x="19" y="157"/>
                </a:cubicBezTo>
                <a:cubicBezTo>
                  <a:pt x="19" y="157"/>
                  <a:pt x="22" y="164"/>
                  <a:pt x="21" y="171"/>
                </a:cubicBezTo>
                <a:cubicBezTo>
                  <a:pt x="20" y="177"/>
                  <a:pt x="18" y="183"/>
                  <a:pt x="23" y="187"/>
                </a:cubicBezTo>
                <a:cubicBezTo>
                  <a:pt x="28" y="191"/>
                  <a:pt x="48" y="188"/>
                  <a:pt x="60" y="184"/>
                </a:cubicBezTo>
                <a:cubicBezTo>
                  <a:pt x="60" y="184"/>
                  <a:pt x="64" y="191"/>
                  <a:pt x="68" y="209"/>
                </a:cubicBezTo>
                <a:cubicBezTo>
                  <a:pt x="152" y="183"/>
                  <a:pt x="152" y="183"/>
                  <a:pt x="152" y="183"/>
                </a:cubicBezTo>
                <a:cubicBezTo>
                  <a:pt x="147" y="170"/>
                  <a:pt x="145" y="163"/>
                  <a:pt x="145" y="159"/>
                </a:cubicBezTo>
                <a:cubicBezTo>
                  <a:pt x="143" y="148"/>
                  <a:pt x="160" y="128"/>
                  <a:pt x="166" y="106"/>
                </a:cubicBezTo>
                <a:cubicBezTo>
                  <a:pt x="173" y="81"/>
                  <a:pt x="175" y="48"/>
                  <a:pt x="146" y="24"/>
                </a:cubicBezTo>
                <a:close/>
                <a:moveTo>
                  <a:pt x="118" y="90"/>
                </a:moveTo>
                <a:cubicBezTo>
                  <a:pt x="112" y="98"/>
                  <a:pt x="110" y="104"/>
                  <a:pt x="110" y="110"/>
                </a:cubicBezTo>
                <a:cubicBezTo>
                  <a:pt x="110" y="128"/>
                  <a:pt x="110" y="128"/>
                  <a:pt x="110" y="128"/>
                </a:cubicBezTo>
                <a:cubicBezTo>
                  <a:pt x="110" y="133"/>
                  <a:pt x="107" y="136"/>
                  <a:pt x="104" y="136"/>
                </a:cubicBezTo>
                <a:cubicBezTo>
                  <a:pt x="97" y="136"/>
                  <a:pt x="97" y="136"/>
                  <a:pt x="97" y="136"/>
                </a:cubicBezTo>
                <a:cubicBezTo>
                  <a:pt x="96" y="136"/>
                  <a:pt x="96" y="136"/>
                  <a:pt x="96" y="136"/>
                </a:cubicBezTo>
                <a:cubicBezTo>
                  <a:pt x="95" y="138"/>
                  <a:pt x="93" y="139"/>
                  <a:pt x="91" y="139"/>
                </a:cubicBezTo>
                <a:cubicBezTo>
                  <a:pt x="89" y="139"/>
                  <a:pt x="88" y="138"/>
                  <a:pt x="87" y="136"/>
                </a:cubicBezTo>
                <a:cubicBezTo>
                  <a:pt x="86" y="136"/>
                  <a:pt x="86" y="136"/>
                  <a:pt x="86" y="136"/>
                </a:cubicBezTo>
                <a:cubicBezTo>
                  <a:pt x="79" y="136"/>
                  <a:pt x="79" y="136"/>
                  <a:pt x="79" y="136"/>
                </a:cubicBezTo>
                <a:cubicBezTo>
                  <a:pt x="76" y="136"/>
                  <a:pt x="73" y="133"/>
                  <a:pt x="73" y="129"/>
                </a:cubicBezTo>
                <a:cubicBezTo>
                  <a:pt x="73" y="110"/>
                  <a:pt x="73" y="110"/>
                  <a:pt x="73" y="110"/>
                </a:cubicBezTo>
                <a:cubicBezTo>
                  <a:pt x="73" y="104"/>
                  <a:pt x="70" y="98"/>
                  <a:pt x="65" y="90"/>
                </a:cubicBezTo>
                <a:cubicBezTo>
                  <a:pt x="59" y="83"/>
                  <a:pt x="57" y="76"/>
                  <a:pt x="57" y="68"/>
                </a:cubicBezTo>
                <a:cubicBezTo>
                  <a:pt x="57" y="49"/>
                  <a:pt x="72" y="34"/>
                  <a:pt x="91" y="34"/>
                </a:cubicBezTo>
                <a:cubicBezTo>
                  <a:pt x="110" y="34"/>
                  <a:pt x="126" y="49"/>
                  <a:pt x="126" y="68"/>
                </a:cubicBezTo>
                <a:cubicBezTo>
                  <a:pt x="126" y="76"/>
                  <a:pt x="123" y="83"/>
                  <a:pt x="118" y="90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2263273-4508-4EE7-A3AD-48BD55386782}"/>
              </a:ext>
            </a:extLst>
          </p:cNvPr>
          <p:cNvSpPr>
            <a:spLocks noGrp="1"/>
          </p:cNvSpPr>
          <p:nvPr/>
        </p:nvSpPr>
        <p:spPr>
          <a:xfrm>
            <a:off x="3519781" y="3529802"/>
            <a:ext cx="21443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97A890D-30AE-43C2-978D-95A591318A5C}"/>
              </a:ext>
            </a:extLst>
          </p:cNvPr>
          <p:cNvSpPr>
            <a:spLocks noGrp="1"/>
          </p:cNvSpPr>
          <p:nvPr/>
        </p:nvSpPr>
        <p:spPr>
          <a:xfrm>
            <a:off x="3519781" y="3222025"/>
            <a:ext cx="13562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AA4B8B1-D6F9-4DBA-9ABC-953E39CD6161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8269B18-789E-4773-AAF1-6CFE61125B5F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" name="TextBox 62">
            <a:extLst>
              <a:ext uri="{FF2B5EF4-FFF2-40B4-BE49-F238E27FC236}">
                <a16:creationId xmlns:a16="http://schemas.microsoft.com/office/drawing/2014/main" id="{0A2BFF64-42C0-47B8-B11C-3C74E6B2514F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48EFDCE-7C9E-46C7-8CFD-C37677B3C338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AC260717-2201-4F20-9BA1-408805E63D5B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4E74A9A-AE97-4AC9-8581-31D2DC3CFEEF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4" name="kicker-marker">
            <a:extLst>
              <a:ext uri="{FF2B5EF4-FFF2-40B4-BE49-F238E27FC236}">
                <a16:creationId xmlns:a16="http://schemas.microsoft.com/office/drawing/2014/main" id="{C9049392-440C-49A2-9E47-BC583F36E815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kicker-label">
            <a:extLst>
              <a:ext uri="{FF2B5EF4-FFF2-40B4-BE49-F238E27FC236}">
                <a16:creationId xmlns:a16="http://schemas.microsoft.com/office/drawing/2014/main" id="{FFB68A89-B163-4A81-8D85-C5F4F2E1E71B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21 · SRS</a:t>
            </a:r>
          </a:p>
        </p:txBody>
      </p:sp>
      <p:sp>
        <p:nvSpPr>
          <p:cNvPr id="66" name="page-marker">
            <a:extLst>
              <a:ext uri="{FF2B5EF4-FFF2-40B4-BE49-F238E27FC236}">
                <a16:creationId xmlns:a16="http://schemas.microsoft.com/office/drawing/2014/main" id="{EB00DCEE-6B23-4D58-93A0-F68FE56E5D00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22 / 31</a:t>
            </a:r>
          </a:p>
        </p:txBody>
      </p:sp>
      <p:sp>
        <p:nvSpPr>
          <p:cNvPr id="67" name="content-panel">
            <a:extLst>
              <a:ext uri="{FF2B5EF4-FFF2-40B4-BE49-F238E27FC236}">
                <a16:creationId xmlns:a16="http://schemas.microsoft.com/office/drawing/2014/main" id="{4978A392-B183-42E7-A435-99D9BA9EC8D9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claim-title">
            <a:extLst>
              <a:ext uri="{FF2B5EF4-FFF2-40B4-BE49-F238E27FC236}">
                <a16:creationId xmlns:a16="http://schemas.microsoft.com/office/drawing/2014/main" id="{9851A6D0-5598-4907-8891-C8400A4DA5A3}"/>
              </a:ext>
            </a:extLst>
          </p:cNvPr>
          <p:cNvSpPr>
            <a:spLocks noGrp="1"/>
          </p:cNvSpPr>
          <p:nvPr/>
        </p:nvSpPr>
        <p:spPr>
          <a:xfrm>
            <a:off x="725315" y="2226602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实现与运行环境</a:t>
            </a:r>
          </a:p>
        </p:txBody>
      </p:sp>
      <p:sp>
        <p:nvSpPr>
          <p:cNvPr id="69" name="support-claim">
            <a:extLst>
              <a:ext uri="{FF2B5EF4-FFF2-40B4-BE49-F238E27FC236}">
                <a16:creationId xmlns:a16="http://schemas.microsoft.com/office/drawing/2014/main" id="{5018F115-3498-4EA9-8EE3-8A433895AD30}"/>
              </a:ext>
            </a:extLst>
          </p:cNvPr>
          <p:cNvSpPr>
            <a:spLocks noGrp="1"/>
          </p:cNvSpPr>
          <p:nvPr/>
        </p:nvSpPr>
        <p:spPr>
          <a:xfrm>
            <a:off x="725315" y="2874302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SRS Baseline 作为系统实现环境和运行环境说明的正式依据。</a:t>
            </a:r>
          </a:p>
        </p:txBody>
      </p:sp>
      <p:sp>
        <p:nvSpPr>
          <p:cNvPr id="70" name="question-label">
            <a:extLst>
              <a:ext uri="{FF2B5EF4-FFF2-40B4-BE49-F238E27FC236}">
                <a16:creationId xmlns:a16="http://schemas.microsoft.com/office/drawing/2014/main" id="{CA9AB5CB-B475-4640-A788-F49598B72281}"/>
              </a:ext>
            </a:extLst>
          </p:cNvPr>
          <p:cNvSpPr>
            <a:spLocks noGrp="1"/>
          </p:cNvSpPr>
          <p:nvPr/>
        </p:nvSpPr>
        <p:spPr>
          <a:xfrm>
            <a:off x="725315" y="3788702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71" name="question-text">
            <a:extLst>
              <a:ext uri="{FF2B5EF4-FFF2-40B4-BE49-F238E27FC236}">
                <a16:creationId xmlns:a16="http://schemas.microsoft.com/office/drawing/2014/main" id="{4099770E-16BA-4831-839D-EB361027B87E}"/>
              </a:ext>
            </a:extLst>
          </p:cNvPr>
          <p:cNvSpPr>
            <a:spLocks noGrp="1"/>
          </p:cNvSpPr>
          <p:nvPr/>
        </p:nvSpPr>
        <p:spPr>
          <a:xfrm>
            <a:off x="725315" y="4169702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SRS 中是否对定义了系统的实现环境？运行环境？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70B6E78-D48E-0320-DBEB-0B37433EE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337956"/>
              </p:ext>
            </p:extLst>
          </p:nvPr>
        </p:nvGraphicFramePr>
        <p:xfrm>
          <a:off x="6677257" y="21558"/>
          <a:ext cx="5122159" cy="68364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5359">
                  <a:extLst>
                    <a:ext uri="{9D8B030D-6E8A-4147-A177-3AD203B41FA5}">
                      <a16:colId xmlns:a16="http://schemas.microsoft.com/office/drawing/2014/main" val="3106132766"/>
                    </a:ext>
                  </a:extLst>
                </a:gridCol>
                <a:gridCol w="2388705">
                  <a:extLst>
                    <a:ext uri="{9D8B030D-6E8A-4147-A177-3AD203B41FA5}">
                      <a16:colId xmlns:a16="http://schemas.microsoft.com/office/drawing/2014/main" val="203947204"/>
                    </a:ext>
                  </a:extLst>
                </a:gridCol>
                <a:gridCol w="1338095">
                  <a:extLst>
                    <a:ext uri="{9D8B030D-6E8A-4147-A177-3AD203B41FA5}">
                      <a16:colId xmlns:a16="http://schemas.microsoft.com/office/drawing/2014/main" val="1730838003"/>
                    </a:ext>
                  </a:extLst>
                </a:gridCol>
              </a:tblGrid>
              <a:tr h="2175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环境项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 dirty="0" err="1">
                          <a:effectLst/>
                        </a:rPr>
                        <a:t>推荐</a:t>
                      </a:r>
                      <a:r>
                        <a:rPr lang="en-US" sz="1100" dirty="0">
                          <a:effectLst/>
                        </a:rPr>
                        <a:t>/</a:t>
                      </a:r>
                      <a:r>
                        <a:rPr lang="en-US" sz="1100" dirty="0" err="1">
                          <a:effectLst/>
                        </a:rPr>
                        <a:t>最低要求</a:t>
                      </a:r>
                      <a:endParaRPr lang="zh-CN" sz="10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用途与验收关注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extLst>
                  <a:ext uri="{0D108BD9-81ED-4DB2-BD59-A6C34878D82A}">
                    <a16:rowId xmlns:a16="http://schemas.microsoft.com/office/drawing/2014/main" val="4260243482"/>
                  </a:ext>
                </a:extLst>
              </a:tr>
              <a:tr h="3653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操作系统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Windows 10/11；正式部署可采用 Linux 服务器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sz="1100">
                          <a:effectLst/>
                        </a:rPr>
                        <a:t>支持课堂演示、开发调试和后端服务部署。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extLst>
                  <a:ext uri="{0D108BD9-81ED-4DB2-BD59-A6C34878D82A}">
                    <a16:rowId xmlns:a16="http://schemas.microsoft.com/office/drawing/2014/main" val="3699744200"/>
                  </a:ext>
                </a:extLst>
              </a:tr>
              <a:tr h="3653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桌面浏览器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Chrome/Edge 120 及以上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sz="1100">
                          <a:effectLst/>
                        </a:rPr>
                        <a:t>验证登录、角色工作台、表单、图表、导航和响应式布局。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extLst>
                  <a:ext uri="{0D108BD9-81ED-4DB2-BD59-A6C34878D82A}">
                    <a16:rowId xmlns:a16="http://schemas.microsoft.com/office/drawing/2014/main" val="2443843053"/>
                  </a:ext>
                </a:extLst>
              </a:tr>
              <a:tr h="3653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移动端浏览器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iOS 16+/Android 13+ 的 Safari 或 Chrome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sz="1100">
                          <a:effectLst/>
                        </a:rPr>
                        <a:t>用于低优先级兼容性验证，原型以桌面端为主。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extLst>
                  <a:ext uri="{0D108BD9-81ED-4DB2-BD59-A6C34878D82A}">
                    <a16:rowId xmlns:a16="http://schemas.microsoft.com/office/drawing/2014/main" val="499434575"/>
                  </a:ext>
                </a:extLst>
              </a:tr>
              <a:tr h="5031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静态原型服务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sz="1100">
                          <a:effectLst/>
                        </a:rPr>
                        <a:t>本地文件或轻量级</a:t>
                      </a:r>
                      <a:r>
                        <a:rPr lang="en-US" sz="1100">
                          <a:effectLst/>
                        </a:rPr>
                        <a:t> HTTP </a:t>
                      </a:r>
                      <a:r>
                        <a:rPr lang="zh-CN" sz="1100">
                          <a:effectLst/>
                        </a:rPr>
                        <a:t>服务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sz="1100">
                          <a:effectLst/>
                        </a:rPr>
                        <a:t>打开开发原型</a:t>
                      </a:r>
                      <a:r>
                        <a:rPr lang="en-US" sz="1100">
                          <a:effectLst/>
                        </a:rPr>
                        <a:t>/1.1 </a:t>
                      </a:r>
                      <a:r>
                        <a:rPr lang="zh-CN" sz="1100">
                          <a:effectLst/>
                        </a:rPr>
                        <a:t>下</a:t>
                      </a:r>
                      <a:r>
                        <a:rPr lang="en-US" sz="1100">
                          <a:effectLst/>
                        </a:rPr>
                        <a:t> 5 </a:t>
                      </a:r>
                      <a:r>
                        <a:rPr lang="zh-CN" sz="1100">
                          <a:effectLst/>
                        </a:rPr>
                        <a:t>个</a:t>
                      </a:r>
                      <a:r>
                        <a:rPr lang="en-US" sz="1100">
                          <a:effectLst/>
                        </a:rPr>
                        <a:t> HTML </a:t>
                      </a:r>
                      <a:r>
                        <a:rPr lang="zh-CN" sz="1100">
                          <a:effectLst/>
                        </a:rPr>
                        <a:t>文件，保证</a:t>
                      </a:r>
                      <a:r>
                        <a:rPr lang="en-US" sz="1100">
                          <a:effectLst/>
                        </a:rPr>
                        <a:t> UTF-8 </a:t>
                      </a:r>
                      <a:r>
                        <a:rPr lang="zh-CN" sz="1100">
                          <a:effectLst/>
                        </a:rPr>
                        <a:t>编码和相对路径可访问。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extLst>
                  <a:ext uri="{0D108BD9-81ED-4DB2-BD59-A6C34878D82A}">
                    <a16:rowId xmlns:a16="http://schemas.microsoft.com/office/drawing/2014/main" val="2848968308"/>
                  </a:ext>
                </a:extLst>
              </a:tr>
              <a:tr h="3653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前端依赖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HTML5、CSS3、JavaScript；ECharts 5.4.3 或本地副本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sz="1100">
                          <a:effectLst/>
                        </a:rPr>
                        <a:t>学生端能力雷达图依赖图表库，离线演示需准备本地资源。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extLst>
                  <a:ext uri="{0D108BD9-81ED-4DB2-BD59-A6C34878D82A}">
                    <a16:rowId xmlns:a16="http://schemas.microsoft.com/office/drawing/2014/main" val="1164469104"/>
                  </a:ext>
                </a:extLst>
              </a:tr>
              <a:tr h="3739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后端服务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sz="1100">
                          <a:effectLst/>
                        </a:rPr>
                        <a:t>正式实现需提供认证、课程、资源、题目、练习、日志等</a:t>
                      </a:r>
                      <a:r>
                        <a:rPr lang="en-US" sz="1100">
                          <a:effectLst/>
                        </a:rPr>
                        <a:t> REST/JSON </a:t>
                      </a:r>
                      <a:r>
                        <a:rPr lang="zh-CN" sz="1100">
                          <a:effectLst/>
                        </a:rPr>
                        <a:t>接口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sz="1100">
                          <a:effectLst/>
                        </a:rPr>
                        <a:t>支撑</a:t>
                      </a:r>
                      <a:r>
                        <a:rPr lang="en-US" sz="1100">
                          <a:effectLst/>
                        </a:rPr>
                        <a:t> 3.1.5 </a:t>
                      </a:r>
                      <a:r>
                        <a:rPr lang="zh-CN" sz="1100">
                          <a:effectLst/>
                        </a:rPr>
                        <a:t>外部接口输入</a:t>
                      </a:r>
                      <a:r>
                        <a:rPr lang="en-US" sz="1100">
                          <a:effectLst/>
                        </a:rPr>
                        <a:t>/</a:t>
                      </a:r>
                      <a:r>
                        <a:rPr lang="zh-CN" sz="1100">
                          <a:effectLst/>
                        </a:rPr>
                        <a:t>输出规格和第</a:t>
                      </a:r>
                      <a:r>
                        <a:rPr lang="en-US" sz="1100">
                          <a:effectLst/>
                        </a:rPr>
                        <a:t> 3 </a:t>
                      </a:r>
                      <a:r>
                        <a:rPr lang="zh-CN" sz="1100">
                          <a:effectLst/>
                        </a:rPr>
                        <a:t>章用例。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extLst>
                  <a:ext uri="{0D108BD9-81ED-4DB2-BD59-A6C34878D82A}">
                    <a16:rowId xmlns:a16="http://schemas.microsoft.com/office/drawing/2014/main" val="565884766"/>
                  </a:ext>
                </a:extLst>
              </a:tr>
              <a:tr h="3653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数据库与文件存储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sz="1100">
                          <a:effectLst/>
                        </a:rPr>
                        <a:t>关系数据库或等价持久化方案；文件对象存储或服务器目录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sz="1100">
                          <a:effectLst/>
                        </a:rPr>
                        <a:t>保存用户、课程、资源元数据、练习记录、日志和上传文件。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extLst>
                  <a:ext uri="{0D108BD9-81ED-4DB2-BD59-A6C34878D82A}">
                    <a16:rowId xmlns:a16="http://schemas.microsoft.com/office/drawing/2014/main" val="1371130828"/>
                  </a:ext>
                </a:extLst>
              </a:tr>
              <a:tr h="3653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AI/RAG 服务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sz="1100">
                          <a:effectLst/>
                        </a:rPr>
                        <a:t>模型服务、向量索引、检索接口、来源引用返回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sz="1100">
                          <a:effectLst/>
                        </a:rPr>
                        <a:t>支持知识点抽取、题目生成、课程问答、错题变式和学习建议。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extLst>
                  <a:ext uri="{0D108BD9-81ED-4DB2-BD59-A6C34878D82A}">
                    <a16:rowId xmlns:a16="http://schemas.microsoft.com/office/drawing/2014/main" val="1657777617"/>
                  </a:ext>
                </a:extLst>
              </a:tr>
              <a:tr h="3653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安全与日志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HTTPS</a:t>
                      </a:r>
                      <a:r>
                        <a:rPr lang="zh-CN" sz="1100">
                          <a:effectLst/>
                        </a:rPr>
                        <a:t>、角色权限、审计日志、错误日志和导出能力</a:t>
                      </a:r>
                      <a:endParaRPr lang="zh-CN" sz="10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zh-CN" sz="1100" dirty="0">
                          <a:effectLst/>
                        </a:rPr>
                        <a:t>验证跨课程隔离、操作追踪、模型异常定位和验收审计。</a:t>
                      </a:r>
                      <a:endParaRPr lang="zh-CN" sz="10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935" marR="66935" marT="44623" marB="44623" anchor="ctr"/>
                </a:tc>
                <a:extLst>
                  <a:ext uri="{0D108BD9-81ED-4DB2-BD59-A6C34878D82A}">
                    <a16:rowId xmlns:a16="http://schemas.microsoft.com/office/drawing/2014/main" val="1809415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248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D6D53802-1221-4C32-9E28-84B614743AE8}"/>
              </a:ext>
            </a:extLst>
          </p:cNvPr>
          <p:cNvSpPr>
            <a:spLocks noGrp="1"/>
          </p:cNvSpPr>
          <p:nvPr/>
        </p:nvSpPr>
        <p:spPr>
          <a:xfrm flipH="1">
            <a:off x="6562913" y="4562109"/>
            <a:ext cx="482679" cy="1371600"/>
          </a:xfrm>
          <a:custGeom>
            <a:avLst/>
            <a:gdLst/>
            <a:ahLst/>
            <a:cxnLst/>
            <a:rect l="l" t="t" r="r" b="b"/>
            <a:pathLst>
              <a:path w="482679" h="1371600">
                <a:moveTo>
                  <a:pt x="303774" y="0"/>
                </a:moveTo>
                <a:cubicBezTo>
                  <a:pt x="-213061" y="89452"/>
                  <a:pt x="75175" y="1023731"/>
                  <a:pt x="124870" y="1371600"/>
                </a:cubicBezTo>
                <a:cubicBezTo>
                  <a:pt x="184505" y="993913"/>
                  <a:pt x="264018" y="477079"/>
                  <a:pt x="482679" y="506896"/>
                </a:cubicBezTo>
                <a:lnTo>
                  <a:pt x="303774" y="0"/>
                </a:lnTo>
                <a:close/>
              </a:path>
            </a:pathLst>
          </a:custGeom>
          <a:solidFill>
            <a:srgbClr val="18478F"/>
          </a:solidFill>
          <a:ln w="22225">
            <a:noFill/>
          </a:ln>
          <a:effectLst>
            <a:innerShdw blurRad="88900" dist="38100" dir="13500000">
              <a:prstClr val="black">
                <a:alpha val="4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任意多边形 22">
            <a:extLst>
              <a:ext uri="{FF2B5EF4-FFF2-40B4-BE49-F238E27FC236}">
                <a16:creationId xmlns:a16="http://schemas.microsoft.com/office/drawing/2014/main" id="{09F72FA3-3C3E-455B-88B1-2B2C804CB688}"/>
              </a:ext>
            </a:extLst>
          </p:cNvPr>
          <p:cNvSpPr>
            <a:spLocks noGrp="1"/>
          </p:cNvSpPr>
          <p:nvPr/>
        </p:nvSpPr>
        <p:spPr>
          <a:xfrm>
            <a:off x="6445042" y="3904518"/>
            <a:ext cx="1844407" cy="1026754"/>
          </a:xfrm>
          <a:custGeom>
            <a:avLst/>
            <a:gdLst/>
            <a:ahLst/>
            <a:cxnLst/>
            <a:rect l="l" t="t" r="r" b="b"/>
            <a:pathLst>
              <a:path w="4112898" h="2289591">
                <a:moveTo>
                  <a:pt x="1770629" y="0"/>
                </a:moveTo>
                <a:cubicBezTo>
                  <a:pt x="1782778" y="0"/>
                  <a:pt x="1797965" y="0"/>
                  <a:pt x="1810115" y="0"/>
                </a:cubicBezTo>
                <a:cubicBezTo>
                  <a:pt x="2262691" y="0"/>
                  <a:pt x="2435824" y="298255"/>
                  <a:pt x="2481385" y="400012"/>
                </a:cubicBezTo>
                <a:cubicBezTo>
                  <a:pt x="2533021" y="375450"/>
                  <a:pt x="2654518" y="329835"/>
                  <a:pt x="2794239" y="329835"/>
                </a:cubicBezTo>
                <a:cubicBezTo>
                  <a:pt x="2946110" y="329835"/>
                  <a:pt x="3076719" y="382468"/>
                  <a:pt x="3179992" y="491243"/>
                </a:cubicBezTo>
                <a:cubicBezTo>
                  <a:pt x="3413873" y="729847"/>
                  <a:pt x="3416911" y="968451"/>
                  <a:pt x="3404761" y="1070208"/>
                </a:cubicBezTo>
                <a:cubicBezTo>
                  <a:pt x="3426023" y="1070208"/>
                  <a:pt x="3453360" y="1066700"/>
                  <a:pt x="3483734" y="1066700"/>
                </a:cubicBezTo>
                <a:cubicBezTo>
                  <a:pt x="3617380" y="1066700"/>
                  <a:pt x="3869486" y="1101788"/>
                  <a:pt x="4024395" y="1336883"/>
                </a:cubicBezTo>
                <a:cubicBezTo>
                  <a:pt x="4133742" y="1501801"/>
                  <a:pt x="4142854" y="1740405"/>
                  <a:pt x="4045657" y="1961464"/>
                </a:cubicBezTo>
                <a:cubicBezTo>
                  <a:pt x="3960609" y="2154452"/>
                  <a:pt x="3811775" y="2277263"/>
                  <a:pt x="3656867" y="2280772"/>
                </a:cubicBezTo>
                <a:lnTo>
                  <a:pt x="3651907" y="2289591"/>
                </a:lnTo>
                <a:lnTo>
                  <a:pt x="370390" y="2289591"/>
                </a:lnTo>
                <a:lnTo>
                  <a:pt x="352533" y="2282088"/>
                </a:lnTo>
                <a:cubicBezTo>
                  <a:pt x="248122" y="2229016"/>
                  <a:pt x="148646" y="2138663"/>
                  <a:pt x="75748" y="1989535"/>
                </a:cubicBezTo>
                <a:cubicBezTo>
                  <a:pt x="-30562" y="1768476"/>
                  <a:pt x="-24487" y="1505310"/>
                  <a:pt x="90935" y="1280741"/>
                </a:cubicBezTo>
                <a:cubicBezTo>
                  <a:pt x="191170" y="1094771"/>
                  <a:pt x="349116" y="975469"/>
                  <a:pt x="510099" y="975469"/>
                </a:cubicBezTo>
                <a:cubicBezTo>
                  <a:pt x="528323" y="975469"/>
                  <a:pt x="543511" y="978978"/>
                  <a:pt x="558698" y="978978"/>
                </a:cubicBezTo>
                <a:cubicBezTo>
                  <a:pt x="582997" y="891256"/>
                  <a:pt x="677157" y="645634"/>
                  <a:pt x="953562" y="645634"/>
                </a:cubicBezTo>
                <a:cubicBezTo>
                  <a:pt x="993049" y="645634"/>
                  <a:pt x="1035573" y="649143"/>
                  <a:pt x="1078097" y="659670"/>
                </a:cubicBezTo>
                <a:cubicBezTo>
                  <a:pt x="1102396" y="515805"/>
                  <a:pt x="1223893" y="21053"/>
                  <a:pt x="1770629" y="0"/>
                </a:cubicBezTo>
                <a:close/>
              </a:path>
            </a:pathLst>
          </a:custGeom>
          <a:gradFill>
            <a:gsLst>
              <a:gs pos="100000">
                <a:schemeClr val="bg1"/>
              </a:gs>
              <a:gs pos="0">
                <a:schemeClr val="bg1">
                  <a:lumMod val="95000"/>
                </a:schemeClr>
              </a:gs>
            </a:gsLst>
            <a:lin ang="2700000"/>
          </a:gradFill>
          <a:ln w="19050"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/>
            </a:gradFill>
          </a:ln>
          <a:effectLst>
            <a:outerShdw blurRad="254000" dist="101600" dir="2700000" algn="tl" rotWithShape="0">
              <a:prstClr val="black">
                <a:alpha val="30000"/>
              </a:prstClr>
            </a:outerShdw>
            <a:softEdge rad="0"/>
          </a:effectLst>
        </p:spPr>
        <p:txBody>
          <a:bodyPr vert="horz" wrap="square" lIns="91440" tIns="45720" rIns="91440" bIns="45720" anchor="t">
            <a:noAutofit/>
          </a:bodyPr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1137189-B532-4DC5-A656-C9BA8A99EA19}"/>
              </a:ext>
            </a:extLst>
          </p:cNvPr>
          <p:cNvSpPr>
            <a:spLocks noGrp="1"/>
          </p:cNvSpPr>
          <p:nvPr/>
        </p:nvSpPr>
        <p:spPr>
          <a:xfrm>
            <a:off x="5815402" y="4629930"/>
            <a:ext cx="7352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9E25676-B623-40C4-91A0-AB8E4569A276}"/>
              </a:ext>
            </a:extLst>
          </p:cNvPr>
          <p:cNvSpPr>
            <a:spLocks noGrp="1"/>
          </p:cNvSpPr>
          <p:nvPr/>
        </p:nvSpPr>
        <p:spPr>
          <a:xfrm>
            <a:off x="5815402" y="3800584"/>
            <a:ext cx="7352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9842AEA-5498-4D82-821F-AFC073655E49}"/>
              </a:ext>
            </a:extLst>
          </p:cNvPr>
          <p:cNvSpPr>
            <a:spLocks noGrp="1"/>
          </p:cNvSpPr>
          <p:nvPr/>
        </p:nvSpPr>
        <p:spPr>
          <a:xfrm>
            <a:off x="5815402" y="3003370"/>
            <a:ext cx="7352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5E71CE-106B-4565-BCA4-A2E6CDBE5699}"/>
              </a:ext>
            </a:extLst>
          </p:cNvPr>
          <p:cNvSpPr>
            <a:spLocks noGrp="1"/>
          </p:cNvSpPr>
          <p:nvPr/>
        </p:nvSpPr>
        <p:spPr>
          <a:xfrm>
            <a:off x="5796559" y="2257555"/>
            <a:ext cx="7352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4" name="Freeform 20">
            <a:extLst>
              <a:ext uri="{FF2B5EF4-FFF2-40B4-BE49-F238E27FC236}">
                <a16:creationId xmlns:a16="http://schemas.microsoft.com/office/drawing/2014/main" id="{548D412D-FC87-4C19-ADAA-97523D5294C6}"/>
              </a:ext>
            </a:extLst>
          </p:cNvPr>
          <p:cNvSpPr>
            <a:spLocks noGrp="1"/>
          </p:cNvSpPr>
          <p:nvPr/>
        </p:nvSpPr>
        <p:spPr>
          <a:xfrm>
            <a:off x="6862075" y="4309905"/>
            <a:ext cx="545458" cy="541428"/>
          </a:xfrm>
          <a:custGeom>
            <a:avLst/>
            <a:gdLst/>
            <a:ahLst/>
            <a:cxnLst/>
            <a:rect l="0" t="0" r="r" b="b"/>
            <a:pathLst>
              <a:path w="229" h="227">
                <a:moveTo>
                  <a:pt x="229" y="128"/>
                </a:moveTo>
                <a:cubicBezTo>
                  <a:pt x="229" y="98"/>
                  <a:pt x="229" y="98"/>
                  <a:pt x="229" y="98"/>
                </a:cubicBezTo>
                <a:cubicBezTo>
                  <a:pt x="206" y="93"/>
                  <a:pt x="206" y="93"/>
                  <a:pt x="206" y="93"/>
                </a:cubicBezTo>
                <a:cubicBezTo>
                  <a:pt x="204" y="87"/>
                  <a:pt x="202" y="81"/>
                  <a:pt x="200" y="76"/>
                </a:cubicBezTo>
                <a:cubicBezTo>
                  <a:pt x="216" y="58"/>
                  <a:pt x="216" y="58"/>
                  <a:pt x="216" y="58"/>
                </a:cubicBezTo>
                <a:cubicBezTo>
                  <a:pt x="198" y="34"/>
                  <a:pt x="198" y="34"/>
                  <a:pt x="198" y="34"/>
                </a:cubicBezTo>
                <a:cubicBezTo>
                  <a:pt x="176" y="44"/>
                  <a:pt x="176" y="44"/>
                  <a:pt x="176" y="44"/>
                </a:cubicBezTo>
                <a:cubicBezTo>
                  <a:pt x="172" y="39"/>
                  <a:pt x="167" y="36"/>
                  <a:pt x="161" y="33"/>
                </a:cubicBezTo>
                <a:cubicBezTo>
                  <a:pt x="164" y="9"/>
                  <a:pt x="164" y="9"/>
                  <a:pt x="164" y="9"/>
                </a:cubicBezTo>
                <a:cubicBezTo>
                  <a:pt x="135" y="0"/>
                  <a:pt x="135" y="0"/>
                  <a:pt x="135" y="0"/>
                </a:cubicBezTo>
                <a:cubicBezTo>
                  <a:pt x="123" y="20"/>
                  <a:pt x="123" y="20"/>
                  <a:pt x="123" y="20"/>
                </a:cubicBezTo>
                <a:cubicBezTo>
                  <a:pt x="120" y="20"/>
                  <a:pt x="117" y="20"/>
                  <a:pt x="114" y="20"/>
                </a:cubicBezTo>
                <a:cubicBezTo>
                  <a:pt x="111" y="20"/>
                  <a:pt x="108" y="20"/>
                  <a:pt x="105" y="20"/>
                </a:cubicBezTo>
                <a:cubicBezTo>
                  <a:pt x="93" y="0"/>
                  <a:pt x="93" y="0"/>
                  <a:pt x="93" y="0"/>
                </a:cubicBezTo>
                <a:cubicBezTo>
                  <a:pt x="65" y="9"/>
                  <a:pt x="65" y="9"/>
                  <a:pt x="65" y="9"/>
                </a:cubicBezTo>
                <a:cubicBezTo>
                  <a:pt x="67" y="33"/>
                  <a:pt x="67" y="33"/>
                  <a:pt x="67" y="33"/>
                </a:cubicBezTo>
                <a:cubicBezTo>
                  <a:pt x="62" y="36"/>
                  <a:pt x="57" y="39"/>
                  <a:pt x="52" y="44"/>
                </a:cubicBezTo>
                <a:cubicBezTo>
                  <a:pt x="30" y="34"/>
                  <a:pt x="30" y="34"/>
                  <a:pt x="30" y="34"/>
                </a:cubicBezTo>
                <a:cubicBezTo>
                  <a:pt x="13" y="58"/>
                  <a:pt x="13" y="58"/>
                  <a:pt x="13" y="58"/>
                </a:cubicBezTo>
                <a:cubicBezTo>
                  <a:pt x="29" y="76"/>
                  <a:pt x="29" y="76"/>
                  <a:pt x="29" y="76"/>
                </a:cubicBezTo>
                <a:cubicBezTo>
                  <a:pt x="26" y="81"/>
                  <a:pt x="24" y="87"/>
                  <a:pt x="23" y="94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128"/>
                  <a:pt x="0" y="128"/>
                  <a:pt x="0" y="128"/>
                </a:cubicBezTo>
                <a:cubicBezTo>
                  <a:pt x="23" y="133"/>
                  <a:pt x="23" y="133"/>
                  <a:pt x="23" y="133"/>
                </a:cubicBezTo>
                <a:cubicBezTo>
                  <a:pt x="24" y="139"/>
                  <a:pt x="26" y="145"/>
                  <a:pt x="29" y="151"/>
                </a:cubicBezTo>
                <a:cubicBezTo>
                  <a:pt x="13" y="169"/>
                  <a:pt x="13" y="169"/>
                  <a:pt x="13" y="169"/>
                </a:cubicBezTo>
                <a:cubicBezTo>
                  <a:pt x="31" y="193"/>
                  <a:pt x="31" y="193"/>
                  <a:pt x="31" y="193"/>
                </a:cubicBezTo>
                <a:cubicBezTo>
                  <a:pt x="52" y="183"/>
                  <a:pt x="52" y="183"/>
                  <a:pt x="52" y="183"/>
                </a:cubicBezTo>
                <a:cubicBezTo>
                  <a:pt x="57" y="187"/>
                  <a:pt x="62" y="191"/>
                  <a:pt x="67" y="194"/>
                </a:cubicBezTo>
                <a:cubicBezTo>
                  <a:pt x="65" y="218"/>
                  <a:pt x="65" y="218"/>
                  <a:pt x="65" y="218"/>
                </a:cubicBezTo>
                <a:cubicBezTo>
                  <a:pt x="93" y="227"/>
                  <a:pt x="93" y="227"/>
                  <a:pt x="93" y="227"/>
                </a:cubicBezTo>
                <a:cubicBezTo>
                  <a:pt x="105" y="206"/>
                  <a:pt x="105" y="206"/>
                  <a:pt x="105" y="206"/>
                </a:cubicBezTo>
                <a:cubicBezTo>
                  <a:pt x="108" y="207"/>
                  <a:pt x="111" y="207"/>
                  <a:pt x="114" y="207"/>
                </a:cubicBezTo>
                <a:cubicBezTo>
                  <a:pt x="117" y="207"/>
                  <a:pt x="121" y="207"/>
                  <a:pt x="124" y="206"/>
                </a:cubicBezTo>
                <a:cubicBezTo>
                  <a:pt x="135" y="227"/>
                  <a:pt x="135" y="227"/>
                  <a:pt x="135" y="227"/>
                </a:cubicBezTo>
                <a:cubicBezTo>
                  <a:pt x="164" y="217"/>
                  <a:pt x="164" y="217"/>
                  <a:pt x="164" y="217"/>
                </a:cubicBezTo>
                <a:cubicBezTo>
                  <a:pt x="161" y="194"/>
                  <a:pt x="161" y="194"/>
                  <a:pt x="161" y="194"/>
                </a:cubicBezTo>
                <a:cubicBezTo>
                  <a:pt x="167" y="191"/>
                  <a:pt x="172" y="187"/>
                  <a:pt x="176" y="183"/>
                </a:cubicBezTo>
                <a:cubicBezTo>
                  <a:pt x="198" y="193"/>
                  <a:pt x="198" y="193"/>
                  <a:pt x="198" y="193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00" y="151"/>
                  <a:pt x="200" y="151"/>
                  <a:pt x="200" y="151"/>
                </a:cubicBezTo>
                <a:cubicBezTo>
                  <a:pt x="202" y="145"/>
                  <a:pt x="204" y="139"/>
                  <a:pt x="206" y="133"/>
                </a:cubicBezTo>
                <a:lnTo>
                  <a:pt x="229" y="128"/>
                </a:lnTo>
                <a:close/>
                <a:moveTo>
                  <a:pt x="114" y="180"/>
                </a:moveTo>
                <a:cubicBezTo>
                  <a:pt x="77" y="180"/>
                  <a:pt x="47" y="150"/>
                  <a:pt x="47" y="113"/>
                </a:cubicBezTo>
                <a:cubicBezTo>
                  <a:pt x="47" y="76"/>
                  <a:pt x="77" y="46"/>
                  <a:pt x="114" y="46"/>
                </a:cubicBezTo>
                <a:cubicBezTo>
                  <a:pt x="151" y="46"/>
                  <a:pt x="181" y="76"/>
                  <a:pt x="181" y="113"/>
                </a:cubicBezTo>
                <a:cubicBezTo>
                  <a:pt x="181" y="150"/>
                  <a:pt x="151" y="180"/>
                  <a:pt x="114" y="180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5" name="Freeform 21">
            <a:extLst>
              <a:ext uri="{FF2B5EF4-FFF2-40B4-BE49-F238E27FC236}">
                <a16:creationId xmlns:a16="http://schemas.microsoft.com/office/drawing/2014/main" id="{1DD4F5D8-139E-47C0-9441-6631AB691EAD}"/>
              </a:ext>
            </a:extLst>
          </p:cNvPr>
          <p:cNvSpPr>
            <a:spLocks noGrp="1"/>
          </p:cNvSpPr>
          <p:nvPr/>
        </p:nvSpPr>
        <p:spPr>
          <a:xfrm>
            <a:off x="7441100" y="4962475"/>
            <a:ext cx="322637" cy="322638"/>
          </a:xfrm>
          <a:custGeom>
            <a:avLst/>
            <a:gdLst/>
            <a:ahLst/>
            <a:cxnLst/>
            <a:rect l="0" t="0" r="r" b="b"/>
            <a:pathLst>
              <a:path w="135" h="135">
                <a:moveTo>
                  <a:pt x="135" y="76"/>
                </a:moveTo>
                <a:cubicBezTo>
                  <a:pt x="135" y="58"/>
                  <a:pt x="135" y="58"/>
                  <a:pt x="135" y="58"/>
                </a:cubicBezTo>
                <a:cubicBezTo>
                  <a:pt x="122" y="55"/>
                  <a:pt x="122" y="55"/>
                  <a:pt x="122" y="55"/>
                </a:cubicBezTo>
                <a:cubicBezTo>
                  <a:pt x="121" y="52"/>
                  <a:pt x="120" y="48"/>
                  <a:pt x="118" y="45"/>
                </a:cubicBezTo>
                <a:cubicBezTo>
                  <a:pt x="128" y="34"/>
                  <a:pt x="128" y="34"/>
                  <a:pt x="128" y="34"/>
                </a:cubicBezTo>
                <a:cubicBezTo>
                  <a:pt x="117" y="20"/>
                  <a:pt x="117" y="20"/>
                  <a:pt x="117" y="20"/>
                </a:cubicBezTo>
                <a:cubicBezTo>
                  <a:pt x="104" y="26"/>
                  <a:pt x="104" y="26"/>
                  <a:pt x="104" y="26"/>
                </a:cubicBezTo>
                <a:cubicBezTo>
                  <a:pt x="102" y="23"/>
                  <a:pt x="99" y="21"/>
                  <a:pt x="96" y="19"/>
                </a:cubicBezTo>
                <a:cubicBezTo>
                  <a:pt x="97" y="5"/>
                  <a:pt x="97" y="5"/>
                  <a:pt x="97" y="5"/>
                </a:cubicBezTo>
                <a:cubicBezTo>
                  <a:pt x="80" y="0"/>
                  <a:pt x="80" y="0"/>
                  <a:pt x="80" y="0"/>
                </a:cubicBezTo>
                <a:cubicBezTo>
                  <a:pt x="73" y="12"/>
                  <a:pt x="73" y="12"/>
                  <a:pt x="73" y="12"/>
                </a:cubicBezTo>
                <a:cubicBezTo>
                  <a:pt x="71" y="12"/>
                  <a:pt x="69" y="12"/>
                  <a:pt x="67" y="12"/>
                </a:cubicBezTo>
                <a:cubicBezTo>
                  <a:pt x="66" y="12"/>
                  <a:pt x="64" y="12"/>
                  <a:pt x="62" y="12"/>
                </a:cubicBezTo>
                <a:cubicBezTo>
                  <a:pt x="55" y="0"/>
                  <a:pt x="55" y="0"/>
                  <a:pt x="55" y="0"/>
                </a:cubicBezTo>
                <a:cubicBezTo>
                  <a:pt x="38" y="5"/>
                  <a:pt x="38" y="5"/>
                  <a:pt x="38" y="5"/>
                </a:cubicBezTo>
                <a:cubicBezTo>
                  <a:pt x="39" y="19"/>
                  <a:pt x="39" y="19"/>
                  <a:pt x="39" y="19"/>
                </a:cubicBezTo>
                <a:cubicBezTo>
                  <a:pt x="36" y="21"/>
                  <a:pt x="33" y="23"/>
                  <a:pt x="30" y="26"/>
                </a:cubicBezTo>
                <a:cubicBezTo>
                  <a:pt x="18" y="20"/>
                  <a:pt x="18" y="20"/>
                  <a:pt x="18" y="20"/>
                </a:cubicBezTo>
                <a:cubicBezTo>
                  <a:pt x="7" y="34"/>
                  <a:pt x="7" y="34"/>
                  <a:pt x="7" y="34"/>
                </a:cubicBezTo>
                <a:cubicBezTo>
                  <a:pt x="17" y="45"/>
                  <a:pt x="17" y="45"/>
                  <a:pt x="17" y="45"/>
                </a:cubicBezTo>
                <a:cubicBezTo>
                  <a:pt x="15" y="48"/>
                  <a:pt x="14" y="52"/>
                  <a:pt x="13" y="55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76"/>
                  <a:pt x="0" y="76"/>
                  <a:pt x="0" y="76"/>
                </a:cubicBezTo>
                <a:cubicBezTo>
                  <a:pt x="13" y="79"/>
                  <a:pt x="13" y="79"/>
                  <a:pt x="13" y="79"/>
                </a:cubicBezTo>
                <a:cubicBezTo>
                  <a:pt x="14" y="83"/>
                  <a:pt x="15" y="86"/>
                  <a:pt x="17" y="90"/>
                </a:cubicBezTo>
                <a:cubicBezTo>
                  <a:pt x="7" y="100"/>
                  <a:pt x="7" y="100"/>
                  <a:pt x="7" y="100"/>
                </a:cubicBezTo>
                <a:cubicBezTo>
                  <a:pt x="18" y="114"/>
                  <a:pt x="18" y="114"/>
                  <a:pt x="18" y="114"/>
                </a:cubicBezTo>
                <a:cubicBezTo>
                  <a:pt x="31" y="109"/>
                  <a:pt x="31" y="109"/>
                  <a:pt x="31" y="109"/>
                </a:cubicBezTo>
                <a:cubicBezTo>
                  <a:pt x="33" y="111"/>
                  <a:pt x="36" y="113"/>
                  <a:pt x="39" y="115"/>
                </a:cubicBezTo>
                <a:cubicBezTo>
                  <a:pt x="38" y="129"/>
                  <a:pt x="38" y="129"/>
                  <a:pt x="38" y="129"/>
                </a:cubicBezTo>
                <a:cubicBezTo>
                  <a:pt x="55" y="135"/>
                  <a:pt x="55" y="135"/>
                  <a:pt x="55" y="135"/>
                </a:cubicBezTo>
                <a:cubicBezTo>
                  <a:pt x="62" y="122"/>
                  <a:pt x="62" y="122"/>
                  <a:pt x="62" y="122"/>
                </a:cubicBezTo>
                <a:cubicBezTo>
                  <a:pt x="64" y="123"/>
                  <a:pt x="66" y="123"/>
                  <a:pt x="68" y="123"/>
                </a:cubicBezTo>
                <a:cubicBezTo>
                  <a:pt x="69" y="123"/>
                  <a:pt x="71" y="123"/>
                  <a:pt x="73" y="122"/>
                </a:cubicBezTo>
                <a:cubicBezTo>
                  <a:pt x="80" y="135"/>
                  <a:pt x="80" y="135"/>
                  <a:pt x="80" y="135"/>
                </a:cubicBezTo>
                <a:cubicBezTo>
                  <a:pt x="97" y="129"/>
                  <a:pt x="97" y="129"/>
                  <a:pt x="97" y="129"/>
                </a:cubicBezTo>
                <a:cubicBezTo>
                  <a:pt x="96" y="115"/>
                  <a:pt x="96" y="115"/>
                  <a:pt x="96" y="115"/>
                </a:cubicBezTo>
                <a:cubicBezTo>
                  <a:pt x="99" y="113"/>
                  <a:pt x="102" y="111"/>
                  <a:pt x="104" y="109"/>
                </a:cubicBezTo>
                <a:cubicBezTo>
                  <a:pt x="117" y="114"/>
                  <a:pt x="117" y="114"/>
                  <a:pt x="117" y="114"/>
                </a:cubicBezTo>
                <a:cubicBezTo>
                  <a:pt x="128" y="100"/>
                  <a:pt x="128" y="100"/>
                  <a:pt x="128" y="10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20" y="86"/>
                  <a:pt x="121" y="83"/>
                  <a:pt x="122" y="79"/>
                </a:cubicBezTo>
                <a:lnTo>
                  <a:pt x="135" y="76"/>
                </a:lnTo>
                <a:close/>
                <a:moveTo>
                  <a:pt x="67" y="107"/>
                </a:moveTo>
                <a:cubicBezTo>
                  <a:pt x="46" y="107"/>
                  <a:pt x="28" y="89"/>
                  <a:pt x="28" y="67"/>
                </a:cubicBezTo>
                <a:cubicBezTo>
                  <a:pt x="28" y="45"/>
                  <a:pt x="46" y="27"/>
                  <a:pt x="67" y="27"/>
                </a:cubicBezTo>
                <a:cubicBezTo>
                  <a:pt x="89" y="27"/>
                  <a:pt x="107" y="45"/>
                  <a:pt x="107" y="67"/>
                </a:cubicBezTo>
                <a:cubicBezTo>
                  <a:pt x="107" y="89"/>
                  <a:pt x="89" y="107"/>
                  <a:pt x="67" y="107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7" name="Freeform 136">
            <a:extLst>
              <a:ext uri="{FF2B5EF4-FFF2-40B4-BE49-F238E27FC236}">
                <a16:creationId xmlns:a16="http://schemas.microsoft.com/office/drawing/2014/main" id="{8D588454-306E-4087-A6C7-B3C49181EAE9}"/>
              </a:ext>
            </a:extLst>
          </p:cNvPr>
          <p:cNvSpPr>
            <a:spLocks noGrp="1"/>
          </p:cNvSpPr>
          <p:nvPr/>
        </p:nvSpPr>
        <p:spPr>
          <a:xfrm>
            <a:off x="7073251" y="3254724"/>
            <a:ext cx="534547" cy="232555"/>
          </a:xfrm>
          <a:custGeom>
            <a:avLst/>
            <a:gdLst/>
            <a:ahLst/>
            <a:cxnLst/>
            <a:rect l="0" t="0" r="r" b="b"/>
            <a:pathLst>
              <a:path w="205" h="89">
                <a:moveTo>
                  <a:pt x="103" y="19"/>
                </a:moveTo>
                <a:cubicBezTo>
                  <a:pt x="82" y="19"/>
                  <a:pt x="62" y="12"/>
                  <a:pt x="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67"/>
                  <a:pt x="0" y="67"/>
                  <a:pt x="0" y="67"/>
                </a:cubicBezTo>
                <a:cubicBezTo>
                  <a:pt x="0" y="79"/>
                  <a:pt x="10" y="89"/>
                  <a:pt x="22" y="89"/>
                </a:cubicBezTo>
                <a:cubicBezTo>
                  <a:pt x="183" y="89"/>
                  <a:pt x="183" y="89"/>
                  <a:pt x="183" y="89"/>
                </a:cubicBezTo>
                <a:cubicBezTo>
                  <a:pt x="195" y="89"/>
                  <a:pt x="205" y="79"/>
                  <a:pt x="205" y="67"/>
                </a:cubicBezTo>
                <a:cubicBezTo>
                  <a:pt x="205" y="0"/>
                  <a:pt x="205" y="0"/>
                  <a:pt x="205" y="0"/>
                </a:cubicBezTo>
                <a:cubicBezTo>
                  <a:pt x="158" y="0"/>
                  <a:pt x="158" y="0"/>
                  <a:pt x="158" y="0"/>
                </a:cubicBezTo>
                <a:cubicBezTo>
                  <a:pt x="143" y="12"/>
                  <a:pt x="124" y="19"/>
                  <a:pt x="103" y="19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38" name="Freeform 137">
            <a:extLst>
              <a:ext uri="{FF2B5EF4-FFF2-40B4-BE49-F238E27FC236}">
                <a16:creationId xmlns:a16="http://schemas.microsoft.com/office/drawing/2014/main" id="{3117F5E7-F23E-488B-BB46-BD6B3A3CD8A9}"/>
              </a:ext>
            </a:extLst>
          </p:cNvPr>
          <p:cNvSpPr>
            <a:spLocks noGrp="1"/>
          </p:cNvSpPr>
          <p:nvPr/>
        </p:nvSpPr>
        <p:spPr>
          <a:xfrm>
            <a:off x="7073251" y="2958244"/>
            <a:ext cx="534547" cy="307501"/>
          </a:xfrm>
          <a:custGeom>
            <a:avLst/>
            <a:gdLst/>
            <a:ahLst/>
            <a:cxnLst/>
            <a:rect l="0" t="0" r="r" b="b"/>
            <a:pathLst>
              <a:path w="205" h="118">
                <a:moveTo>
                  <a:pt x="183" y="42"/>
                </a:moveTo>
                <a:cubicBezTo>
                  <a:pt x="180" y="42"/>
                  <a:pt x="180" y="42"/>
                  <a:pt x="180" y="42"/>
                </a:cubicBezTo>
                <a:cubicBezTo>
                  <a:pt x="154" y="42"/>
                  <a:pt x="154" y="42"/>
                  <a:pt x="154" y="42"/>
                </a:cubicBezTo>
                <a:cubicBezTo>
                  <a:pt x="154" y="22"/>
                  <a:pt x="154" y="22"/>
                  <a:pt x="154" y="22"/>
                </a:cubicBezTo>
                <a:cubicBezTo>
                  <a:pt x="154" y="10"/>
                  <a:pt x="144" y="0"/>
                  <a:pt x="132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61" y="0"/>
                  <a:pt x="51" y="10"/>
                  <a:pt x="51" y="22"/>
                </a:cubicBezTo>
                <a:cubicBezTo>
                  <a:pt x="51" y="42"/>
                  <a:pt x="51" y="42"/>
                  <a:pt x="51" y="42"/>
                </a:cubicBezTo>
                <a:cubicBezTo>
                  <a:pt x="25" y="42"/>
                  <a:pt x="25" y="42"/>
                  <a:pt x="25" y="42"/>
                </a:cubicBezTo>
                <a:cubicBezTo>
                  <a:pt x="22" y="42"/>
                  <a:pt x="22" y="42"/>
                  <a:pt x="22" y="42"/>
                </a:cubicBezTo>
                <a:cubicBezTo>
                  <a:pt x="10" y="42"/>
                  <a:pt x="0" y="52"/>
                  <a:pt x="0" y="64"/>
                </a:cubicBezTo>
                <a:cubicBezTo>
                  <a:pt x="0" y="101"/>
                  <a:pt x="0" y="101"/>
                  <a:pt x="0" y="101"/>
                </a:cubicBezTo>
                <a:cubicBezTo>
                  <a:pt x="54" y="101"/>
                  <a:pt x="54" y="101"/>
                  <a:pt x="54" y="101"/>
                </a:cubicBezTo>
                <a:cubicBezTo>
                  <a:pt x="67" y="112"/>
                  <a:pt x="84" y="118"/>
                  <a:pt x="103" y="118"/>
                </a:cubicBezTo>
                <a:cubicBezTo>
                  <a:pt x="121" y="118"/>
                  <a:pt x="138" y="112"/>
                  <a:pt x="151" y="101"/>
                </a:cubicBezTo>
                <a:cubicBezTo>
                  <a:pt x="205" y="101"/>
                  <a:pt x="205" y="101"/>
                  <a:pt x="205" y="101"/>
                </a:cubicBezTo>
                <a:cubicBezTo>
                  <a:pt x="205" y="64"/>
                  <a:pt x="205" y="64"/>
                  <a:pt x="205" y="64"/>
                </a:cubicBezTo>
                <a:cubicBezTo>
                  <a:pt x="205" y="52"/>
                  <a:pt x="195" y="42"/>
                  <a:pt x="183" y="42"/>
                </a:cubicBezTo>
                <a:close/>
                <a:moveTo>
                  <a:pt x="67" y="26"/>
                </a:moveTo>
                <a:cubicBezTo>
                  <a:pt x="67" y="22"/>
                  <a:pt x="67" y="22"/>
                  <a:pt x="67" y="22"/>
                </a:cubicBezTo>
                <a:cubicBezTo>
                  <a:pt x="67" y="19"/>
                  <a:pt x="70" y="17"/>
                  <a:pt x="73" y="17"/>
                </a:cubicBezTo>
                <a:cubicBezTo>
                  <a:pt x="132" y="17"/>
                  <a:pt x="132" y="17"/>
                  <a:pt x="132" y="17"/>
                </a:cubicBezTo>
                <a:cubicBezTo>
                  <a:pt x="135" y="17"/>
                  <a:pt x="138" y="19"/>
                  <a:pt x="138" y="22"/>
                </a:cubicBezTo>
                <a:cubicBezTo>
                  <a:pt x="138" y="26"/>
                  <a:pt x="138" y="26"/>
                  <a:pt x="138" y="26"/>
                </a:cubicBezTo>
                <a:cubicBezTo>
                  <a:pt x="138" y="42"/>
                  <a:pt x="138" y="42"/>
                  <a:pt x="138" y="42"/>
                </a:cubicBezTo>
                <a:cubicBezTo>
                  <a:pt x="67" y="42"/>
                  <a:pt x="67" y="42"/>
                  <a:pt x="67" y="42"/>
                </a:cubicBezTo>
                <a:lnTo>
                  <a:pt x="67" y="26"/>
                </a:lnTo>
                <a:close/>
                <a:moveTo>
                  <a:pt x="101" y="101"/>
                </a:moveTo>
                <a:cubicBezTo>
                  <a:pt x="92" y="101"/>
                  <a:pt x="85" y="94"/>
                  <a:pt x="85" y="86"/>
                </a:cubicBezTo>
                <a:cubicBezTo>
                  <a:pt x="85" y="77"/>
                  <a:pt x="92" y="70"/>
                  <a:pt x="101" y="70"/>
                </a:cubicBezTo>
                <a:cubicBezTo>
                  <a:pt x="110" y="70"/>
                  <a:pt x="117" y="77"/>
                  <a:pt x="117" y="86"/>
                </a:cubicBezTo>
                <a:cubicBezTo>
                  <a:pt x="117" y="94"/>
                  <a:pt x="110" y="101"/>
                  <a:pt x="101" y="101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6" name="Rectangle 89">
            <a:extLst>
              <a:ext uri="{FF2B5EF4-FFF2-40B4-BE49-F238E27FC236}">
                <a16:creationId xmlns:a16="http://schemas.microsoft.com/office/drawing/2014/main" id="{0CD01626-4621-4D13-9390-06FB9A740531}"/>
              </a:ext>
            </a:extLst>
          </p:cNvPr>
          <p:cNvSpPr>
            <a:spLocks noGrp="1"/>
          </p:cNvSpPr>
          <p:nvPr/>
        </p:nvSpPr>
        <p:spPr>
          <a:xfrm>
            <a:off x="8368385" y="2282740"/>
            <a:ext cx="2664033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48" name="Rectangle 89">
            <a:extLst>
              <a:ext uri="{FF2B5EF4-FFF2-40B4-BE49-F238E27FC236}">
                <a16:creationId xmlns:a16="http://schemas.microsoft.com/office/drawing/2014/main" id="{52D3FC28-5EBC-4DAF-A3CC-A87A60A95AFF}"/>
              </a:ext>
            </a:extLst>
          </p:cNvPr>
          <p:cNvSpPr>
            <a:spLocks noGrp="1"/>
          </p:cNvSpPr>
          <p:nvPr/>
        </p:nvSpPr>
        <p:spPr>
          <a:xfrm>
            <a:off x="8289449" y="4725384"/>
            <a:ext cx="2664033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FD9EF4B-B7B4-4E13-9B10-06BCFED1FEEC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36A6282-74CD-4188-8348-A2E825FF57A1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TextBox 62">
            <a:extLst>
              <a:ext uri="{FF2B5EF4-FFF2-40B4-BE49-F238E27FC236}">
                <a16:creationId xmlns:a16="http://schemas.microsoft.com/office/drawing/2014/main" id="{CE0C15EF-6E49-4B31-B1D3-EC4130CF4C3E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2440859-E2D1-4DA2-BCE7-44D199ADFE68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471827CA-1916-47EA-8018-8A7B8E787BA0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40DB55E-10BC-4B11-95C5-8B7D00F41107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7" name="kicker-marker">
            <a:extLst>
              <a:ext uri="{FF2B5EF4-FFF2-40B4-BE49-F238E27FC236}">
                <a16:creationId xmlns:a16="http://schemas.microsoft.com/office/drawing/2014/main" id="{1D90112C-FE66-4D50-8C00-20F05DE08BF9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kicker-label">
            <a:extLst>
              <a:ext uri="{FF2B5EF4-FFF2-40B4-BE49-F238E27FC236}">
                <a16:creationId xmlns:a16="http://schemas.microsoft.com/office/drawing/2014/main" id="{D64A2E0A-A3F2-4DD8-B783-F8CDF38C49F4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22 · SRS</a:t>
            </a:r>
          </a:p>
        </p:txBody>
      </p:sp>
      <p:sp>
        <p:nvSpPr>
          <p:cNvPr id="59" name="page-marker">
            <a:extLst>
              <a:ext uri="{FF2B5EF4-FFF2-40B4-BE49-F238E27FC236}">
                <a16:creationId xmlns:a16="http://schemas.microsoft.com/office/drawing/2014/main" id="{18F34956-FE28-402B-9091-46CF727B5307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23 / 31</a:t>
            </a:r>
          </a:p>
        </p:txBody>
      </p:sp>
      <p:sp>
        <p:nvSpPr>
          <p:cNvPr id="60" name="content-panel">
            <a:extLst>
              <a:ext uri="{FF2B5EF4-FFF2-40B4-BE49-F238E27FC236}">
                <a16:creationId xmlns:a16="http://schemas.microsoft.com/office/drawing/2014/main" id="{A7ADFA8F-4C5A-4722-B8AC-5D11E8F06270}"/>
              </a:ext>
            </a:extLst>
          </p:cNvPr>
          <p:cNvSpPr>
            <a:spLocks noGrp="1"/>
          </p:cNvSpPr>
          <p:nvPr/>
        </p:nvSpPr>
        <p:spPr>
          <a:xfrm>
            <a:off x="6391207" y="984043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claim-title">
            <a:extLst>
              <a:ext uri="{FF2B5EF4-FFF2-40B4-BE49-F238E27FC236}">
                <a16:creationId xmlns:a16="http://schemas.microsoft.com/office/drawing/2014/main" id="{0EAAE51E-5ED8-4BFE-AEC9-D6ACE89C7986}"/>
              </a:ext>
            </a:extLst>
          </p:cNvPr>
          <p:cNvSpPr>
            <a:spLocks noGrp="1"/>
          </p:cNvSpPr>
          <p:nvPr/>
        </p:nvSpPr>
        <p:spPr>
          <a:xfrm>
            <a:off x="6698743" y="1910797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需求来源与索引</a:t>
            </a:r>
          </a:p>
        </p:txBody>
      </p:sp>
      <p:sp>
        <p:nvSpPr>
          <p:cNvPr id="62" name="support-claim">
            <a:extLst>
              <a:ext uri="{FF2B5EF4-FFF2-40B4-BE49-F238E27FC236}">
                <a16:creationId xmlns:a16="http://schemas.microsoft.com/office/drawing/2014/main" id="{ED439C49-4135-45DD-9FCD-5E1808D4D4BC}"/>
              </a:ext>
            </a:extLst>
          </p:cNvPr>
          <p:cNvSpPr>
            <a:spLocks noGrp="1"/>
          </p:cNvSpPr>
          <p:nvPr/>
        </p:nvSpPr>
        <p:spPr>
          <a:xfrm>
            <a:off x="6698743" y="2558497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SRS Baseline 用于展示需求来源、索引和各部分之间的追踪关系。</a:t>
            </a:r>
          </a:p>
        </p:txBody>
      </p:sp>
      <p:sp>
        <p:nvSpPr>
          <p:cNvPr id="63" name="question-label">
            <a:extLst>
              <a:ext uri="{FF2B5EF4-FFF2-40B4-BE49-F238E27FC236}">
                <a16:creationId xmlns:a16="http://schemas.microsoft.com/office/drawing/2014/main" id="{3FBA04D2-D872-4669-91BD-039C8FBA8414}"/>
              </a:ext>
            </a:extLst>
          </p:cNvPr>
          <p:cNvSpPr>
            <a:spLocks noGrp="1"/>
          </p:cNvSpPr>
          <p:nvPr/>
        </p:nvSpPr>
        <p:spPr>
          <a:xfrm>
            <a:off x="6698743" y="3472897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64" name="question-text">
            <a:extLst>
              <a:ext uri="{FF2B5EF4-FFF2-40B4-BE49-F238E27FC236}">
                <a16:creationId xmlns:a16="http://schemas.microsoft.com/office/drawing/2014/main" id="{4744EFE1-2D48-4EBF-8546-02F440A2B154}"/>
              </a:ext>
            </a:extLst>
          </p:cNvPr>
          <p:cNvSpPr>
            <a:spLocks noGrp="1"/>
          </p:cNvSpPr>
          <p:nvPr/>
        </p:nvSpPr>
        <p:spPr>
          <a:xfrm>
            <a:off x="6698743" y="3853897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SRS 中是否对各类用户的需求表明了来源？各部分之间是否建立了链接关系或索引关系？</a:t>
            </a:r>
          </a:p>
        </p:txBody>
      </p:sp>
    </p:spTree>
    <p:extLst>
      <p:ext uri="{BB962C8B-B14F-4D97-AF65-F5344CB8AC3E}">
        <p14:creationId xmlns:p14="http://schemas.microsoft.com/office/powerpoint/2010/main" val="1071555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>
            <a:extLst>
              <a:ext uri="{FF2B5EF4-FFF2-40B4-BE49-F238E27FC236}">
                <a16:creationId xmlns:a16="http://schemas.microsoft.com/office/drawing/2014/main" id="{510F125D-636D-4851-9BD7-6029435B467A}"/>
              </a:ext>
            </a:extLst>
          </p:cNvPr>
          <p:cNvSpPr>
            <a:spLocks noGrp="1"/>
          </p:cNvSpPr>
          <p:nvPr/>
        </p:nvSpPr>
        <p:spPr>
          <a:xfrm rot="2700000">
            <a:off x="5017147" y="2058858"/>
            <a:ext cx="2924529" cy="292452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0EA7C2F-64FE-4690-98C8-E612055A0C7D}"/>
              </a:ext>
            </a:extLst>
          </p:cNvPr>
          <p:cNvSpPr>
            <a:spLocks noGrp="1"/>
          </p:cNvSpPr>
          <p:nvPr/>
        </p:nvSpPr>
        <p:spPr>
          <a:xfrm>
            <a:off x="4500484" y="1542194"/>
            <a:ext cx="3957855" cy="3957855"/>
          </a:xfrm>
          <a:prstGeom prst="ellipse">
            <a:avLst/>
          </a:prstGeom>
          <a:noFill/>
          <a:ln w="28575">
            <a:solidFill>
              <a:srgbClr val="1847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3F71FD6-9346-49A0-B168-26CB2A867BF0}"/>
              </a:ext>
            </a:extLst>
          </p:cNvPr>
          <p:cNvSpPr>
            <a:spLocks noGrp="1"/>
          </p:cNvSpPr>
          <p:nvPr/>
        </p:nvSpPr>
        <p:spPr>
          <a:xfrm>
            <a:off x="4979140" y="3103136"/>
            <a:ext cx="151884" cy="151884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F5B2AE1-9E3E-4027-BC80-122F8375A8CC}"/>
              </a:ext>
            </a:extLst>
          </p:cNvPr>
          <p:cNvSpPr>
            <a:spLocks noGrp="1"/>
          </p:cNvSpPr>
          <p:nvPr/>
        </p:nvSpPr>
        <p:spPr>
          <a:xfrm>
            <a:off x="4817965" y="2983732"/>
            <a:ext cx="3210955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64655CD-CCC3-4EBE-A1B3-C2829A2AB934}"/>
              </a:ext>
            </a:extLst>
          </p:cNvPr>
          <p:cNvSpPr>
            <a:spLocks noGrp="1"/>
          </p:cNvSpPr>
          <p:nvPr/>
        </p:nvSpPr>
        <p:spPr>
          <a:xfrm>
            <a:off x="5055341" y="3521119"/>
            <a:ext cx="2830224" cy="4697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20886A2-A637-4EA3-80B3-BD1022585258}"/>
              </a:ext>
            </a:extLst>
          </p:cNvPr>
          <p:cNvSpPr>
            <a:spLocks noGrp="1"/>
          </p:cNvSpPr>
          <p:nvPr/>
        </p:nvSpPr>
        <p:spPr>
          <a:xfrm rot="13500000">
            <a:off x="3226488" y="3811936"/>
            <a:ext cx="1342093" cy="1342095"/>
          </a:xfrm>
          <a:prstGeom prst="rect">
            <a:avLst/>
          </a:prstGeom>
          <a:solidFill>
            <a:srgbClr val="18478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5CF2235-B730-4F7F-BB3A-4CDDDB66FD4D}"/>
              </a:ext>
            </a:extLst>
          </p:cNvPr>
          <p:cNvSpPr>
            <a:spLocks noGrp="1"/>
          </p:cNvSpPr>
          <p:nvPr/>
        </p:nvSpPr>
        <p:spPr>
          <a:xfrm>
            <a:off x="3395107" y="3995150"/>
            <a:ext cx="88998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0" name="kicker-marker">
            <a:extLst>
              <a:ext uri="{FF2B5EF4-FFF2-40B4-BE49-F238E27FC236}">
                <a16:creationId xmlns:a16="http://schemas.microsoft.com/office/drawing/2014/main" id="{DC92A29B-59C9-4504-A7EE-9331F169977E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kicker-label">
            <a:extLst>
              <a:ext uri="{FF2B5EF4-FFF2-40B4-BE49-F238E27FC236}">
                <a16:creationId xmlns:a16="http://schemas.microsoft.com/office/drawing/2014/main" id="{B2559835-7BAF-484E-9ED1-1D6B7DD9A74F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23 · SRS</a:t>
            </a:r>
          </a:p>
        </p:txBody>
      </p:sp>
      <p:sp>
        <p:nvSpPr>
          <p:cNvPr id="32" name="page-marker">
            <a:extLst>
              <a:ext uri="{FF2B5EF4-FFF2-40B4-BE49-F238E27FC236}">
                <a16:creationId xmlns:a16="http://schemas.microsoft.com/office/drawing/2014/main" id="{1823928E-8332-4306-8395-813E14F209D7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24 / 31</a:t>
            </a:r>
          </a:p>
        </p:txBody>
      </p:sp>
      <p:sp>
        <p:nvSpPr>
          <p:cNvPr id="33" name="content-panel">
            <a:extLst>
              <a:ext uri="{FF2B5EF4-FFF2-40B4-BE49-F238E27FC236}">
                <a16:creationId xmlns:a16="http://schemas.microsoft.com/office/drawing/2014/main" id="{14C23B68-C81A-45D8-9D16-74BAAA00FF88}"/>
              </a:ext>
            </a:extLst>
          </p:cNvPr>
          <p:cNvSpPr>
            <a:spLocks noGrp="1"/>
          </p:cNvSpPr>
          <p:nvPr/>
        </p:nvSpPr>
        <p:spPr>
          <a:xfrm>
            <a:off x="447675" y="982827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claim-title">
            <a:extLst>
              <a:ext uri="{FF2B5EF4-FFF2-40B4-BE49-F238E27FC236}">
                <a16:creationId xmlns:a16="http://schemas.microsoft.com/office/drawing/2014/main" id="{68735DDD-0E05-4AA0-AD6F-71FD885DEF01}"/>
              </a:ext>
            </a:extLst>
          </p:cNvPr>
          <p:cNvSpPr>
            <a:spLocks noGrp="1"/>
          </p:cNvSpPr>
          <p:nvPr/>
        </p:nvSpPr>
        <p:spPr>
          <a:xfrm>
            <a:off x="714375" y="2123914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复杂关系统一建模</a:t>
            </a:r>
          </a:p>
        </p:txBody>
      </p:sp>
      <p:sp>
        <p:nvSpPr>
          <p:cNvPr id="35" name="support-claim">
            <a:extLst>
              <a:ext uri="{FF2B5EF4-FFF2-40B4-BE49-F238E27FC236}">
                <a16:creationId xmlns:a16="http://schemas.microsoft.com/office/drawing/2014/main" id="{E8CE3F2F-4914-449C-AD92-DC3FF66AF5D5}"/>
              </a:ext>
            </a:extLst>
          </p:cNvPr>
          <p:cNvSpPr>
            <a:spLocks noGrp="1"/>
          </p:cNvSpPr>
          <p:nvPr/>
        </p:nvSpPr>
        <p:spPr>
          <a:xfrm>
            <a:off x="714375" y="2771614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类图、时序图、活动图共同补充复杂需求关系分析。</a:t>
            </a:r>
          </a:p>
        </p:txBody>
      </p:sp>
      <p:sp>
        <p:nvSpPr>
          <p:cNvPr id="36" name="question-label">
            <a:extLst>
              <a:ext uri="{FF2B5EF4-FFF2-40B4-BE49-F238E27FC236}">
                <a16:creationId xmlns:a16="http://schemas.microsoft.com/office/drawing/2014/main" id="{C3EA80D9-8F1F-4B95-A6BD-FB7BB725D4DA}"/>
              </a:ext>
            </a:extLst>
          </p:cNvPr>
          <p:cNvSpPr>
            <a:spLocks noGrp="1"/>
          </p:cNvSpPr>
          <p:nvPr/>
        </p:nvSpPr>
        <p:spPr>
          <a:xfrm>
            <a:off x="714375" y="3686014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37" name="question-text">
            <a:extLst>
              <a:ext uri="{FF2B5EF4-FFF2-40B4-BE49-F238E27FC236}">
                <a16:creationId xmlns:a16="http://schemas.microsoft.com/office/drawing/2014/main" id="{26A325D1-8E43-4DD3-B55F-F876EF5C2872}"/>
              </a:ext>
            </a:extLst>
          </p:cNvPr>
          <p:cNvSpPr>
            <a:spLocks noGrp="1"/>
          </p:cNvSpPr>
          <p:nvPr/>
        </p:nvSpPr>
        <p:spPr>
          <a:xfrm>
            <a:off x="714375" y="4067014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针对需求的复杂关节，是否使用了 UML 工具进行了进一步的需求分析说明？具体是什么？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70FFCE-8F36-EBD5-A5C4-30B616CA93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3355" y="816215"/>
            <a:ext cx="3713409" cy="485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36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Rectangle 89">
            <a:extLst>
              <a:ext uri="{FF2B5EF4-FFF2-40B4-BE49-F238E27FC236}">
                <a16:creationId xmlns:a16="http://schemas.microsoft.com/office/drawing/2014/main" id="{2807C2D9-BBD9-432E-89EE-D3AC224B6CA9}"/>
              </a:ext>
            </a:extLst>
          </p:cNvPr>
          <p:cNvSpPr>
            <a:spLocks noGrp="1"/>
          </p:cNvSpPr>
          <p:nvPr/>
        </p:nvSpPr>
        <p:spPr>
          <a:xfrm>
            <a:off x="8622892" y="1533993"/>
            <a:ext cx="2664033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320" name="Rectangle 89">
            <a:extLst>
              <a:ext uri="{FF2B5EF4-FFF2-40B4-BE49-F238E27FC236}">
                <a16:creationId xmlns:a16="http://schemas.microsoft.com/office/drawing/2014/main" id="{8633666A-28B8-4F80-B638-C7FE38815177}"/>
              </a:ext>
            </a:extLst>
          </p:cNvPr>
          <p:cNvSpPr>
            <a:spLocks noGrp="1"/>
          </p:cNvSpPr>
          <p:nvPr/>
        </p:nvSpPr>
        <p:spPr>
          <a:xfrm>
            <a:off x="883788" y="2511418"/>
            <a:ext cx="2751063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321" name="Rectangle 89">
            <a:extLst>
              <a:ext uri="{FF2B5EF4-FFF2-40B4-BE49-F238E27FC236}">
                <a16:creationId xmlns:a16="http://schemas.microsoft.com/office/drawing/2014/main" id="{561F64D6-9A63-432F-A73E-378EF36074DF}"/>
              </a:ext>
            </a:extLst>
          </p:cNvPr>
          <p:cNvSpPr>
            <a:spLocks noGrp="1"/>
          </p:cNvSpPr>
          <p:nvPr/>
        </p:nvSpPr>
        <p:spPr>
          <a:xfrm>
            <a:off x="8622892" y="4712891"/>
            <a:ext cx="2664033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322" name="Rectangle 89">
            <a:extLst>
              <a:ext uri="{FF2B5EF4-FFF2-40B4-BE49-F238E27FC236}">
                <a16:creationId xmlns:a16="http://schemas.microsoft.com/office/drawing/2014/main" id="{DB0DE706-8D5B-46A5-A509-D3641AEBA015}"/>
              </a:ext>
            </a:extLst>
          </p:cNvPr>
          <p:cNvSpPr>
            <a:spLocks noGrp="1"/>
          </p:cNvSpPr>
          <p:nvPr/>
        </p:nvSpPr>
        <p:spPr>
          <a:xfrm>
            <a:off x="754669" y="4714692"/>
            <a:ext cx="2751063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07D3AE7B-00F4-4FA2-B02F-61ADED34526C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56F7CDCA-941E-4F1E-A0A4-2070276A0C5F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4" name="TextBox 62">
            <a:extLst>
              <a:ext uri="{FF2B5EF4-FFF2-40B4-BE49-F238E27FC236}">
                <a16:creationId xmlns:a16="http://schemas.microsoft.com/office/drawing/2014/main" id="{6F33956C-5DE6-4C38-A654-BE3DA8683E08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25" name="矩形 324">
            <a:extLst>
              <a:ext uri="{FF2B5EF4-FFF2-40B4-BE49-F238E27FC236}">
                <a16:creationId xmlns:a16="http://schemas.microsoft.com/office/drawing/2014/main" id="{7B10C448-A710-40E0-84B8-0EAB269A3201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26" name="圆角矩形 325">
            <a:extLst>
              <a:ext uri="{FF2B5EF4-FFF2-40B4-BE49-F238E27FC236}">
                <a16:creationId xmlns:a16="http://schemas.microsoft.com/office/drawing/2014/main" id="{446E8861-9E12-4485-B933-19C0D5A20A2B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6F4816AC-92BB-497B-894F-4A657095D42B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28" name="kicker-marker">
            <a:extLst>
              <a:ext uri="{FF2B5EF4-FFF2-40B4-BE49-F238E27FC236}">
                <a16:creationId xmlns:a16="http://schemas.microsoft.com/office/drawing/2014/main" id="{E57D16EF-46C5-4B88-ADD7-7CF607D5E088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9" name="kicker-label">
            <a:extLst>
              <a:ext uri="{FF2B5EF4-FFF2-40B4-BE49-F238E27FC236}">
                <a16:creationId xmlns:a16="http://schemas.microsoft.com/office/drawing/2014/main" id="{FD0D19EA-8356-4E5F-A36D-03D2C987CFA6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24 · SRS</a:t>
            </a:r>
          </a:p>
        </p:txBody>
      </p:sp>
      <p:sp>
        <p:nvSpPr>
          <p:cNvPr id="330" name="page-marker">
            <a:extLst>
              <a:ext uri="{FF2B5EF4-FFF2-40B4-BE49-F238E27FC236}">
                <a16:creationId xmlns:a16="http://schemas.microsoft.com/office/drawing/2014/main" id="{C6AF1957-400E-4362-8254-D2C04B8D53B1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25 / 31</a:t>
            </a:r>
          </a:p>
        </p:txBody>
      </p:sp>
      <p:sp>
        <p:nvSpPr>
          <p:cNvPr id="331" name="content-panel">
            <a:extLst>
              <a:ext uri="{FF2B5EF4-FFF2-40B4-BE49-F238E27FC236}">
                <a16:creationId xmlns:a16="http://schemas.microsoft.com/office/drawing/2014/main" id="{7FF3F30B-F7A4-4D2D-BE71-00A8938379AC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2" name="claim-title">
            <a:extLst>
              <a:ext uri="{FF2B5EF4-FFF2-40B4-BE49-F238E27FC236}">
                <a16:creationId xmlns:a16="http://schemas.microsoft.com/office/drawing/2014/main" id="{9AFE1428-8CCE-4BE7-A1E2-E18FB386D23B}"/>
              </a:ext>
            </a:extLst>
          </p:cNvPr>
          <p:cNvSpPr>
            <a:spLocks noGrp="1"/>
          </p:cNvSpPr>
          <p:nvPr/>
        </p:nvSpPr>
        <p:spPr>
          <a:xfrm>
            <a:off x="814919" y="2143308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UML 图匹配性</a:t>
            </a:r>
          </a:p>
        </p:txBody>
      </p:sp>
      <p:sp>
        <p:nvSpPr>
          <p:cNvPr id="333" name="support-claim">
            <a:extLst>
              <a:ext uri="{FF2B5EF4-FFF2-40B4-BE49-F238E27FC236}">
                <a16:creationId xmlns:a16="http://schemas.microsoft.com/office/drawing/2014/main" id="{44A14602-F006-473F-B75F-BEB1316B7100}"/>
              </a:ext>
            </a:extLst>
          </p:cNvPr>
          <p:cNvSpPr>
            <a:spLocks noGrp="1"/>
          </p:cNvSpPr>
          <p:nvPr/>
        </p:nvSpPr>
        <p:spPr>
          <a:xfrm>
            <a:off x="814919" y="2791008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SRS 与 UML 图件一起支撑需求对象、关系与行为描述的匹配性。</a:t>
            </a:r>
          </a:p>
        </p:txBody>
      </p:sp>
      <p:sp>
        <p:nvSpPr>
          <p:cNvPr id="334" name="question-label">
            <a:extLst>
              <a:ext uri="{FF2B5EF4-FFF2-40B4-BE49-F238E27FC236}">
                <a16:creationId xmlns:a16="http://schemas.microsoft.com/office/drawing/2014/main" id="{A370D2F4-08D1-4237-8FE0-28A989BF3630}"/>
              </a:ext>
            </a:extLst>
          </p:cNvPr>
          <p:cNvSpPr>
            <a:spLocks noGrp="1"/>
          </p:cNvSpPr>
          <p:nvPr/>
        </p:nvSpPr>
        <p:spPr>
          <a:xfrm>
            <a:off x="814919" y="3705408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335" name="question-text">
            <a:extLst>
              <a:ext uri="{FF2B5EF4-FFF2-40B4-BE49-F238E27FC236}">
                <a16:creationId xmlns:a16="http://schemas.microsoft.com/office/drawing/2014/main" id="{A216B38B-2AAE-4D65-9942-B538D5F9761C}"/>
              </a:ext>
            </a:extLst>
          </p:cNvPr>
          <p:cNvSpPr>
            <a:spLocks noGrp="1"/>
          </p:cNvSpPr>
          <p:nvPr/>
        </p:nvSpPr>
        <p:spPr>
          <a:xfrm>
            <a:off x="814919" y="4086408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对描述需求所使用的 UML 图例是否与需求对象合适、匹配？描述是否准确？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74CD349-9CFC-D98B-AD5D-A9D2B22ABC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669" y="2079992"/>
            <a:ext cx="4518156" cy="263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714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60AEDA2-C478-4750-BA24-7D17F5E2FCCB}"/>
              </a:ext>
            </a:extLst>
          </p:cNvPr>
          <p:cNvSpPr>
            <a:spLocks noGrp="1"/>
          </p:cNvSpPr>
          <p:nvPr/>
        </p:nvSpPr>
        <p:spPr>
          <a:xfrm>
            <a:off x="0" y="1855694"/>
            <a:ext cx="12192000" cy="3778623"/>
          </a:xfrm>
          <a:prstGeom prst="rect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89">
            <a:extLst>
              <a:ext uri="{FF2B5EF4-FFF2-40B4-BE49-F238E27FC236}">
                <a16:creationId xmlns:a16="http://schemas.microsoft.com/office/drawing/2014/main" id="{A51DF929-0123-42DB-9E49-EB032D4A35CE}"/>
              </a:ext>
            </a:extLst>
          </p:cNvPr>
          <p:cNvSpPr>
            <a:spLocks noGrp="1"/>
          </p:cNvSpPr>
          <p:nvPr/>
        </p:nvSpPr>
        <p:spPr>
          <a:xfrm>
            <a:off x="848401" y="2461441"/>
            <a:ext cx="3505732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13" name="Rectangle 89">
            <a:extLst>
              <a:ext uri="{FF2B5EF4-FFF2-40B4-BE49-F238E27FC236}">
                <a16:creationId xmlns:a16="http://schemas.microsoft.com/office/drawing/2014/main" id="{659E7C4D-C37C-46B5-A03E-12B58C45219A}"/>
              </a:ext>
            </a:extLst>
          </p:cNvPr>
          <p:cNvSpPr>
            <a:spLocks noGrp="1"/>
          </p:cNvSpPr>
          <p:nvPr/>
        </p:nvSpPr>
        <p:spPr>
          <a:xfrm>
            <a:off x="848401" y="3834944"/>
            <a:ext cx="3505732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21" name="Shape 1645">
            <a:extLst>
              <a:ext uri="{FF2B5EF4-FFF2-40B4-BE49-F238E27FC236}">
                <a16:creationId xmlns:a16="http://schemas.microsoft.com/office/drawing/2014/main" id="{628E888E-B2E5-4DF3-ABDD-7CD40E826228}"/>
              </a:ext>
            </a:extLst>
          </p:cNvPr>
          <p:cNvSpPr>
            <a:spLocks noGrp="1"/>
          </p:cNvSpPr>
          <p:nvPr/>
        </p:nvSpPr>
        <p:spPr>
          <a:xfrm>
            <a:off x="5287477" y="4193802"/>
            <a:ext cx="412781" cy="412781"/>
          </a:xfrm>
          <a:custGeom>
            <a:avLst/>
            <a:gdLst/>
            <a:ahLst/>
            <a:cxnLst/>
            <a:rect l="0" t="0" r="r" b="b"/>
            <a:pathLst>
              <a:path w="20512" h="21600">
                <a:moveTo>
                  <a:pt x="13692" y="8626"/>
                </a:moveTo>
                <a:lnTo>
                  <a:pt x="12040" y="10330"/>
                </a:lnTo>
                <a:cubicBezTo>
                  <a:pt x="12133" y="10461"/>
                  <a:pt x="12223" y="10598"/>
                  <a:pt x="12309" y="10739"/>
                </a:cubicBezTo>
                <a:cubicBezTo>
                  <a:pt x="13857" y="13353"/>
                  <a:pt x="13057" y="16782"/>
                  <a:pt x="10523" y="18381"/>
                </a:cubicBezTo>
                <a:cubicBezTo>
                  <a:pt x="9676" y="18917"/>
                  <a:pt x="8707" y="19199"/>
                  <a:pt x="7721" y="19199"/>
                </a:cubicBezTo>
                <a:cubicBezTo>
                  <a:pt x="5825" y="19199"/>
                  <a:pt x="4105" y="18206"/>
                  <a:pt x="3118" y="16540"/>
                </a:cubicBezTo>
                <a:cubicBezTo>
                  <a:pt x="2367" y="15274"/>
                  <a:pt x="2141" y="13783"/>
                  <a:pt x="2477" y="12337"/>
                </a:cubicBezTo>
                <a:cubicBezTo>
                  <a:pt x="2815" y="10895"/>
                  <a:pt x="3674" y="9673"/>
                  <a:pt x="4902" y="8899"/>
                </a:cubicBezTo>
                <a:cubicBezTo>
                  <a:pt x="5751" y="8364"/>
                  <a:pt x="6720" y="8081"/>
                  <a:pt x="7707" y="8081"/>
                </a:cubicBezTo>
                <a:cubicBezTo>
                  <a:pt x="8723" y="8081"/>
                  <a:pt x="9686" y="8368"/>
                  <a:pt x="10517" y="8891"/>
                </a:cubicBezTo>
                <a:lnTo>
                  <a:pt x="9430" y="10070"/>
                </a:lnTo>
                <a:cubicBezTo>
                  <a:pt x="8906" y="9801"/>
                  <a:pt x="8322" y="9649"/>
                  <a:pt x="7711" y="9649"/>
                </a:cubicBezTo>
                <a:cubicBezTo>
                  <a:pt x="7000" y="9649"/>
                  <a:pt x="6303" y="9853"/>
                  <a:pt x="5695" y="10236"/>
                </a:cubicBezTo>
                <a:cubicBezTo>
                  <a:pt x="3875" y="11384"/>
                  <a:pt x="3302" y="13845"/>
                  <a:pt x="4414" y="15722"/>
                </a:cubicBezTo>
                <a:cubicBezTo>
                  <a:pt x="5123" y="16918"/>
                  <a:pt x="6358" y="17632"/>
                  <a:pt x="7715" y="17632"/>
                </a:cubicBezTo>
                <a:cubicBezTo>
                  <a:pt x="8425" y="17632"/>
                  <a:pt x="9122" y="17428"/>
                  <a:pt x="9730" y="17045"/>
                </a:cubicBezTo>
                <a:cubicBezTo>
                  <a:pt x="10611" y="16490"/>
                  <a:pt x="11230" y="15614"/>
                  <a:pt x="11471" y="14577"/>
                </a:cubicBezTo>
                <a:cubicBezTo>
                  <a:pt x="11713" y="13538"/>
                  <a:pt x="11550" y="12468"/>
                  <a:pt x="11010" y="11560"/>
                </a:cubicBezTo>
                <a:cubicBezTo>
                  <a:pt x="10991" y="11525"/>
                  <a:pt x="10967" y="11494"/>
                  <a:pt x="10946" y="11460"/>
                </a:cubicBezTo>
                <a:lnTo>
                  <a:pt x="8192" y="14304"/>
                </a:lnTo>
                <a:cubicBezTo>
                  <a:pt x="8116" y="14383"/>
                  <a:pt x="8016" y="14422"/>
                  <a:pt x="7917" y="14422"/>
                </a:cubicBezTo>
                <a:cubicBezTo>
                  <a:pt x="7819" y="14422"/>
                  <a:pt x="7718" y="14383"/>
                  <a:pt x="7644" y="14304"/>
                </a:cubicBezTo>
                <a:cubicBezTo>
                  <a:pt x="7490" y="14146"/>
                  <a:pt x="7490" y="13895"/>
                  <a:pt x="7644" y="13739"/>
                </a:cubicBezTo>
                <a:lnTo>
                  <a:pt x="17851" y="3203"/>
                </a:lnTo>
                <a:lnTo>
                  <a:pt x="17079" y="2942"/>
                </a:lnTo>
                <a:lnTo>
                  <a:pt x="15933" y="0"/>
                </a:lnTo>
                <a:lnTo>
                  <a:pt x="11871" y="4408"/>
                </a:lnTo>
                <a:lnTo>
                  <a:pt x="12605" y="6622"/>
                </a:lnTo>
                <a:lnTo>
                  <a:pt x="12142" y="7125"/>
                </a:lnTo>
                <a:cubicBezTo>
                  <a:pt x="10838" y="6182"/>
                  <a:pt x="9285" y="5680"/>
                  <a:pt x="7706" y="5680"/>
                </a:cubicBezTo>
                <a:cubicBezTo>
                  <a:pt x="6334" y="5680"/>
                  <a:pt x="4945" y="6058"/>
                  <a:pt x="3690" y="6850"/>
                </a:cubicBezTo>
                <a:cubicBezTo>
                  <a:pt x="56" y="9143"/>
                  <a:pt x="-1088" y="14042"/>
                  <a:pt x="1135" y="17791"/>
                </a:cubicBezTo>
                <a:cubicBezTo>
                  <a:pt x="2588" y="20245"/>
                  <a:pt x="5125" y="21600"/>
                  <a:pt x="7722" y="21600"/>
                </a:cubicBezTo>
                <a:cubicBezTo>
                  <a:pt x="9093" y="21600"/>
                  <a:pt x="10482" y="21221"/>
                  <a:pt x="11738" y="20430"/>
                </a:cubicBezTo>
                <a:cubicBezTo>
                  <a:pt x="15371" y="18135"/>
                  <a:pt x="16514" y="13237"/>
                  <a:pt x="14292" y="9487"/>
                </a:cubicBezTo>
                <a:cubicBezTo>
                  <a:pt x="14111" y="9179"/>
                  <a:pt x="13906" y="8898"/>
                  <a:pt x="13692" y="8626"/>
                </a:cubicBezTo>
                <a:moveTo>
                  <a:pt x="18676" y="3481"/>
                </a:moveTo>
                <a:lnTo>
                  <a:pt x="14381" y="7915"/>
                </a:lnTo>
                <a:lnTo>
                  <a:pt x="16451" y="8512"/>
                </a:lnTo>
                <a:lnTo>
                  <a:pt x="20512" y="4103"/>
                </a:lnTo>
                <a:lnTo>
                  <a:pt x="18676" y="3481"/>
                </a:lnTo>
                <a:close/>
              </a:path>
            </a:pathLst>
          </a:custGeom>
          <a:solidFill>
            <a:srgbClr val="18478F"/>
          </a:solidFill>
          <a:ln w="12700"/>
        </p:spPr>
        <p:txBody>
          <a:bodyPr lIns="38100" tIns="38100" rIns="381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</a:defRPr>
            </a:pPr>
            <a:endParaRPr/>
          </a:p>
        </p:txBody>
      </p:sp>
      <p:sp>
        <p:nvSpPr>
          <p:cNvPr id="23" name="Shape 1647">
            <a:extLst>
              <a:ext uri="{FF2B5EF4-FFF2-40B4-BE49-F238E27FC236}">
                <a16:creationId xmlns:a16="http://schemas.microsoft.com/office/drawing/2014/main" id="{45AF328C-211F-4DDD-92D0-60F18A86A653}"/>
              </a:ext>
            </a:extLst>
          </p:cNvPr>
          <p:cNvSpPr>
            <a:spLocks noGrp="1"/>
          </p:cNvSpPr>
          <p:nvPr/>
        </p:nvSpPr>
        <p:spPr>
          <a:xfrm>
            <a:off x="5338957" y="3032186"/>
            <a:ext cx="307947" cy="19843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ln w="12700">
            <a:noFill/>
          </a:ln>
        </p:spPr>
        <p:txBody>
          <a:bodyPr lIns="38100" tIns="38100" rIns="381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</a:defRPr>
            </a:pPr>
            <a:endParaRPr/>
          </a:p>
        </p:txBody>
      </p:sp>
      <p:sp>
        <p:nvSpPr>
          <p:cNvPr id="28" name="Shape 1648">
            <a:extLst>
              <a:ext uri="{FF2B5EF4-FFF2-40B4-BE49-F238E27FC236}">
                <a16:creationId xmlns:a16="http://schemas.microsoft.com/office/drawing/2014/main" id="{31B81604-DF0D-4CE5-8FC3-0BF03344AFFC}"/>
              </a:ext>
            </a:extLst>
          </p:cNvPr>
          <p:cNvSpPr>
            <a:spLocks noGrp="1"/>
          </p:cNvSpPr>
          <p:nvPr/>
        </p:nvSpPr>
        <p:spPr>
          <a:xfrm>
            <a:off x="5313685" y="2864641"/>
            <a:ext cx="360365" cy="24523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5023" y="21600"/>
                </a:lnTo>
                <a:lnTo>
                  <a:pt x="6823" y="18190"/>
                </a:lnTo>
                <a:lnTo>
                  <a:pt x="2314" y="18190"/>
                </a:lnTo>
                <a:lnTo>
                  <a:pt x="2314" y="3410"/>
                </a:lnTo>
                <a:lnTo>
                  <a:pt x="19286" y="3410"/>
                </a:lnTo>
                <a:lnTo>
                  <a:pt x="19286" y="18190"/>
                </a:lnTo>
                <a:lnTo>
                  <a:pt x="14777" y="18190"/>
                </a:lnTo>
                <a:lnTo>
                  <a:pt x="16577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ln w="12700">
            <a:noFill/>
          </a:ln>
        </p:spPr>
        <p:txBody>
          <a:bodyPr lIns="38100" tIns="38100" rIns="38100" bIns="381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</a:defRPr>
            </a:pPr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8B8553B-CABC-46A7-8B95-EFC5AA8E3EFC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1089A85-0DF5-46DB-9931-3611B8A85A35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62">
            <a:extLst>
              <a:ext uri="{FF2B5EF4-FFF2-40B4-BE49-F238E27FC236}">
                <a16:creationId xmlns:a16="http://schemas.microsoft.com/office/drawing/2014/main" id="{4B034113-D24A-4C06-8584-0DC2D0799921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B7E86A8-43BB-4685-BC86-99AA028AC18D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233E1967-8832-4405-9A4F-2E5CF137A4F5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7BC01B2-B678-4950-B0DF-E3913B60CB9C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6" name="kicker-marker">
            <a:extLst>
              <a:ext uri="{FF2B5EF4-FFF2-40B4-BE49-F238E27FC236}">
                <a16:creationId xmlns:a16="http://schemas.microsoft.com/office/drawing/2014/main" id="{AF012318-67A6-424D-BC24-F77165BCE0CC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kicker-label">
            <a:extLst>
              <a:ext uri="{FF2B5EF4-FFF2-40B4-BE49-F238E27FC236}">
                <a16:creationId xmlns:a16="http://schemas.microsoft.com/office/drawing/2014/main" id="{3F08BE3C-BF22-41F4-971E-C0A7BE8E7E81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25 · 测试</a:t>
            </a:r>
          </a:p>
        </p:txBody>
      </p:sp>
      <p:sp>
        <p:nvSpPr>
          <p:cNvPr id="38" name="page-marker">
            <a:extLst>
              <a:ext uri="{FF2B5EF4-FFF2-40B4-BE49-F238E27FC236}">
                <a16:creationId xmlns:a16="http://schemas.microsoft.com/office/drawing/2014/main" id="{498E0D8E-FEFD-4974-A099-7887A8811351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26 / 31</a:t>
            </a:r>
          </a:p>
        </p:txBody>
      </p:sp>
      <p:sp>
        <p:nvSpPr>
          <p:cNvPr id="39" name="content-panel">
            <a:extLst>
              <a:ext uri="{FF2B5EF4-FFF2-40B4-BE49-F238E27FC236}">
                <a16:creationId xmlns:a16="http://schemas.microsoft.com/office/drawing/2014/main" id="{0980618E-1C98-4155-A87B-742CFDF30F57}"/>
              </a:ext>
            </a:extLst>
          </p:cNvPr>
          <p:cNvSpPr>
            <a:spLocks noGrp="1"/>
          </p:cNvSpPr>
          <p:nvPr/>
        </p:nvSpPr>
        <p:spPr>
          <a:xfrm>
            <a:off x="6410325" y="984043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claim-title">
            <a:extLst>
              <a:ext uri="{FF2B5EF4-FFF2-40B4-BE49-F238E27FC236}">
                <a16:creationId xmlns:a16="http://schemas.microsoft.com/office/drawing/2014/main" id="{17DE94F2-F1B6-41B9-A1D1-A220CE7EB60C}"/>
              </a:ext>
            </a:extLst>
          </p:cNvPr>
          <p:cNvSpPr>
            <a:spLocks noGrp="1"/>
          </p:cNvSpPr>
          <p:nvPr/>
        </p:nvSpPr>
        <p:spPr>
          <a:xfrm>
            <a:off x="6810375" y="2080662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测试用例提交</a:t>
            </a:r>
          </a:p>
        </p:txBody>
      </p:sp>
      <p:sp>
        <p:nvSpPr>
          <p:cNvPr id="41" name="support-claim">
            <a:extLst>
              <a:ext uri="{FF2B5EF4-FFF2-40B4-BE49-F238E27FC236}">
                <a16:creationId xmlns:a16="http://schemas.microsoft.com/office/drawing/2014/main" id="{08364BAE-C2A3-4BE0-AB6B-AC6173508EE6}"/>
              </a:ext>
            </a:extLst>
          </p:cNvPr>
          <p:cNvSpPr>
            <a:spLocks noGrp="1"/>
          </p:cNvSpPr>
          <p:nvPr/>
        </p:nvSpPr>
        <p:spPr>
          <a:xfrm>
            <a:off x="6810375" y="2728362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测试用例文档作为需求验证与 Test Case 模板证据。</a:t>
            </a:r>
          </a:p>
        </p:txBody>
      </p:sp>
      <p:sp>
        <p:nvSpPr>
          <p:cNvPr id="42" name="question-label">
            <a:extLst>
              <a:ext uri="{FF2B5EF4-FFF2-40B4-BE49-F238E27FC236}">
                <a16:creationId xmlns:a16="http://schemas.microsoft.com/office/drawing/2014/main" id="{242018EB-C1DC-44BB-A55F-CB3B32BE2538}"/>
              </a:ext>
            </a:extLst>
          </p:cNvPr>
          <p:cNvSpPr>
            <a:spLocks noGrp="1"/>
          </p:cNvSpPr>
          <p:nvPr/>
        </p:nvSpPr>
        <p:spPr>
          <a:xfrm>
            <a:off x="6810375" y="3642762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43" name="question-text">
            <a:extLst>
              <a:ext uri="{FF2B5EF4-FFF2-40B4-BE49-F238E27FC236}">
                <a16:creationId xmlns:a16="http://schemas.microsoft.com/office/drawing/2014/main" id="{4D69E811-1819-429C-B76D-DAF57C6AF58B}"/>
              </a:ext>
            </a:extLst>
          </p:cNvPr>
          <p:cNvSpPr>
            <a:spLocks noGrp="1"/>
          </p:cNvSpPr>
          <p:nvPr/>
        </p:nvSpPr>
        <p:spPr>
          <a:xfrm>
            <a:off x="6810375" y="4023762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是否可以独立地测试和验证每个需求？是否提交了 Test Case？是否采用模版？</a:t>
            </a:r>
          </a:p>
        </p:txBody>
      </p:sp>
      <p:sp>
        <p:nvSpPr>
          <p:cNvPr id="46" name="proof-frame">
            <a:extLst>
              <a:ext uri="{FF2B5EF4-FFF2-40B4-BE49-F238E27FC236}">
                <a16:creationId xmlns:a16="http://schemas.microsoft.com/office/drawing/2014/main" id="{AD497FF3-E23A-42A3-AE8E-3AE87D29EED9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74D068A-4E77-B41F-8C2C-0B20F8EB2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2346" y="1279165"/>
            <a:ext cx="2125608" cy="415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18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E7944C60-CAC8-4A37-B5AF-969620D6DFEE}"/>
              </a:ext>
            </a:extLst>
          </p:cNvPr>
          <p:cNvSpPr>
            <a:spLocks noGrp="1"/>
          </p:cNvSpPr>
          <p:nvPr/>
        </p:nvSpPr>
        <p:spPr>
          <a:xfrm rot="2700000">
            <a:off x="5426917" y="1762551"/>
            <a:ext cx="1445801" cy="14458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等腰三角形 19">
            <a:extLst>
              <a:ext uri="{FF2B5EF4-FFF2-40B4-BE49-F238E27FC236}">
                <a16:creationId xmlns:a16="http://schemas.microsoft.com/office/drawing/2014/main" id="{EB3C076D-A683-4CBD-98E6-CB8917484387}"/>
              </a:ext>
            </a:extLst>
          </p:cNvPr>
          <p:cNvSpPr>
            <a:spLocks noGrp="1"/>
          </p:cNvSpPr>
          <p:nvPr/>
        </p:nvSpPr>
        <p:spPr>
          <a:xfrm rot="10800000">
            <a:off x="5175474" y="2627734"/>
            <a:ext cx="1948687" cy="963867"/>
          </a:xfrm>
          <a:prstGeom prst="triangl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E30D388-A3BB-4966-8148-2E3E05ADDC7F}"/>
              </a:ext>
            </a:extLst>
          </p:cNvPr>
          <p:cNvSpPr>
            <a:spLocks noGrp="1"/>
          </p:cNvSpPr>
          <p:nvPr/>
        </p:nvSpPr>
        <p:spPr>
          <a:xfrm rot="8100000">
            <a:off x="6847822" y="3193934"/>
            <a:ext cx="1445800" cy="1445801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D50061E4-BE14-456A-93A6-3FB10AF1BE51}"/>
              </a:ext>
            </a:extLst>
          </p:cNvPr>
          <p:cNvSpPr>
            <a:spLocks noGrp="1"/>
          </p:cNvSpPr>
          <p:nvPr/>
        </p:nvSpPr>
        <p:spPr>
          <a:xfrm rot="16200000">
            <a:off x="5972162" y="3434901"/>
            <a:ext cx="1948687" cy="963867"/>
          </a:xfrm>
          <a:prstGeom prst="triangl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EA12782-1608-4637-AC11-7DC270C51469}"/>
              </a:ext>
            </a:extLst>
          </p:cNvPr>
          <p:cNvSpPr>
            <a:spLocks noGrp="1"/>
          </p:cNvSpPr>
          <p:nvPr/>
        </p:nvSpPr>
        <p:spPr>
          <a:xfrm rot="13500000">
            <a:off x="5388503" y="4560463"/>
            <a:ext cx="1445801" cy="14458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等腰三角形 27">
            <a:extLst>
              <a:ext uri="{FF2B5EF4-FFF2-40B4-BE49-F238E27FC236}">
                <a16:creationId xmlns:a16="http://schemas.microsoft.com/office/drawing/2014/main" id="{5F7CB685-FC59-4CD5-9E90-7F8FD2965941}"/>
              </a:ext>
            </a:extLst>
          </p:cNvPr>
          <p:cNvSpPr>
            <a:spLocks noGrp="1"/>
          </p:cNvSpPr>
          <p:nvPr/>
        </p:nvSpPr>
        <p:spPr>
          <a:xfrm>
            <a:off x="5137060" y="4177213"/>
            <a:ext cx="1948687" cy="963867"/>
          </a:xfrm>
          <a:prstGeom prst="triangl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9C6A297-4E03-47D6-BCD9-F687254C5A41}"/>
              </a:ext>
            </a:extLst>
          </p:cNvPr>
          <p:cNvSpPr>
            <a:spLocks noGrp="1"/>
          </p:cNvSpPr>
          <p:nvPr/>
        </p:nvSpPr>
        <p:spPr>
          <a:xfrm rot="18900000">
            <a:off x="3990975" y="3187905"/>
            <a:ext cx="1445800" cy="1445801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等腰三角形 29">
            <a:extLst>
              <a:ext uri="{FF2B5EF4-FFF2-40B4-BE49-F238E27FC236}">
                <a16:creationId xmlns:a16="http://schemas.microsoft.com/office/drawing/2014/main" id="{2C1463D0-2364-42B7-B4B8-124C3449C54E}"/>
              </a:ext>
            </a:extLst>
          </p:cNvPr>
          <p:cNvSpPr>
            <a:spLocks noGrp="1"/>
          </p:cNvSpPr>
          <p:nvPr/>
        </p:nvSpPr>
        <p:spPr>
          <a:xfrm rot="5400000">
            <a:off x="4363748" y="3428871"/>
            <a:ext cx="1948687" cy="963867"/>
          </a:xfrm>
          <a:prstGeom prst="triangl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65A6CEF-041B-45EE-A5A0-E0A8349F2556}"/>
              </a:ext>
            </a:extLst>
          </p:cNvPr>
          <p:cNvSpPr>
            <a:spLocks noGrp="1"/>
          </p:cNvSpPr>
          <p:nvPr/>
        </p:nvSpPr>
        <p:spPr>
          <a:xfrm>
            <a:off x="5753916" y="2660698"/>
            <a:ext cx="6523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0D635FC-94EF-4D61-9C38-18FA539A90EF}"/>
              </a:ext>
            </a:extLst>
          </p:cNvPr>
          <p:cNvSpPr>
            <a:spLocks noGrp="1"/>
          </p:cNvSpPr>
          <p:nvPr/>
        </p:nvSpPr>
        <p:spPr>
          <a:xfrm>
            <a:off x="6734578" y="3670134"/>
            <a:ext cx="6523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102B9E-576C-41B6-B2FA-44D6D552C955}"/>
              </a:ext>
            </a:extLst>
          </p:cNvPr>
          <p:cNvSpPr>
            <a:spLocks noGrp="1"/>
          </p:cNvSpPr>
          <p:nvPr/>
        </p:nvSpPr>
        <p:spPr>
          <a:xfrm>
            <a:off x="5736211" y="4520962"/>
            <a:ext cx="6523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50C27FE-1E70-4FC2-99BE-60241E0E7FEB}"/>
              </a:ext>
            </a:extLst>
          </p:cNvPr>
          <p:cNvSpPr>
            <a:spLocks noGrp="1"/>
          </p:cNvSpPr>
          <p:nvPr/>
        </p:nvSpPr>
        <p:spPr>
          <a:xfrm>
            <a:off x="4890765" y="4396144"/>
            <a:ext cx="6523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1" name="Freeform 9">
            <a:extLst>
              <a:ext uri="{FF2B5EF4-FFF2-40B4-BE49-F238E27FC236}">
                <a16:creationId xmlns:a16="http://schemas.microsoft.com/office/drawing/2014/main" id="{0A347C15-6125-4209-AAA0-3DC82F749A9C}"/>
              </a:ext>
            </a:extLst>
          </p:cNvPr>
          <p:cNvSpPr>
            <a:spLocks noGrp="1"/>
          </p:cNvSpPr>
          <p:nvPr/>
        </p:nvSpPr>
        <p:spPr>
          <a:xfrm>
            <a:off x="7701428" y="3564360"/>
            <a:ext cx="389632" cy="427491"/>
          </a:xfrm>
          <a:custGeom>
            <a:avLst/>
            <a:gdLst/>
            <a:ahLst/>
            <a:cxnLst/>
            <a:rect l="0" t="0" r="r" b="b"/>
            <a:pathLst>
              <a:path w="149" h="163">
                <a:moveTo>
                  <a:pt x="108" y="163"/>
                </a:moveTo>
                <a:cubicBezTo>
                  <a:pt x="35" y="163"/>
                  <a:pt x="35" y="163"/>
                  <a:pt x="35" y="163"/>
                </a:cubicBezTo>
                <a:cubicBezTo>
                  <a:pt x="35" y="158"/>
                  <a:pt x="35" y="158"/>
                  <a:pt x="35" y="158"/>
                </a:cubicBezTo>
                <a:cubicBezTo>
                  <a:pt x="34" y="153"/>
                  <a:pt x="32" y="144"/>
                  <a:pt x="30" y="142"/>
                </a:cubicBezTo>
                <a:cubicBezTo>
                  <a:pt x="28" y="137"/>
                  <a:pt x="24" y="132"/>
                  <a:pt x="21" y="127"/>
                </a:cubicBezTo>
                <a:cubicBezTo>
                  <a:pt x="11" y="112"/>
                  <a:pt x="0" y="95"/>
                  <a:pt x="0" y="74"/>
                </a:cubicBezTo>
                <a:cubicBezTo>
                  <a:pt x="0" y="33"/>
                  <a:pt x="33" y="0"/>
                  <a:pt x="74" y="0"/>
                </a:cubicBezTo>
                <a:cubicBezTo>
                  <a:pt x="115" y="0"/>
                  <a:pt x="149" y="33"/>
                  <a:pt x="149" y="74"/>
                </a:cubicBezTo>
                <a:cubicBezTo>
                  <a:pt x="149" y="95"/>
                  <a:pt x="138" y="112"/>
                  <a:pt x="127" y="127"/>
                </a:cubicBezTo>
                <a:cubicBezTo>
                  <a:pt x="124" y="132"/>
                  <a:pt x="121" y="137"/>
                  <a:pt x="118" y="142"/>
                </a:cubicBezTo>
                <a:cubicBezTo>
                  <a:pt x="117" y="144"/>
                  <a:pt x="115" y="153"/>
                  <a:pt x="114" y="158"/>
                </a:cubicBezTo>
                <a:cubicBezTo>
                  <a:pt x="113" y="163"/>
                  <a:pt x="113" y="163"/>
                  <a:pt x="113" y="163"/>
                </a:cubicBezTo>
                <a:lnTo>
                  <a:pt x="108" y="163"/>
                </a:lnTo>
                <a:close/>
                <a:moveTo>
                  <a:pt x="46" y="151"/>
                </a:moveTo>
                <a:cubicBezTo>
                  <a:pt x="103" y="151"/>
                  <a:pt x="103" y="151"/>
                  <a:pt x="103" y="151"/>
                </a:cubicBezTo>
                <a:cubicBezTo>
                  <a:pt x="104" y="146"/>
                  <a:pt x="105" y="139"/>
                  <a:pt x="108" y="136"/>
                </a:cubicBezTo>
                <a:cubicBezTo>
                  <a:pt x="111" y="130"/>
                  <a:pt x="114" y="125"/>
                  <a:pt x="117" y="120"/>
                </a:cubicBezTo>
                <a:cubicBezTo>
                  <a:pt x="127" y="106"/>
                  <a:pt x="136" y="92"/>
                  <a:pt x="136" y="74"/>
                </a:cubicBezTo>
                <a:cubicBezTo>
                  <a:pt x="136" y="40"/>
                  <a:pt x="109" y="12"/>
                  <a:pt x="74" y="12"/>
                </a:cubicBezTo>
                <a:cubicBezTo>
                  <a:pt x="40" y="12"/>
                  <a:pt x="12" y="40"/>
                  <a:pt x="12" y="74"/>
                </a:cubicBezTo>
                <a:cubicBezTo>
                  <a:pt x="12" y="92"/>
                  <a:pt x="21" y="106"/>
                  <a:pt x="31" y="120"/>
                </a:cubicBezTo>
                <a:cubicBezTo>
                  <a:pt x="35" y="125"/>
                  <a:pt x="38" y="130"/>
                  <a:pt x="41" y="136"/>
                </a:cubicBezTo>
                <a:cubicBezTo>
                  <a:pt x="43" y="139"/>
                  <a:pt x="45" y="146"/>
                  <a:pt x="46" y="15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Freeform 10">
            <a:extLst>
              <a:ext uri="{FF2B5EF4-FFF2-40B4-BE49-F238E27FC236}">
                <a16:creationId xmlns:a16="http://schemas.microsoft.com/office/drawing/2014/main" id="{4C78BEF4-6AEC-47BD-8AFE-D3B6729C80E5}"/>
              </a:ext>
            </a:extLst>
          </p:cNvPr>
          <p:cNvSpPr>
            <a:spLocks noGrp="1"/>
          </p:cNvSpPr>
          <p:nvPr/>
        </p:nvSpPr>
        <p:spPr>
          <a:xfrm>
            <a:off x="7796076" y="4013936"/>
            <a:ext cx="194027" cy="127774"/>
          </a:xfrm>
          <a:custGeom>
            <a:avLst/>
            <a:gdLst/>
            <a:ahLst/>
            <a:cxnLst/>
            <a:rect l="0" t="0" r="r" b="b"/>
            <a:pathLst>
              <a:path w="74" h="49">
                <a:moveTo>
                  <a:pt x="0" y="0"/>
                </a:moveTo>
                <a:cubicBezTo>
                  <a:pt x="0" y="20"/>
                  <a:pt x="0" y="20"/>
                  <a:pt x="0" y="20"/>
                </a:cubicBezTo>
                <a:cubicBezTo>
                  <a:pt x="0" y="36"/>
                  <a:pt x="17" y="49"/>
                  <a:pt x="37" y="49"/>
                </a:cubicBezTo>
                <a:cubicBezTo>
                  <a:pt x="41" y="49"/>
                  <a:pt x="41" y="49"/>
                  <a:pt x="41" y="49"/>
                </a:cubicBezTo>
                <a:cubicBezTo>
                  <a:pt x="61" y="49"/>
                  <a:pt x="74" y="36"/>
                  <a:pt x="74" y="20"/>
                </a:cubicBezTo>
                <a:cubicBezTo>
                  <a:pt x="74" y="0"/>
                  <a:pt x="74" y="0"/>
                  <a:pt x="74" y="0"/>
                </a:cubicBez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Freeform 11">
            <a:extLst>
              <a:ext uri="{FF2B5EF4-FFF2-40B4-BE49-F238E27FC236}">
                <a16:creationId xmlns:a16="http://schemas.microsoft.com/office/drawing/2014/main" id="{2907FE4A-DC17-4783-ABC0-C3226464A25E}"/>
              </a:ext>
            </a:extLst>
          </p:cNvPr>
          <p:cNvSpPr>
            <a:spLocks noGrp="1"/>
          </p:cNvSpPr>
          <p:nvPr/>
        </p:nvSpPr>
        <p:spPr>
          <a:xfrm>
            <a:off x="7785033" y="3745768"/>
            <a:ext cx="222421" cy="178253"/>
          </a:xfrm>
          <a:custGeom>
            <a:avLst/>
            <a:gdLst/>
            <a:ahLst/>
            <a:cxnLst/>
            <a:rect l="0" t="0" r="r" b="b"/>
            <a:pathLst>
              <a:path w="85" h="68">
                <a:moveTo>
                  <a:pt x="83" y="9"/>
                </a:moveTo>
                <a:cubicBezTo>
                  <a:pt x="71" y="25"/>
                  <a:pt x="64" y="44"/>
                  <a:pt x="62" y="66"/>
                </a:cubicBezTo>
                <a:cubicBezTo>
                  <a:pt x="62" y="68"/>
                  <a:pt x="62" y="68"/>
                  <a:pt x="62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48"/>
                  <a:pt x="59" y="32"/>
                  <a:pt x="67" y="17"/>
                </a:cubicBezTo>
                <a:cubicBezTo>
                  <a:pt x="67" y="17"/>
                  <a:pt x="67" y="17"/>
                  <a:pt x="67" y="17"/>
                </a:cubicBezTo>
                <a:cubicBezTo>
                  <a:pt x="66" y="17"/>
                  <a:pt x="66" y="17"/>
                  <a:pt x="66" y="17"/>
                </a:cubicBezTo>
                <a:cubicBezTo>
                  <a:pt x="63" y="17"/>
                  <a:pt x="59" y="16"/>
                  <a:pt x="55" y="13"/>
                </a:cubicBezTo>
                <a:cubicBezTo>
                  <a:pt x="52" y="16"/>
                  <a:pt x="48" y="17"/>
                  <a:pt x="44" y="17"/>
                </a:cubicBezTo>
                <a:cubicBezTo>
                  <a:pt x="39" y="17"/>
                  <a:pt x="34" y="16"/>
                  <a:pt x="30" y="12"/>
                </a:cubicBezTo>
                <a:cubicBezTo>
                  <a:pt x="26" y="15"/>
                  <a:pt x="21" y="17"/>
                  <a:pt x="17" y="16"/>
                </a:cubicBezTo>
                <a:cubicBezTo>
                  <a:pt x="28" y="38"/>
                  <a:pt x="30" y="59"/>
                  <a:pt x="30" y="66"/>
                </a:cubicBezTo>
                <a:cubicBezTo>
                  <a:pt x="31" y="68"/>
                  <a:pt x="31" y="68"/>
                  <a:pt x="31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1" y="66"/>
                  <a:pt x="21" y="66"/>
                  <a:pt x="21" y="66"/>
                </a:cubicBezTo>
                <a:cubicBezTo>
                  <a:pt x="21" y="58"/>
                  <a:pt x="17" y="31"/>
                  <a:pt x="2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8"/>
                  <a:pt x="1" y="8"/>
                  <a:pt x="1" y="8"/>
                </a:cubicBezTo>
                <a:cubicBezTo>
                  <a:pt x="1" y="8"/>
                  <a:pt x="1" y="8"/>
                  <a:pt x="1" y="8"/>
                </a:cubicBezTo>
                <a:cubicBezTo>
                  <a:pt x="1" y="7"/>
                  <a:pt x="1" y="7"/>
                  <a:pt x="1" y="7"/>
                </a:cubicBezTo>
                <a:cubicBezTo>
                  <a:pt x="0" y="5"/>
                  <a:pt x="0" y="3"/>
                  <a:pt x="2" y="1"/>
                </a:cubicBezTo>
                <a:cubicBezTo>
                  <a:pt x="5" y="0"/>
                  <a:pt x="7" y="1"/>
                  <a:pt x="9" y="3"/>
                </a:cubicBezTo>
                <a:cubicBezTo>
                  <a:pt x="9" y="3"/>
                  <a:pt x="9" y="3"/>
                  <a:pt x="9" y="3"/>
                </a:cubicBezTo>
                <a:cubicBezTo>
                  <a:pt x="11" y="5"/>
                  <a:pt x="14" y="7"/>
                  <a:pt x="16" y="7"/>
                </a:cubicBezTo>
                <a:cubicBezTo>
                  <a:pt x="20" y="7"/>
                  <a:pt x="23" y="6"/>
                  <a:pt x="27" y="2"/>
                </a:cubicBezTo>
                <a:cubicBezTo>
                  <a:pt x="28" y="1"/>
                  <a:pt x="29" y="1"/>
                  <a:pt x="31" y="1"/>
                </a:cubicBezTo>
                <a:cubicBezTo>
                  <a:pt x="32" y="1"/>
                  <a:pt x="33" y="2"/>
                  <a:pt x="34" y="3"/>
                </a:cubicBezTo>
                <a:cubicBezTo>
                  <a:pt x="37" y="6"/>
                  <a:pt x="40" y="8"/>
                  <a:pt x="43" y="8"/>
                </a:cubicBezTo>
                <a:cubicBezTo>
                  <a:pt x="47" y="8"/>
                  <a:pt x="50" y="5"/>
                  <a:pt x="52" y="3"/>
                </a:cubicBezTo>
                <a:cubicBezTo>
                  <a:pt x="53" y="2"/>
                  <a:pt x="54" y="1"/>
                  <a:pt x="55" y="1"/>
                </a:cubicBezTo>
                <a:cubicBezTo>
                  <a:pt x="57" y="1"/>
                  <a:pt x="58" y="2"/>
                  <a:pt x="59" y="3"/>
                </a:cubicBezTo>
                <a:cubicBezTo>
                  <a:pt x="61" y="6"/>
                  <a:pt x="63" y="8"/>
                  <a:pt x="66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70" y="8"/>
                  <a:pt x="73" y="6"/>
                  <a:pt x="76" y="3"/>
                </a:cubicBezTo>
                <a:cubicBezTo>
                  <a:pt x="78" y="1"/>
                  <a:pt x="81" y="1"/>
                  <a:pt x="82" y="2"/>
                </a:cubicBezTo>
                <a:cubicBezTo>
                  <a:pt x="84" y="4"/>
                  <a:pt x="85" y="7"/>
                  <a:pt x="83" y="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Freeform 13">
            <a:extLst>
              <a:ext uri="{FF2B5EF4-FFF2-40B4-BE49-F238E27FC236}">
                <a16:creationId xmlns:a16="http://schemas.microsoft.com/office/drawing/2014/main" id="{6964100C-492B-4B37-9FE5-006FA518A8E6}"/>
              </a:ext>
            </a:extLst>
          </p:cNvPr>
          <p:cNvSpPr>
            <a:spLocks noGrp="1"/>
          </p:cNvSpPr>
          <p:nvPr/>
        </p:nvSpPr>
        <p:spPr>
          <a:xfrm>
            <a:off x="5913850" y="5312313"/>
            <a:ext cx="340731" cy="583660"/>
          </a:xfrm>
          <a:custGeom>
            <a:avLst/>
            <a:gdLst/>
            <a:ahLst/>
            <a:cxnLst/>
            <a:rect l="0" t="0" r="r" b="b"/>
            <a:pathLst>
              <a:path w="130" h="222">
                <a:moveTo>
                  <a:pt x="73" y="98"/>
                </a:moveTo>
                <a:cubicBezTo>
                  <a:pt x="95" y="103"/>
                  <a:pt x="110" y="109"/>
                  <a:pt x="118" y="116"/>
                </a:cubicBezTo>
                <a:cubicBezTo>
                  <a:pt x="126" y="124"/>
                  <a:pt x="130" y="135"/>
                  <a:pt x="130" y="149"/>
                </a:cubicBezTo>
                <a:cubicBezTo>
                  <a:pt x="130" y="163"/>
                  <a:pt x="125" y="175"/>
                  <a:pt x="115" y="186"/>
                </a:cubicBezTo>
                <a:cubicBezTo>
                  <a:pt x="105" y="196"/>
                  <a:pt x="91" y="202"/>
                  <a:pt x="73" y="203"/>
                </a:cubicBezTo>
                <a:cubicBezTo>
                  <a:pt x="73" y="222"/>
                  <a:pt x="73" y="222"/>
                  <a:pt x="73" y="222"/>
                </a:cubicBezTo>
                <a:cubicBezTo>
                  <a:pt x="58" y="222"/>
                  <a:pt x="58" y="222"/>
                  <a:pt x="58" y="222"/>
                </a:cubicBezTo>
                <a:cubicBezTo>
                  <a:pt x="58" y="203"/>
                  <a:pt x="58" y="203"/>
                  <a:pt x="58" y="203"/>
                </a:cubicBezTo>
                <a:cubicBezTo>
                  <a:pt x="22" y="200"/>
                  <a:pt x="2" y="182"/>
                  <a:pt x="0" y="150"/>
                </a:cubicBezTo>
                <a:cubicBezTo>
                  <a:pt x="26" y="150"/>
                  <a:pt x="26" y="150"/>
                  <a:pt x="26" y="150"/>
                </a:cubicBezTo>
                <a:cubicBezTo>
                  <a:pt x="28" y="170"/>
                  <a:pt x="39" y="182"/>
                  <a:pt x="58" y="185"/>
                </a:cubicBezTo>
                <a:cubicBezTo>
                  <a:pt x="58" y="117"/>
                  <a:pt x="58" y="117"/>
                  <a:pt x="58" y="117"/>
                </a:cubicBezTo>
                <a:cubicBezTo>
                  <a:pt x="22" y="110"/>
                  <a:pt x="4" y="94"/>
                  <a:pt x="4" y="69"/>
                </a:cubicBezTo>
                <a:cubicBezTo>
                  <a:pt x="4" y="54"/>
                  <a:pt x="9" y="43"/>
                  <a:pt x="19" y="34"/>
                </a:cubicBezTo>
                <a:cubicBezTo>
                  <a:pt x="28" y="25"/>
                  <a:pt x="42" y="20"/>
                  <a:pt x="58" y="19"/>
                </a:cubicBezTo>
                <a:cubicBezTo>
                  <a:pt x="58" y="0"/>
                  <a:pt x="58" y="0"/>
                  <a:pt x="58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73" y="19"/>
                  <a:pt x="73" y="19"/>
                  <a:pt x="73" y="19"/>
                </a:cubicBezTo>
                <a:cubicBezTo>
                  <a:pt x="105" y="21"/>
                  <a:pt x="122" y="35"/>
                  <a:pt x="125" y="63"/>
                </a:cubicBezTo>
                <a:cubicBezTo>
                  <a:pt x="99" y="63"/>
                  <a:pt x="99" y="63"/>
                  <a:pt x="99" y="63"/>
                </a:cubicBezTo>
                <a:cubicBezTo>
                  <a:pt x="98" y="48"/>
                  <a:pt x="89" y="39"/>
                  <a:pt x="73" y="37"/>
                </a:cubicBezTo>
                <a:lnTo>
                  <a:pt x="73" y="98"/>
                </a:lnTo>
                <a:close/>
                <a:moveTo>
                  <a:pt x="58" y="96"/>
                </a:moveTo>
                <a:cubicBezTo>
                  <a:pt x="58" y="37"/>
                  <a:pt x="58" y="37"/>
                  <a:pt x="58" y="37"/>
                </a:cubicBezTo>
                <a:cubicBezTo>
                  <a:pt x="39" y="40"/>
                  <a:pt x="30" y="50"/>
                  <a:pt x="30" y="67"/>
                </a:cubicBezTo>
                <a:cubicBezTo>
                  <a:pt x="30" y="76"/>
                  <a:pt x="33" y="82"/>
                  <a:pt x="38" y="86"/>
                </a:cubicBezTo>
                <a:cubicBezTo>
                  <a:pt x="43" y="91"/>
                  <a:pt x="50" y="94"/>
                  <a:pt x="58" y="96"/>
                </a:cubicBezTo>
                <a:close/>
                <a:moveTo>
                  <a:pt x="73" y="185"/>
                </a:moveTo>
                <a:cubicBezTo>
                  <a:pt x="93" y="182"/>
                  <a:pt x="104" y="171"/>
                  <a:pt x="104" y="150"/>
                </a:cubicBezTo>
                <a:cubicBezTo>
                  <a:pt x="104" y="142"/>
                  <a:pt x="102" y="135"/>
                  <a:pt x="97" y="131"/>
                </a:cubicBezTo>
                <a:cubicBezTo>
                  <a:pt x="93" y="126"/>
                  <a:pt x="85" y="122"/>
                  <a:pt x="73" y="120"/>
                </a:cubicBezTo>
                <a:lnTo>
                  <a:pt x="73" y="185"/>
                </a:lnTo>
                <a:close/>
              </a:path>
            </a:pathLst>
          </a:cu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Freeform 19">
            <a:extLst>
              <a:ext uri="{FF2B5EF4-FFF2-40B4-BE49-F238E27FC236}">
                <a16:creationId xmlns:a16="http://schemas.microsoft.com/office/drawing/2014/main" id="{3A1609F3-CBF8-4987-9ECE-CADCBF0CAC7A}"/>
              </a:ext>
            </a:extLst>
          </p:cNvPr>
          <p:cNvSpPr>
            <a:spLocks noGrp="1"/>
          </p:cNvSpPr>
          <p:nvPr/>
        </p:nvSpPr>
        <p:spPr>
          <a:xfrm>
            <a:off x="4234342" y="4524248"/>
            <a:ext cx="480390" cy="481040"/>
          </a:xfrm>
          <a:custGeom>
            <a:avLst/>
            <a:gdLst/>
            <a:ahLst/>
            <a:cxnLst/>
            <a:rect l="0" t="0" r="r" b="b"/>
            <a:pathLst>
              <a:path w="311" h="312">
                <a:moveTo>
                  <a:pt x="281" y="130"/>
                </a:moveTo>
                <a:cubicBezTo>
                  <a:pt x="311" y="116"/>
                  <a:pt x="311" y="116"/>
                  <a:pt x="311" y="116"/>
                </a:cubicBezTo>
                <a:cubicBezTo>
                  <a:pt x="294" y="75"/>
                  <a:pt x="294" y="75"/>
                  <a:pt x="294" y="75"/>
                </a:cubicBezTo>
                <a:cubicBezTo>
                  <a:pt x="263" y="86"/>
                  <a:pt x="263" y="86"/>
                  <a:pt x="263" y="86"/>
                </a:cubicBezTo>
                <a:cubicBezTo>
                  <a:pt x="253" y="71"/>
                  <a:pt x="240" y="58"/>
                  <a:pt x="226" y="48"/>
                </a:cubicBezTo>
                <a:cubicBezTo>
                  <a:pt x="237" y="17"/>
                  <a:pt x="237" y="17"/>
                  <a:pt x="237" y="17"/>
                </a:cubicBezTo>
                <a:cubicBezTo>
                  <a:pt x="197" y="0"/>
                  <a:pt x="197" y="0"/>
                  <a:pt x="197" y="0"/>
                </a:cubicBezTo>
                <a:cubicBezTo>
                  <a:pt x="183" y="30"/>
                  <a:pt x="183" y="30"/>
                  <a:pt x="183" y="30"/>
                </a:cubicBezTo>
                <a:cubicBezTo>
                  <a:pt x="165" y="27"/>
                  <a:pt x="147" y="26"/>
                  <a:pt x="129" y="30"/>
                </a:cubicBezTo>
                <a:cubicBezTo>
                  <a:pt x="115" y="0"/>
                  <a:pt x="115" y="0"/>
                  <a:pt x="115" y="0"/>
                </a:cubicBezTo>
                <a:cubicBezTo>
                  <a:pt x="75" y="17"/>
                  <a:pt x="75" y="17"/>
                  <a:pt x="75" y="17"/>
                </a:cubicBezTo>
                <a:cubicBezTo>
                  <a:pt x="86" y="48"/>
                  <a:pt x="86" y="48"/>
                  <a:pt x="86" y="48"/>
                </a:cubicBezTo>
                <a:cubicBezTo>
                  <a:pt x="70" y="58"/>
                  <a:pt x="58" y="71"/>
                  <a:pt x="48" y="85"/>
                </a:cubicBezTo>
                <a:cubicBezTo>
                  <a:pt x="17" y="74"/>
                  <a:pt x="17" y="74"/>
                  <a:pt x="17" y="74"/>
                </a:cubicBezTo>
                <a:cubicBezTo>
                  <a:pt x="0" y="114"/>
                  <a:pt x="0" y="114"/>
                  <a:pt x="0" y="114"/>
                </a:cubicBezTo>
                <a:cubicBezTo>
                  <a:pt x="30" y="129"/>
                  <a:pt x="30" y="129"/>
                  <a:pt x="30" y="129"/>
                </a:cubicBezTo>
                <a:cubicBezTo>
                  <a:pt x="26" y="146"/>
                  <a:pt x="26" y="164"/>
                  <a:pt x="30" y="182"/>
                </a:cubicBezTo>
                <a:cubicBezTo>
                  <a:pt x="0" y="196"/>
                  <a:pt x="0" y="196"/>
                  <a:pt x="0" y="196"/>
                </a:cubicBezTo>
                <a:cubicBezTo>
                  <a:pt x="16" y="236"/>
                  <a:pt x="16" y="236"/>
                  <a:pt x="16" y="236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57" y="241"/>
                  <a:pt x="70" y="253"/>
                  <a:pt x="85" y="263"/>
                </a:cubicBezTo>
                <a:cubicBezTo>
                  <a:pt x="73" y="294"/>
                  <a:pt x="73" y="294"/>
                  <a:pt x="73" y="294"/>
                </a:cubicBezTo>
                <a:cubicBezTo>
                  <a:pt x="114" y="311"/>
                  <a:pt x="114" y="311"/>
                  <a:pt x="114" y="311"/>
                </a:cubicBezTo>
                <a:cubicBezTo>
                  <a:pt x="128" y="281"/>
                  <a:pt x="128" y="281"/>
                  <a:pt x="128" y="281"/>
                </a:cubicBezTo>
                <a:cubicBezTo>
                  <a:pt x="145" y="285"/>
                  <a:pt x="163" y="285"/>
                  <a:pt x="181" y="282"/>
                </a:cubicBezTo>
                <a:cubicBezTo>
                  <a:pt x="195" y="312"/>
                  <a:pt x="195" y="312"/>
                  <a:pt x="195" y="312"/>
                </a:cubicBezTo>
                <a:cubicBezTo>
                  <a:pt x="236" y="295"/>
                  <a:pt x="236" y="295"/>
                  <a:pt x="236" y="295"/>
                </a:cubicBezTo>
                <a:cubicBezTo>
                  <a:pt x="225" y="264"/>
                  <a:pt x="225" y="264"/>
                  <a:pt x="225" y="264"/>
                </a:cubicBezTo>
                <a:cubicBezTo>
                  <a:pt x="240" y="254"/>
                  <a:pt x="253" y="241"/>
                  <a:pt x="263" y="226"/>
                </a:cubicBezTo>
                <a:cubicBezTo>
                  <a:pt x="294" y="238"/>
                  <a:pt x="294" y="238"/>
                  <a:pt x="294" y="238"/>
                </a:cubicBezTo>
                <a:cubicBezTo>
                  <a:pt x="311" y="197"/>
                  <a:pt x="311" y="197"/>
                  <a:pt x="311" y="197"/>
                </a:cubicBezTo>
                <a:cubicBezTo>
                  <a:pt x="281" y="183"/>
                  <a:pt x="281" y="183"/>
                  <a:pt x="281" y="183"/>
                </a:cubicBezTo>
                <a:cubicBezTo>
                  <a:pt x="285" y="166"/>
                  <a:pt x="285" y="148"/>
                  <a:pt x="281" y="130"/>
                </a:cubicBezTo>
                <a:close/>
                <a:moveTo>
                  <a:pt x="155" y="254"/>
                </a:moveTo>
                <a:cubicBezTo>
                  <a:pt x="101" y="254"/>
                  <a:pt x="57" y="210"/>
                  <a:pt x="57" y="156"/>
                </a:cubicBezTo>
                <a:cubicBezTo>
                  <a:pt x="57" y="101"/>
                  <a:pt x="101" y="57"/>
                  <a:pt x="155" y="57"/>
                </a:cubicBezTo>
                <a:cubicBezTo>
                  <a:pt x="210" y="57"/>
                  <a:pt x="254" y="101"/>
                  <a:pt x="254" y="156"/>
                </a:cubicBezTo>
                <a:cubicBezTo>
                  <a:pt x="254" y="210"/>
                  <a:pt x="210" y="254"/>
                  <a:pt x="155" y="254"/>
                </a:cubicBezTo>
                <a:close/>
              </a:path>
            </a:pathLst>
          </a:cu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Oval 131">
            <a:extLst>
              <a:ext uri="{FF2B5EF4-FFF2-40B4-BE49-F238E27FC236}">
                <a16:creationId xmlns:a16="http://schemas.microsoft.com/office/drawing/2014/main" id="{98C817A1-104B-40D7-844A-1B9AD9A29760}"/>
              </a:ext>
            </a:extLst>
          </p:cNvPr>
          <p:cNvSpPr>
            <a:spLocks noGrp="1"/>
          </p:cNvSpPr>
          <p:nvPr/>
        </p:nvSpPr>
        <p:spPr>
          <a:xfrm>
            <a:off x="6008492" y="1925281"/>
            <a:ext cx="205821" cy="208452"/>
          </a:xfrm>
          <a:prstGeom prst="ellipse">
            <a:avLst/>
          </a:pr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0" name="Freeform 134">
            <a:extLst>
              <a:ext uri="{FF2B5EF4-FFF2-40B4-BE49-F238E27FC236}">
                <a16:creationId xmlns:a16="http://schemas.microsoft.com/office/drawing/2014/main" id="{5852FDF7-88AF-4AFC-BDB2-30ADC80C9ED0}"/>
              </a:ext>
            </a:extLst>
          </p:cNvPr>
          <p:cNvSpPr>
            <a:spLocks noGrp="1"/>
          </p:cNvSpPr>
          <p:nvPr/>
        </p:nvSpPr>
        <p:spPr>
          <a:xfrm>
            <a:off x="5882712" y="2166244"/>
            <a:ext cx="457381" cy="198890"/>
          </a:xfrm>
          <a:custGeom>
            <a:avLst/>
            <a:gdLst/>
            <a:ahLst/>
            <a:cxnLst/>
            <a:rect l="0" t="0" r="r" b="b"/>
            <a:pathLst>
              <a:path w="200" h="87">
                <a:moveTo>
                  <a:pt x="35" y="87"/>
                </a:moveTo>
                <a:cubicBezTo>
                  <a:pt x="35" y="72"/>
                  <a:pt x="35" y="72"/>
                  <a:pt x="35" y="72"/>
                </a:cubicBezTo>
                <a:cubicBezTo>
                  <a:pt x="46" y="72"/>
                  <a:pt x="46" y="72"/>
                  <a:pt x="46" y="72"/>
                </a:cubicBezTo>
                <a:cubicBezTo>
                  <a:pt x="46" y="87"/>
                  <a:pt x="46" y="87"/>
                  <a:pt x="46" y="87"/>
                </a:cubicBezTo>
                <a:cubicBezTo>
                  <a:pt x="155" y="87"/>
                  <a:pt x="155" y="87"/>
                  <a:pt x="155" y="87"/>
                </a:cubicBezTo>
                <a:cubicBezTo>
                  <a:pt x="155" y="72"/>
                  <a:pt x="155" y="72"/>
                  <a:pt x="155" y="72"/>
                </a:cubicBezTo>
                <a:cubicBezTo>
                  <a:pt x="166" y="72"/>
                  <a:pt x="166" y="72"/>
                  <a:pt x="166" y="72"/>
                </a:cubicBezTo>
                <a:cubicBezTo>
                  <a:pt x="166" y="87"/>
                  <a:pt x="166" y="87"/>
                  <a:pt x="166" y="87"/>
                </a:cubicBezTo>
                <a:cubicBezTo>
                  <a:pt x="199" y="87"/>
                  <a:pt x="199" y="87"/>
                  <a:pt x="199" y="87"/>
                </a:cubicBezTo>
                <a:cubicBezTo>
                  <a:pt x="199" y="47"/>
                  <a:pt x="200" y="43"/>
                  <a:pt x="200" y="43"/>
                </a:cubicBezTo>
                <a:cubicBezTo>
                  <a:pt x="200" y="19"/>
                  <a:pt x="180" y="0"/>
                  <a:pt x="15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00" y="80"/>
                  <a:pt x="100" y="80"/>
                  <a:pt x="100" y="80"/>
                </a:cubicBezTo>
                <a:cubicBezTo>
                  <a:pt x="60" y="0"/>
                  <a:pt x="60" y="0"/>
                  <a:pt x="60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4" y="0"/>
                  <a:pt x="44" y="0"/>
                </a:cubicBezTo>
                <a:cubicBezTo>
                  <a:pt x="20" y="0"/>
                  <a:pt x="1" y="19"/>
                  <a:pt x="1" y="43"/>
                </a:cubicBezTo>
                <a:cubicBezTo>
                  <a:pt x="1" y="43"/>
                  <a:pt x="0" y="47"/>
                  <a:pt x="0" y="87"/>
                </a:cubicBezTo>
                <a:lnTo>
                  <a:pt x="35" y="87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4" name="Rectangle 89">
            <a:extLst>
              <a:ext uri="{FF2B5EF4-FFF2-40B4-BE49-F238E27FC236}">
                <a16:creationId xmlns:a16="http://schemas.microsoft.com/office/drawing/2014/main" id="{AB4A9C0C-0113-49E6-9240-DD25C6703743}"/>
              </a:ext>
            </a:extLst>
          </p:cNvPr>
          <p:cNvSpPr>
            <a:spLocks noGrp="1"/>
          </p:cNvSpPr>
          <p:nvPr/>
        </p:nvSpPr>
        <p:spPr>
          <a:xfrm>
            <a:off x="8254979" y="1533993"/>
            <a:ext cx="3024866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45" name="Rectangle 89">
            <a:extLst>
              <a:ext uri="{FF2B5EF4-FFF2-40B4-BE49-F238E27FC236}">
                <a16:creationId xmlns:a16="http://schemas.microsoft.com/office/drawing/2014/main" id="{869AE672-DB48-42F2-9C23-C6C33D6374B6}"/>
              </a:ext>
            </a:extLst>
          </p:cNvPr>
          <p:cNvSpPr>
            <a:spLocks noGrp="1"/>
          </p:cNvSpPr>
          <p:nvPr/>
        </p:nvSpPr>
        <p:spPr>
          <a:xfrm>
            <a:off x="736346" y="2349031"/>
            <a:ext cx="3123684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46" name="Rectangle 89">
            <a:extLst>
              <a:ext uri="{FF2B5EF4-FFF2-40B4-BE49-F238E27FC236}">
                <a16:creationId xmlns:a16="http://schemas.microsoft.com/office/drawing/2014/main" id="{33392488-F816-40D1-8C30-05BF926393B3}"/>
              </a:ext>
            </a:extLst>
          </p:cNvPr>
          <p:cNvSpPr>
            <a:spLocks noGrp="1"/>
          </p:cNvSpPr>
          <p:nvPr/>
        </p:nvSpPr>
        <p:spPr>
          <a:xfrm>
            <a:off x="8254979" y="4712891"/>
            <a:ext cx="3024866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47" name="Rectangle 89">
            <a:extLst>
              <a:ext uri="{FF2B5EF4-FFF2-40B4-BE49-F238E27FC236}">
                <a16:creationId xmlns:a16="http://schemas.microsoft.com/office/drawing/2014/main" id="{0340ADB2-275D-4E05-9E7F-26F99A1966BF}"/>
              </a:ext>
            </a:extLst>
          </p:cNvPr>
          <p:cNvSpPr>
            <a:spLocks noGrp="1"/>
          </p:cNvSpPr>
          <p:nvPr/>
        </p:nvSpPr>
        <p:spPr>
          <a:xfrm>
            <a:off x="684322" y="4714692"/>
            <a:ext cx="3123684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A98C0E4-77CE-476F-8229-A91965C99059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197F027-3991-4C05-9239-25A1ADBB7F21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TextBox 62">
            <a:extLst>
              <a:ext uri="{FF2B5EF4-FFF2-40B4-BE49-F238E27FC236}">
                <a16:creationId xmlns:a16="http://schemas.microsoft.com/office/drawing/2014/main" id="{172B7837-572A-44B5-BB70-EFF012B6795D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0D60708-D035-4DFC-BF8C-572AB7B7B458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465AB357-AC58-43FD-BFA1-701ED294D941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01358DF-3954-4CC4-8212-1FB19CA5A218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5" name="kicker-marker">
            <a:extLst>
              <a:ext uri="{FF2B5EF4-FFF2-40B4-BE49-F238E27FC236}">
                <a16:creationId xmlns:a16="http://schemas.microsoft.com/office/drawing/2014/main" id="{6A2CCDB5-0039-42A9-BAD1-1D9DB8FFF984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kicker-label">
            <a:extLst>
              <a:ext uri="{FF2B5EF4-FFF2-40B4-BE49-F238E27FC236}">
                <a16:creationId xmlns:a16="http://schemas.microsoft.com/office/drawing/2014/main" id="{F4806C17-0ABB-477B-8FE0-38890F1F2598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26 · 测试</a:t>
            </a:r>
          </a:p>
        </p:txBody>
      </p:sp>
      <p:sp>
        <p:nvSpPr>
          <p:cNvPr id="57" name="page-marker">
            <a:extLst>
              <a:ext uri="{FF2B5EF4-FFF2-40B4-BE49-F238E27FC236}">
                <a16:creationId xmlns:a16="http://schemas.microsoft.com/office/drawing/2014/main" id="{80022114-1BA3-40B1-8476-91D36A0C36FB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27 / 31</a:t>
            </a:r>
          </a:p>
        </p:txBody>
      </p:sp>
      <p:sp>
        <p:nvSpPr>
          <p:cNvPr id="58" name="content-panel">
            <a:extLst>
              <a:ext uri="{FF2B5EF4-FFF2-40B4-BE49-F238E27FC236}">
                <a16:creationId xmlns:a16="http://schemas.microsoft.com/office/drawing/2014/main" id="{DD0D6A9A-A672-4A77-AB1E-79837508DA4D}"/>
              </a:ext>
            </a:extLst>
          </p:cNvPr>
          <p:cNvSpPr>
            <a:spLocks noGrp="1"/>
          </p:cNvSpPr>
          <p:nvPr/>
        </p:nvSpPr>
        <p:spPr>
          <a:xfrm>
            <a:off x="432638" y="983662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claim-title">
            <a:extLst>
              <a:ext uri="{FF2B5EF4-FFF2-40B4-BE49-F238E27FC236}">
                <a16:creationId xmlns:a16="http://schemas.microsoft.com/office/drawing/2014/main" id="{5F46A338-70CE-4825-A6C6-3453B1CA0214}"/>
              </a:ext>
            </a:extLst>
          </p:cNvPr>
          <p:cNvSpPr>
            <a:spLocks noGrp="1"/>
          </p:cNvSpPr>
          <p:nvPr/>
        </p:nvSpPr>
        <p:spPr>
          <a:xfrm>
            <a:off x="737824" y="1980921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测试用例设计方法</a:t>
            </a:r>
          </a:p>
        </p:txBody>
      </p:sp>
      <p:sp>
        <p:nvSpPr>
          <p:cNvPr id="60" name="support-claim">
            <a:extLst>
              <a:ext uri="{FF2B5EF4-FFF2-40B4-BE49-F238E27FC236}">
                <a16:creationId xmlns:a16="http://schemas.microsoft.com/office/drawing/2014/main" id="{F7AE73F8-4C0E-47B3-AAEA-AB3BCFFE48FC}"/>
              </a:ext>
            </a:extLst>
          </p:cNvPr>
          <p:cNvSpPr>
            <a:spLocks noGrp="1"/>
          </p:cNvSpPr>
          <p:nvPr/>
        </p:nvSpPr>
        <p:spPr>
          <a:xfrm>
            <a:off x="737824" y="2628621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测试用例文档集中说明测试方法、用例数量和有效性。</a:t>
            </a:r>
          </a:p>
        </p:txBody>
      </p:sp>
      <p:sp>
        <p:nvSpPr>
          <p:cNvPr id="61" name="question-label">
            <a:extLst>
              <a:ext uri="{FF2B5EF4-FFF2-40B4-BE49-F238E27FC236}">
                <a16:creationId xmlns:a16="http://schemas.microsoft.com/office/drawing/2014/main" id="{DC808080-C814-4772-82D7-B13C0F45F6A5}"/>
              </a:ext>
            </a:extLst>
          </p:cNvPr>
          <p:cNvSpPr>
            <a:spLocks noGrp="1"/>
          </p:cNvSpPr>
          <p:nvPr/>
        </p:nvSpPr>
        <p:spPr>
          <a:xfrm>
            <a:off x="737824" y="3543021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62" name="question-text">
            <a:extLst>
              <a:ext uri="{FF2B5EF4-FFF2-40B4-BE49-F238E27FC236}">
                <a16:creationId xmlns:a16="http://schemas.microsoft.com/office/drawing/2014/main" id="{B81A454F-5451-42E3-BC62-32C1FA562F00}"/>
              </a:ext>
            </a:extLst>
          </p:cNvPr>
          <p:cNvSpPr>
            <a:spLocks noGrp="1"/>
          </p:cNvSpPr>
          <p:nvPr/>
        </p:nvSpPr>
        <p:spPr>
          <a:xfrm>
            <a:off x="737824" y="3924021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Test Case </a:t>
            </a:r>
            <a:r>
              <a:rPr sz="1125" b="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的设计采用的是什么方法？数量多少？够吗？有效吗</a:t>
            </a:r>
            <a:r>
              <a:rPr sz="11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65" name="proof-frame">
            <a:extLst>
              <a:ext uri="{FF2B5EF4-FFF2-40B4-BE49-F238E27FC236}">
                <a16:creationId xmlns:a16="http://schemas.microsoft.com/office/drawing/2014/main" id="{2C1CB7A0-C239-4492-86C9-3D5D3E012C88}"/>
              </a:ext>
            </a:extLst>
          </p:cNvPr>
          <p:cNvSpPr>
            <a:spLocks noGrp="1"/>
          </p:cNvSpPr>
          <p:nvPr/>
        </p:nvSpPr>
        <p:spPr>
          <a:xfrm>
            <a:off x="664845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0C5B5F1-38FB-D12C-08FA-96A37D971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002" y="1801189"/>
            <a:ext cx="4960052" cy="308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571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五边形 18">
            <a:extLst>
              <a:ext uri="{FF2B5EF4-FFF2-40B4-BE49-F238E27FC236}">
                <a16:creationId xmlns:a16="http://schemas.microsoft.com/office/drawing/2014/main" id="{D49C1789-FBD8-42E3-9ADD-3A8680EA702D}"/>
              </a:ext>
            </a:extLst>
          </p:cNvPr>
          <p:cNvSpPr>
            <a:spLocks noGrp="1"/>
          </p:cNvSpPr>
          <p:nvPr/>
        </p:nvSpPr>
        <p:spPr>
          <a:xfrm rot="5400000">
            <a:off x="5167544" y="4941241"/>
            <a:ext cx="1624198" cy="1619250"/>
          </a:xfrm>
          <a:prstGeom prst="homePlate">
            <a:avLst>
              <a:gd name="adj" fmla="val 23462"/>
            </a:avLst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5812BED-7242-4780-9768-D49830A70CBE}"/>
              </a:ext>
            </a:extLst>
          </p:cNvPr>
          <p:cNvSpPr>
            <a:spLocks noGrp="1"/>
          </p:cNvSpPr>
          <p:nvPr/>
        </p:nvSpPr>
        <p:spPr>
          <a:xfrm>
            <a:off x="3836467" y="2514772"/>
            <a:ext cx="1115632" cy="1109882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084B74B3-1518-42BC-9130-6557AD5CA588}"/>
              </a:ext>
            </a:extLst>
          </p:cNvPr>
          <p:cNvSpPr>
            <a:spLocks noGrp="1"/>
          </p:cNvSpPr>
          <p:nvPr/>
        </p:nvSpPr>
        <p:spPr>
          <a:xfrm rot="5400000">
            <a:off x="7075839" y="2833732"/>
            <a:ext cx="1115632" cy="1109882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D6E545E-43C1-4072-8F81-DB2AD3212922}"/>
              </a:ext>
            </a:extLst>
          </p:cNvPr>
          <p:cNvSpPr>
            <a:spLocks noGrp="1"/>
          </p:cNvSpPr>
          <p:nvPr/>
        </p:nvSpPr>
        <p:spPr>
          <a:xfrm rot="10800000">
            <a:off x="3752590" y="4043407"/>
            <a:ext cx="1115632" cy="1109882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五边形 28">
            <a:extLst>
              <a:ext uri="{FF2B5EF4-FFF2-40B4-BE49-F238E27FC236}">
                <a16:creationId xmlns:a16="http://schemas.microsoft.com/office/drawing/2014/main" id="{69A9C55A-9BCE-4A6E-A11C-775EDEC56234}"/>
              </a:ext>
            </a:extLst>
          </p:cNvPr>
          <p:cNvSpPr>
            <a:spLocks noGrp="1"/>
          </p:cNvSpPr>
          <p:nvPr/>
        </p:nvSpPr>
        <p:spPr>
          <a:xfrm rot="5400000">
            <a:off x="5167544" y="3798334"/>
            <a:ext cx="1624198" cy="1619250"/>
          </a:xfrm>
          <a:prstGeom prst="homePlate">
            <a:avLst>
              <a:gd name="adj" fmla="val 23462"/>
            </a:avLst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五边形 30">
            <a:extLst>
              <a:ext uri="{FF2B5EF4-FFF2-40B4-BE49-F238E27FC236}">
                <a16:creationId xmlns:a16="http://schemas.microsoft.com/office/drawing/2014/main" id="{DE973899-6F98-4B0B-BC1F-A15762B0FA25}"/>
              </a:ext>
            </a:extLst>
          </p:cNvPr>
          <p:cNvSpPr>
            <a:spLocks noGrp="1"/>
          </p:cNvSpPr>
          <p:nvPr/>
        </p:nvSpPr>
        <p:spPr>
          <a:xfrm rot="5400000">
            <a:off x="5167544" y="2588659"/>
            <a:ext cx="1624198" cy="1619250"/>
          </a:xfrm>
          <a:prstGeom prst="homePlate">
            <a:avLst>
              <a:gd name="adj" fmla="val 23462"/>
            </a:avLst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五边形 32">
            <a:extLst>
              <a:ext uri="{FF2B5EF4-FFF2-40B4-BE49-F238E27FC236}">
                <a16:creationId xmlns:a16="http://schemas.microsoft.com/office/drawing/2014/main" id="{6C32741F-8C70-4332-8946-4DBFB3301FF2}"/>
              </a:ext>
            </a:extLst>
          </p:cNvPr>
          <p:cNvSpPr>
            <a:spLocks noGrp="1"/>
          </p:cNvSpPr>
          <p:nvPr/>
        </p:nvSpPr>
        <p:spPr>
          <a:xfrm rot="5400000">
            <a:off x="5313845" y="1556533"/>
            <a:ext cx="1331596" cy="1619250"/>
          </a:xfrm>
          <a:prstGeom prst="homePlate">
            <a:avLst>
              <a:gd name="adj" fmla="val 29933"/>
            </a:avLst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Freeform 9">
            <a:extLst>
              <a:ext uri="{FF2B5EF4-FFF2-40B4-BE49-F238E27FC236}">
                <a16:creationId xmlns:a16="http://schemas.microsoft.com/office/drawing/2014/main" id="{89F64929-D755-4DC3-8C4A-B1DE4F3B9605}"/>
              </a:ext>
            </a:extLst>
          </p:cNvPr>
          <p:cNvSpPr>
            <a:spLocks noGrp="1"/>
          </p:cNvSpPr>
          <p:nvPr/>
        </p:nvSpPr>
        <p:spPr>
          <a:xfrm>
            <a:off x="7386054" y="3034509"/>
            <a:ext cx="486637" cy="533923"/>
          </a:xfrm>
          <a:custGeom>
            <a:avLst/>
            <a:gdLst/>
            <a:ahLst/>
            <a:cxnLst/>
            <a:rect l="0" t="0" r="r" b="b"/>
            <a:pathLst>
              <a:path w="149" h="163">
                <a:moveTo>
                  <a:pt x="108" y="163"/>
                </a:moveTo>
                <a:cubicBezTo>
                  <a:pt x="35" y="163"/>
                  <a:pt x="35" y="163"/>
                  <a:pt x="35" y="163"/>
                </a:cubicBezTo>
                <a:cubicBezTo>
                  <a:pt x="35" y="158"/>
                  <a:pt x="35" y="158"/>
                  <a:pt x="35" y="158"/>
                </a:cubicBezTo>
                <a:cubicBezTo>
                  <a:pt x="34" y="153"/>
                  <a:pt x="32" y="144"/>
                  <a:pt x="30" y="142"/>
                </a:cubicBezTo>
                <a:cubicBezTo>
                  <a:pt x="28" y="137"/>
                  <a:pt x="24" y="132"/>
                  <a:pt x="21" y="127"/>
                </a:cubicBezTo>
                <a:cubicBezTo>
                  <a:pt x="11" y="112"/>
                  <a:pt x="0" y="95"/>
                  <a:pt x="0" y="74"/>
                </a:cubicBezTo>
                <a:cubicBezTo>
                  <a:pt x="0" y="33"/>
                  <a:pt x="33" y="0"/>
                  <a:pt x="74" y="0"/>
                </a:cubicBezTo>
                <a:cubicBezTo>
                  <a:pt x="115" y="0"/>
                  <a:pt x="149" y="33"/>
                  <a:pt x="149" y="74"/>
                </a:cubicBezTo>
                <a:cubicBezTo>
                  <a:pt x="149" y="95"/>
                  <a:pt x="138" y="112"/>
                  <a:pt x="127" y="127"/>
                </a:cubicBezTo>
                <a:cubicBezTo>
                  <a:pt x="124" y="132"/>
                  <a:pt x="121" y="137"/>
                  <a:pt x="118" y="142"/>
                </a:cubicBezTo>
                <a:cubicBezTo>
                  <a:pt x="117" y="144"/>
                  <a:pt x="115" y="153"/>
                  <a:pt x="114" y="158"/>
                </a:cubicBezTo>
                <a:cubicBezTo>
                  <a:pt x="113" y="163"/>
                  <a:pt x="113" y="163"/>
                  <a:pt x="113" y="163"/>
                </a:cubicBezTo>
                <a:lnTo>
                  <a:pt x="108" y="163"/>
                </a:lnTo>
                <a:close/>
                <a:moveTo>
                  <a:pt x="46" y="151"/>
                </a:moveTo>
                <a:cubicBezTo>
                  <a:pt x="103" y="151"/>
                  <a:pt x="103" y="151"/>
                  <a:pt x="103" y="151"/>
                </a:cubicBezTo>
                <a:cubicBezTo>
                  <a:pt x="104" y="146"/>
                  <a:pt x="105" y="139"/>
                  <a:pt x="108" y="136"/>
                </a:cubicBezTo>
                <a:cubicBezTo>
                  <a:pt x="111" y="130"/>
                  <a:pt x="114" y="125"/>
                  <a:pt x="117" y="120"/>
                </a:cubicBezTo>
                <a:cubicBezTo>
                  <a:pt x="127" y="106"/>
                  <a:pt x="136" y="92"/>
                  <a:pt x="136" y="74"/>
                </a:cubicBezTo>
                <a:cubicBezTo>
                  <a:pt x="136" y="40"/>
                  <a:pt x="109" y="12"/>
                  <a:pt x="74" y="12"/>
                </a:cubicBezTo>
                <a:cubicBezTo>
                  <a:pt x="40" y="12"/>
                  <a:pt x="12" y="40"/>
                  <a:pt x="12" y="74"/>
                </a:cubicBezTo>
                <a:cubicBezTo>
                  <a:pt x="12" y="92"/>
                  <a:pt x="21" y="106"/>
                  <a:pt x="31" y="120"/>
                </a:cubicBezTo>
                <a:cubicBezTo>
                  <a:pt x="35" y="125"/>
                  <a:pt x="38" y="130"/>
                  <a:pt x="41" y="136"/>
                </a:cubicBezTo>
                <a:cubicBezTo>
                  <a:pt x="43" y="139"/>
                  <a:pt x="45" y="146"/>
                  <a:pt x="46" y="15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Freeform 10">
            <a:extLst>
              <a:ext uri="{FF2B5EF4-FFF2-40B4-BE49-F238E27FC236}">
                <a16:creationId xmlns:a16="http://schemas.microsoft.com/office/drawing/2014/main" id="{162A9D6C-FD42-45D2-9B86-E4D39E4AF5DF}"/>
              </a:ext>
            </a:extLst>
          </p:cNvPr>
          <p:cNvSpPr>
            <a:spLocks noGrp="1"/>
          </p:cNvSpPr>
          <p:nvPr/>
        </p:nvSpPr>
        <p:spPr>
          <a:xfrm>
            <a:off x="7504266" y="3596014"/>
            <a:ext cx="242334" cy="159586"/>
          </a:xfrm>
          <a:custGeom>
            <a:avLst/>
            <a:gdLst/>
            <a:ahLst/>
            <a:cxnLst/>
            <a:rect l="0" t="0" r="r" b="b"/>
            <a:pathLst>
              <a:path w="74" h="49">
                <a:moveTo>
                  <a:pt x="0" y="0"/>
                </a:moveTo>
                <a:cubicBezTo>
                  <a:pt x="0" y="20"/>
                  <a:pt x="0" y="20"/>
                  <a:pt x="0" y="20"/>
                </a:cubicBezTo>
                <a:cubicBezTo>
                  <a:pt x="0" y="36"/>
                  <a:pt x="17" y="49"/>
                  <a:pt x="37" y="49"/>
                </a:cubicBezTo>
                <a:cubicBezTo>
                  <a:pt x="41" y="49"/>
                  <a:pt x="41" y="49"/>
                  <a:pt x="41" y="49"/>
                </a:cubicBezTo>
                <a:cubicBezTo>
                  <a:pt x="61" y="49"/>
                  <a:pt x="74" y="36"/>
                  <a:pt x="74" y="20"/>
                </a:cubicBezTo>
                <a:cubicBezTo>
                  <a:pt x="74" y="0"/>
                  <a:pt x="74" y="0"/>
                  <a:pt x="74" y="0"/>
                </a:cubicBez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Freeform 11">
            <a:extLst>
              <a:ext uri="{FF2B5EF4-FFF2-40B4-BE49-F238E27FC236}">
                <a16:creationId xmlns:a16="http://schemas.microsoft.com/office/drawing/2014/main" id="{F7AEC81F-7F72-4931-88E8-B16C55680E04}"/>
              </a:ext>
            </a:extLst>
          </p:cNvPr>
          <p:cNvSpPr>
            <a:spLocks noGrp="1"/>
          </p:cNvSpPr>
          <p:nvPr/>
        </p:nvSpPr>
        <p:spPr>
          <a:xfrm>
            <a:off x="7490474" y="3261081"/>
            <a:ext cx="277797" cy="222632"/>
          </a:xfrm>
          <a:custGeom>
            <a:avLst/>
            <a:gdLst/>
            <a:ahLst/>
            <a:cxnLst/>
            <a:rect l="0" t="0" r="r" b="b"/>
            <a:pathLst>
              <a:path w="85" h="68">
                <a:moveTo>
                  <a:pt x="83" y="9"/>
                </a:moveTo>
                <a:cubicBezTo>
                  <a:pt x="71" y="25"/>
                  <a:pt x="64" y="44"/>
                  <a:pt x="62" y="66"/>
                </a:cubicBezTo>
                <a:cubicBezTo>
                  <a:pt x="62" y="68"/>
                  <a:pt x="62" y="68"/>
                  <a:pt x="62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48"/>
                  <a:pt x="59" y="32"/>
                  <a:pt x="67" y="17"/>
                </a:cubicBezTo>
                <a:cubicBezTo>
                  <a:pt x="67" y="17"/>
                  <a:pt x="67" y="17"/>
                  <a:pt x="67" y="17"/>
                </a:cubicBezTo>
                <a:cubicBezTo>
                  <a:pt x="66" y="17"/>
                  <a:pt x="66" y="17"/>
                  <a:pt x="66" y="17"/>
                </a:cubicBezTo>
                <a:cubicBezTo>
                  <a:pt x="63" y="17"/>
                  <a:pt x="59" y="16"/>
                  <a:pt x="55" y="13"/>
                </a:cubicBezTo>
                <a:cubicBezTo>
                  <a:pt x="52" y="16"/>
                  <a:pt x="48" y="17"/>
                  <a:pt x="44" y="17"/>
                </a:cubicBezTo>
                <a:cubicBezTo>
                  <a:pt x="39" y="17"/>
                  <a:pt x="34" y="16"/>
                  <a:pt x="30" y="12"/>
                </a:cubicBezTo>
                <a:cubicBezTo>
                  <a:pt x="26" y="15"/>
                  <a:pt x="21" y="17"/>
                  <a:pt x="17" y="16"/>
                </a:cubicBezTo>
                <a:cubicBezTo>
                  <a:pt x="28" y="38"/>
                  <a:pt x="30" y="59"/>
                  <a:pt x="30" y="66"/>
                </a:cubicBezTo>
                <a:cubicBezTo>
                  <a:pt x="31" y="68"/>
                  <a:pt x="31" y="68"/>
                  <a:pt x="31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1" y="66"/>
                  <a:pt x="21" y="66"/>
                  <a:pt x="21" y="66"/>
                </a:cubicBezTo>
                <a:cubicBezTo>
                  <a:pt x="21" y="58"/>
                  <a:pt x="17" y="31"/>
                  <a:pt x="2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8"/>
                  <a:pt x="1" y="8"/>
                  <a:pt x="1" y="8"/>
                </a:cubicBezTo>
                <a:cubicBezTo>
                  <a:pt x="1" y="8"/>
                  <a:pt x="1" y="8"/>
                  <a:pt x="1" y="8"/>
                </a:cubicBezTo>
                <a:cubicBezTo>
                  <a:pt x="1" y="7"/>
                  <a:pt x="1" y="7"/>
                  <a:pt x="1" y="7"/>
                </a:cubicBezTo>
                <a:cubicBezTo>
                  <a:pt x="0" y="5"/>
                  <a:pt x="0" y="3"/>
                  <a:pt x="2" y="1"/>
                </a:cubicBezTo>
                <a:cubicBezTo>
                  <a:pt x="5" y="0"/>
                  <a:pt x="7" y="1"/>
                  <a:pt x="9" y="3"/>
                </a:cubicBezTo>
                <a:cubicBezTo>
                  <a:pt x="9" y="3"/>
                  <a:pt x="9" y="3"/>
                  <a:pt x="9" y="3"/>
                </a:cubicBezTo>
                <a:cubicBezTo>
                  <a:pt x="11" y="5"/>
                  <a:pt x="14" y="7"/>
                  <a:pt x="16" y="7"/>
                </a:cubicBezTo>
                <a:cubicBezTo>
                  <a:pt x="20" y="7"/>
                  <a:pt x="23" y="6"/>
                  <a:pt x="27" y="2"/>
                </a:cubicBezTo>
                <a:cubicBezTo>
                  <a:pt x="28" y="1"/>
                  <a:pt x="29" y="1"/>
                  <a:pt x="31" y="1"/>
                </a:cubicBezTo>
                <a:cubicBezTo>
                  <a:pt x="32" y="1"/>
                  <a:pt x="33" y="2"/>
                  <a:pt x="34" y="3"/>
                </a:cubicBezTo>
                <a:cubicBezTo>
                  <a:pt x="37" y="6"/>
                  <a:pt x="40" y="8"/>
                  <a:pt x="43" y="8"/>
                </a:cubicBezTo>
                <a:cubicBezTo>
                  <a:pt x="47" y="8"/>
                  <a:pt x="50" y="5"/>
                  <a:pt x="52" y="3"/>
                </a:cubicBezTo>
                <a:cubicBezTo>
                  <a:pt x="53" y="2"/>
                  <a:pt x="54" y="1"/>
                  <a:pt x="55" y="1"/>
                </a:cubicBezTo>
                <a:cubicBezTo>
                  <a:pt x="57" y="1"/>
                  <a:pt x="58" y="2"/>
                  <a:pt x="59" y="3"/>
                </a:cubicBezTo>
                <a:cubicBezTo>
                  <a:pt x="61" y="6"/>
                  <a:pt x="63" y="8"/>
                  <a:pt x="66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70" y="8"/>
                  <a:pt x="73" y="6"/>
                  <a:pt x="76" y="3"/>
                </a:cubicBezTo>
                <a:cubicBezTo>
                  <a:pt x="78" y="1"/>
                  <a:pt x="81" y="1"/>
                  <a:pt x="82" y="2"/>
                </a:cubicBezTo>
                <a:cubicBezTo>
                  <a:pt x="84" y="4"/>
                  <a:pt x="85" y="7"/>
                  <a:pt x="83" y="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Freeform 19">
            <a:extLst>
              <a:ext uri="{FF2B5EF4-FFF2-40B4-BE49-F238E27FC236}">
                <a16:creationId xmlns:a16="http://schemas.microsoft.com/office/drawing/2014/main" id="{008E026F-ACA7-4ACF-886C-8346DD4514F8}"/>
              </a:ext>
            </a:extLst>
          </p:cNvPr>
          <p:cNvSpPr>
            <a:spLocks noGrp="1"/>
          </p:cNvSpPr>
          <p:nvPr/>
        </p:nvSpPr>
        <p:spPr>
          <a:xfrm>
            <a:off x="4090005" y="5285648"/>
            <a:ext cx="599992" cy="600802"/>
          </a:xfrm>
          <a:custGeom>
            <a:avLst/>
            <a:gdLst/>
            <a:ahLst/>
            <a:cxnLst/>
            <a:rect l="0" t="0" r="r" b="b"/>
            <a:pathLst>
              <a:path w="311" h="312">
                <a:moveTo>
                  <a:pt x="281" y="130"/>
                </a:moveTo>
                <a:cubicBezTo>
                  <a:pt x="311" y="116"/>
                  <a:pt x="311" y="116"/>
                  <a:pt x="311" y="116"/>
                </a:cubicBezTo>
                <a:cubicBezTo>
                  <a:pt x="294" y="75"/>
                  <a:pt x="294" y="75"/>
                  <a:pt x="294" y="75"/>
                </a:cubicBezTo>
                <a:cubicBezTo>
                  <a:pt x="263" y="86"/>
                  <a:pt x="263" y="86"/>
                  <a:pt x="263" y="86"/>
                </a:cubicBezTo>
                <a:cubicBezTo>
                  <a:pt x="253" y="71"/>
                  <a:pt x="240" y="58"/>
                  <a:pt x="226" y="48"/>
                </a:cubicBezTo>
                <a:cubicBezTo>
                  <a:pt x="237" y="17"/>
                  <a:pt x="237" y="17"/>
                  <a:pt x="237" y="17"/>
                </a:cubicBezTo>
                <a:cubicBezTo>
                  <a:pt x="197" y="0"/>
                  <a:pt x="197" y="0"/>
                  <a:pt x="197" y="0"/>
                </a:cubicBezTo>
                <a:cubicBezTo>
                  <a:pt x="183" y="30"/>
                  <a:pt x="183" y="30"/>
                  <a:pt x="183" y="30"/>
                </a:cubicBezTo>
                <a:cubicBezTo>
                  <a:pt x="165" y="27"/>
                  <a:pt x="147" y="26"/>
                  <a:pt x="129" y="30"/>
                </a:cubicBezTo>
                <a:cubicBezTo>
                  <a:pt x="115" y="0"/>
                  <a:pt x="115" y="0"/>
                  <a:pt x="115" y="0"/>
                </a:cubicBezTo>
                <a:cubicBezTo>
                  <a:pt x="75" y="17"/>
                  <a:pt x="75" y="17"/>
                  <a:pt x="75" y="17"/>
                </a:cubicBezTo>
                <a:cubicBezTo>
                  <a:pt x="86" y="48"/>
                  <a:pt x="86" y="48"/>
                  <a:pt x="86" y="48"/>
                </a:cubicBezTo>
                <a:cubicBezTo>
                  <a:pt x="70" y="58"/>
                  <a:pt x="58" y="71"/>
                  <a:pt x="48" y="85"/>
                </a:cubicBezTo>
                <a:cubicBezTo>
                  <a:pt x="17" y="74"/>
                  <a:pt x="17" y="74"/>
                  <a:pt x="17" y="74"/>
                </a:cubicBezTo>
                <a:cubicBezTo>
                  <a:pt x="0" y="114"/>
                  <a:pt x="0" y="114"/>
                  <a:pt x="0" y="114"/>
                </a:cubicBezTo>
                <a:cubicBezTo>
                  <a:pt x="30" y="129"/>
                  <a:pt x="30" y="129"/>
                  <a:pt x="30" y="129"/>
                </a:cubicBezTo>
                <a:cubicBezTo>
                  <a:pt x="26" y="146"/>
                  <a:pt x="26" y="164"/>
                  <a:pt x="30" y="182"/>
                </a:cubicBezTo>
                <a:cubicBezTo>
                  <a:pt x="0" y="196"/>
                  <a:pt x="0" y="196"/>
                  <a:pt x="0" y="196"/>
                </a:cubicBezTo>
                <a:cubicBezTo>
                  <a:pt x="16" y="236"/>
                  <a:pt x="16" y="236"/>
                  <a:pt x="16" y="236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57" y="241"/>
                  <a:pt x="70" y="253"/>
                  <a:pt x="85" y="263"/>
                </a:cubicBezTo>
                <a:cubicBezTo>
                  <a:pt x="73" y="294"/>
                  <a:pt x="73" y="294"/>
                  <a:pt x="73" y="294"/>
                </a:cubicBezTo>
                <a:cubicBezTo>
                  <a:pt x="114" y="311"/>
                  <a:pt x="114" y="311"/>
                  <a:pt x="114" y="311"/>
                </a:cubicBezTo>
                <a:cubicBezTo>
                  <a:pt x="128" y="281"/>
                  <a:pt x="128" y="281"/>
                  <a:pt x="128" y="281"/>
                </a:cubicBezTo>
                <a:cubicBezTo>
                  <a:pt x="145" y="285"/>
                  <a:pt x="163" y="285"/>
                  <a:pt x="181" y="282"/>
                </a:cubicBezTo>
                <a:cubicBezTo>
                  <a:pt x="195" y="312"/>
                  <a:pt x="195" y="312"/>
                  <a:pt x="195" y="312"/>
                </a:cubicBezTo>
                <a:cubicBezTo>
                  <a:pt x="236" y="295"/>
                  <a:pt x="236" y="295"/>
                  <a:pt x="236" y="295"/>
                </a:cubicBezTo>
                <a:cubicBezTo>
                  <a:pt x="225" y="264"/>
                  <a:pt x="225" y="264"/>
                  <a:pt x="225" y="264"/>
                </a:cubicBezTo>
                <a:cubicBezTo>
                  <a:pt x="240" y="254"/>
                  <a:pt x="253" y="241"/>
                  <a:pt x="263" y="226"/>
                </a:cubicBezTo>
                <a:cubicBezTo>
                  <a:pt x="294" y="238"/>
                  <a:pt x="294" y="238"/>
                  <a:pt x="294" y="238"/>
                </a:cubicBezTo>
                <a:cubicBezTo>
                  <a:pt x="311" y="197"/>
                  <a:pt x="311" y="197"/>
                  <a:pt x="311" y="197"/>
                </a:cubicBezTo>
                <a:cubicBezTo>
                  <a:pt x="281" y="183"/>
                  <a:pt x="281" y="183"/>
                  <a:pt x="281" y="183"/>
                </a:cubicBezTo>
                <a:cubicBezTo>
                  <a:pt x="285" y="166"/>
                  <a:pt x="285" y="148"/>
                  <a:pt x="281" y="130"/>
                </a:cubicBezTo>
                <a:close/>
                <a:moveTo>
                  <a:pt x="155" y="254"/>
                </a:moveTo>
                <a:cubicBezTo>
                  <a:pt x="101" y="254"/>
                  <a:pt x="57" y="210"/>
                  <a:pt x="57" y="156"/>
                </a:cubicBezTo>
                <a:cubicBezTo>
                  <a:pt x="57" y="101"/>
                  <a:pt x="101" y="57"/>
                  <a:pt x="155" y="57"/>
                </a:cubicBezTo>
                <a:cubicBezTo>
                  <a:pt x="210" y="57"/>
                  <a:pt x="254" y="101"/>
                  <a:pt x="254" y="156"/>
                </a:cubicBezTo>
                <a:cubicBezTo>
                  <a:pt x="254" y="210"/>
                  <a:pt x="210" y="254"/>
                  <a:pt x="155" y="25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Oval 131">
            <a:extLst>
              <a:ext uri="{FF2B5EF4-FFF2-40B4-BE49-F238E27FC236}">
                <a16:creationId xmlns:a16="http://schemas.microsoft.com/office/drawing/2014/main" id="{C25D6D6D-177E-45BC-AAEE-446384F3239C}"/>
              </a:ext>
            </a:extLst>
          </p:cNvPr>
          <p:cNvSpPr>
            <a:spLocks noGrp="1"/>
          </p:cNvSpPr>
          <p:nvPr/>
        </p:nvSpPr>
        <p:spPr>
          <a:xfrm>
            <a:off x="4261468" y="2764392"/>
            <a:ext cx="257064" cy="260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2" name="Freeform 134">
            <a:extLst>
              <a:ext uri="{FF2B5EF4-FFF2-40B4-BE49-F238E27FC236}">
                <a16:creationId xmlns:a16="http://schemas.microsoft.com/office/drawing/2014/main" id="{6AA09AAD-C368-4A89-86DF-BFE9F9487521}"/>
              </a:ext>
            </a:extLst>
          </p:cNvPr>
          <p:cNvSpPr>
            <a:spLocks noGrp="1"/>
          </p:cNvSpPr>
          <p:nvPr/>
        </p:nvSpPr>
        <p:spPr>
          <a:xfrm>
            <a:off x="4104374" y="3065348"/>
            <a:ext cx="571254" cy="248408"/>
          </a:xfrm>
          <a:custGeom>
            <a:avLst/>
            <a:gdLst/>
            <a:ahLst/>
            <a:cxnLst/>
            <a:rect l="0" t="0" r="r" b="b"/>
            <a:pathLst>
              <a:path w="200" h="87">
                <a:moveTo>
                  <a:pt x="35" y="87"/>
                </a:moveTo>
                <a:cubicBezTo>
                  <a:pt x="35" y="72"/>
                  <a:pt x="35" y="72"/>
                  <a:pt x="35" y="72"/>
                </a:cubicBezTo>
                <a:cubicBezTo>
                  <a:pt x="46" y="72"/>
                  <a:pt x="46" y="72"/>
                  <a:pt x="46" y="72"/>
                </a:cubicBezTo>
                <a:cubicBezTo>
                  <a:pt x="46" y="87"/>
                  <a:pt x="46" y="87"/>
                  <a:pt x="46" y="87"/>
                </a:cubicBezTo>
                <a:cubicBezTo>
                  <a:pt x="155" y="87"/>
                  <a:pt x="155" y="87"/>
                  <a:pt x="155" y="87"/>
                </a:cubicBezTo>
                <a:cubicBezTo>
                  <a:pt x="155" y="72"/>
                  <a:pt x="155" y="72"/>
                  <a:pt x="155" y="72"/>
                </a:cubicBezTo>
                <a:cubicBezTo>
                  <a:pt x="166" y="72"/>
                  <a:pt x="166" y="72"/>
                  <a:pt x="166" y="72"/>
                </a:cubicBezTo>
                <a:cubicBezTo>
                  <a:pt x="166" y="87"/>
                  <a:pt x="166" y="87"/>
                  <a:pt x="166" y="87"/>
                </a:cubicBezTo>
                <a:cubicBezTo>
                  <a:pt x="199" y="87"/>
                  <a:pt x="199" y="87"/>
                  <a:pt x="199" y="87"/>
                </a:cubicBezTo>
                <a:cubicBezTo>
                  <a:pt x="199" y="47"/>
                  <a:pt x="200" y="43"/>
                  <a:pt x="200" y="43"/>
                </a:cubicBezTo>
                <a:cubicBezTo>
                  <a:pt x="200" y="19"/>
                  <a:pt x="180" y="0"/>
                  <a:pt x="15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100" y="80"/>
                  <a:pt x="100" y="80"/>
                  <a:pt x="100" y="80"/>
                </a:cubicBezTo>
                <a:cubicBezTo>
                  <a:pt x="60" y="0"/>
                  <a:pt x="60" y="0"/>
                  <a:pt x="60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5" y="0"/>
                  <a:pt x="44" y="0"/>
                  <a:pt x="44" y="0"/>
                </a:cubicBezTo>
                <a:cubicBezTo>
                  <a:pt x="20" y="0"/>
                  <a:pt x="1" y="19"/>
                  <a:pt x="1" y="43"/>
                </a:cubicBezTo>
                <a:cubicBezTo>
                  <a:pt x="1" y="43"/>
                  <a:pt x="0" y="47"/>
                  <a:pt x="0" y="87"/>
                </a:cubicBezTo>
                <a:lnTo>
                  <a:pt x="35" y="8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9FD69B2-4A3A-4F0F-BD83-9F53C8B10C7C}"/>
              </a:ext>
            </a:extLst>
          </p:cNvPr>
          <p:cNvSpPr>
            <a:spLocks noGrp="1"/>
          </p:cNvSpPr>
          <p:nvPr/>
        </p:nvSpPr>
        <p:spPr>
          <a:xfrm>
            <a:off x="5648110" y="2354682"/>
            <a:ext cx="618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A40FC07-F510-47BE-84B7-987B2D37911C}"/>
              </a:ext>
            </a:extLst>
          </p:cNvPr>
          <p:cNvSpPr>
            <a:spLocks noGrp="1"/>
          </p:cNvSpPr>
          <p:nvPr/>
        </p:nvSpPr>
        <p:spPr>
          <a:xfrm>
            <a:off x="5648110" y="3576432"/>
            <a:ext cx="618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C1F4F6A-83FC-4651-A8D3-18DFF735D1E0}"/>
              </a:ext>
            </a:extLst>
          </p:cNvPr>
          <p:cNvSpPr>
            <a:spLocks noGrp="1"/>
          </p:cNvSpPr>
          <p:nvPr/>
        </p:nvSpPr>
        <p:spPr>
          <a:xfrm>
            <a:off x="5670196" y="4728753"/>
            <a:ext cx="618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AB9808A-BF40-426D-96B9-ADC3A99E73AE}"/>
              </a:ext>
            </a:extLst>
          </p:cNvPr>
          <p:cNvSpPr>
            <a:spLocks noGrp="1"/>
          </p:cNvSpPr>
          <p:nvPr/>
        </p:nvSpPr>
        <p:spPr>
          <a:xfrm>
            <a:off x="5670196" y="5943230"/>
            <a:ext cx="618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F15CA85-9F7F-438E-9C57-4C66BADE23E4}"/>
              </a:ext>
            </a:extLst>
          </p:cNvPr>
          <p:cNvSpPr>
            <a:spLocks noGrp="1"/>
          </p:cNvSpPr>
          <p:nvPr/>
        </p:nvSpPr>
        <p:spPr>
          <a:xfrm>
            <a:off x="5306221" y="1924314"/>
            <a:ext cx="13660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46CA115-62C3-4DEA-9420-FECCF89400EA}"/>
              </a:ext>
            </a:extLst>
          </p:cNvPr>
          <p:cNvSpPr>
            <a:spLocks noGrp="1"/>
          </p:cNvSpPr>
          <p:nvPr/>
        </p:nvSpPr>
        <p:spPr>
          <a:xfrm>
            <a:off x="5306221" y="3230102"/>
            <a:ext cx="13660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4692CB8-976A-4C16-BB89-A61A63DC00C2}"/>
              </a:ext>
            </a:extLst>
          </p:cNvPr>
          <p:cNvSpPr>
            <a:spLocks noGrp="1"/>
          </p:cNvSpPr>
          <p:nvPr/>
        </p:nvSpPr>
        <p:spPr>
          <a:xfrm>
            <a:off x="5319021" y="4383158"/>
            <a:ext cx="13660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B5F55D5-9194-4290-9A3E-5F94BAE8ABFD}"/>
              </a:ext>
            </a:extLst>
          </p:cNvPr>
          <p:cNvSpPr>
            <a:spLocks noGrp="1"/>
          </p:cNvSpPr>
          <p:nvPr/>
        </p:nvSpPr>
        <p:spPr>
          <a:xfrm>
            <a:off x="5319021" y="5688946"/>
            <a:ext cx="13660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1" name="Rectangle 89">
            <a:extLst>
              <a:ext uri="{FF2B5EF4-FFF2-40B4-BE49-F238E27FC236}">
                <a16:creationId xmlns:a16="http://schemas.microsoft.com/office/drawing/2014/main" id="{9F0AD807-B6C2-4C29-81C5-4BE3D87875F0}"/>
              </a:ext>
            </a:extLst>
          </p:cNvPr>
          <p:cNvSpPr>
            <a:spLocks noGrp="1"/>
          </p:cNvSpPr>
          <p:nvPr/>
        </p:nvSpPr>
        <p:spPr>
          <a:xfrm>
            <a:off x="8725498" y="2680957"/>
            <a:ext cx="219127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52" name="Rectangle 89">
            <a:extLst>
              <a:ext uri="{FF2B5EF4-FFF2-40B4-BE49-F238E27FC236}">
                <a16:creationId xmlns:a16="http://schemas.microsoft.com/office/drawing/2014/main" id="{7277A94B-17F2-44D4-9DCC-E4C7B165C5C8}"/>
              </a:ext>
            </a:extLst>
          </p:cNvPr>
          <p:cNvSpPr>
            <a:spLocks noGrp="1"/>
          </p:cNvSpPr>
          <p:nvPr/>
        </p:nvSpPr>
        <p:spPr>
          <a:xfrm>
            <a:off x="1335034" y="2496516"/>
            <a:ext cx="226286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53" name="Rectangle 89">
            <a:extLst>
              <a:ext uri="{FF2B5EF4-FFF2-40B4-BE49-F238E27FC236}">
                <a16:creationId xmlns:a16="http://schemas.microsoft.com/office/drawing/2014/main" id="{5D5B2C37-646F-4E6D-8C63-419501E41662}"/>
              </a:ext>
            </a:extLst>
          </p:cNvPr>
          <p:cNvSpPr>
            <a:spLocks noGrp="1"/>
          </p:cNvSpPr>
          <p:nvPr/>
        </p:nvSpPr>
        <p:spPr>
          <a:xfrm>
            <a:off x="8725498" y="4966819"/>
            <a:ext cx="219127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54" name="Rectangle 89">
            <a:extLst>
              <a:ext uri="{FF2B5EF4-FFF2-40B4-BE49-F238E27FC236}">
                <a16:creationId xmlns:a16="http://schemas.microsoft.com/office/drawing/2014/main" id="{07B3BD16-EF85-40EA-A72F-30B07B08F919}"/>
              </a:ext>
            </a:extLst>
          </p:cNvPr>
          <p:cNvSpPr>
            <a:spLocks noGrp="1"/>
          </p:cNvSpPr>
          <p:nvPr/>
        </p:nvSpPr>
        <p:spPr>
          <a:xfrm>
            <a:off x="1249309" y="4013572"/>
            <a:ext cx="226286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822988D-88CF-453C-B064-02FA8C665C77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E21232A-1007-41C7-BA3B-598F56F11D89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TextBox 62">
            <a:extLst>
              <a:ext uri="{FF2B5EF4-FFF2-40B4-BE49-F238E27FC236}">
                <a16:creationId xmlns:a16="http://schemas.microsoft.com/office/drawing/2014/main" id="{4A783A76-C83B-462E-AA6C-B2CF06B1FF02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CB4DA5A-029D-4C6D-ABB6-B338D54A0B5A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65C16D05-9A20-483D-8AA2-19AF7A3FC227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C48134E-960C-47D4-8D5C-B057E6A58B98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2" name="kicker-marker">
            <a:extLst>
              <a:ext uri="{FF2B5EF4-FFF2-40B4-BE49-F238E27FC236}">
                <a16:creationId xmlns:a16="http://schemas.microsoft.com/office/drawing/2014/main" id="{D669AC10-787B-4B34-8A2E-100EDEF484AA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kicker-label">
            <a:extLst>
              <a:ext uri="{FF2B5EF4-FFF2-40B4-BE49-F238E27FC236}">
                <a16:creationId xmlns:a16="http://schemas.microsoft.com/office/drawing/2014/main" id="{01D01E9B-7B3A-4663-B6F0-A3B7F481DA8F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27 · 用户手册</a:t>
            </a:r>
          </a:p>
        </p:txBody>
      </p:sp>
      <p:sp>
        <p:nvSpPr>
          <p:cNvPr id="64" name="page-marker">
            <a:extLst>
              <a:ext uri="{FF2B5EF4-FFF2-40B4-BE49-F238E27FC236}">
                <a16:creationId xmlns:a16="http://schemas.microsoft.com/office/drawing/2014/main" id="{29564C3D-4BEC-4A25-A4E7-2ECC7DD67DC7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28 / 31</a:t>
            </a:r>
          </a:p>
        </p:txBody>
      </p:sp>
      <p:sp>
        <p:nvSpPr>
          <p:cNvPr id="65" name="content-panel">
            <a:extLst>
              <a:ext uri="{FF2B5EF4-FFF2-40B4-BE49-F238E27FC236}">
                <a16:creationId xmlns:a16="http://schemas.microsoft.com/office/drawing/2014/main" id="{1B367D58-8723-4BC3-9F4B-134DEC9BB16F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claim-title">
            <a:extLst>
              <a:ext uri="{FF2B5EF4-FFF2-40B4-BE49-F238E27FC236}">
                <a16:creationId xmlns:a16="http://schemas.microsoft.com/office/drawing/2014/main" id="{36820D86-BAC3-4CB3-8EAF-AC39A5E17ECF}"/>
              </a:ext>
            </a:extLst>
          </p:cNvPr>
          <p:cNvSpPr>
            <a:spLocks noGrp="1"/>
          </p:cNvSpPr>
          <p:nvPr/>
        </p:nvSpPr>
        <p:spPr>
          <a:xfrm>
            <a:off x="771525" y="2149751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User Manual</a:t>
            </a:r>
          </a:p>
        </p:txBody>
      </p:sp>
      <p:sp>
        <p:nvSpPr>
          <p:cNvPr id="67" name="support-claim">
            <a:extLst>
              <a:ext uri="{FF2B5EF4-FFF2-40B4-BE49-F238E27FC236}">
                <a16:creationId xmlns:a16="http://schemas.microsoft.com/office/drawing/2014/main" id="{D4833539-25C4-438E-8D2E-FD38824765C0}"/>
              </a:ext>
            </a:extLst>
          </p:cNvPr>
          <p:cNvSpPr>
            <a:spLocks noGrp="1"/>
          </p:cNvSpPr>
          <p:nvPr/>
        </p:nvSpPr>
        <p:spPr>
          <a:xfrm>
            <a:off x="771525" y="2797451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用户手册作为 SRS 评审辅助材料已归档。</a:t>
            </a:r>
          </a:p>
        </p:txBody>
      </p:sp>
      <p:sp>
        <p:nvSpPr>
          <p:cNvPr id="68" name="question-label">
            <a:extLst>
              <a:ext uri="{FF2B5EF4-FFF2-40B4-BE49-F238E27FC236}">
                <a16:creationId xmlns:a16="http://schemas.microsoft.com/office/drawing/2014/main" id="{549E79B5-8751-4071-9C48-38B96A8A8AE3}"/>
              </a:ext>
            </a:extLst>
          </p:cNvPr>
          <p:cNvSpPr>
            <a:spLocks noGrp="1"/>
          </p:cNvSpPr>
          <p:nvPr/>
        </p:nvSpPr>
        <p:spPr>
          <a:xfrm>
            <a:off x="771525" y="3711851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69" name="question-text">
            <a:extLst>
              <a:ext uri="{FF2B5EF4-FFF2-40B4-BE49-F238E27FC236}">
                <a16:creationId xmlns:a16="http://schemas.microsoft.com/office/drawing/2014/main" id="{FFC6487F-B181-4CD7-A96C-38469D713874}"/>
              </a:ext>
            </a:extLst>
          </p:cNvPr>
          <p:cNvSpPr>
            <a:spLocks noGrp="1"/>
          </p:cNvSpPr>
          <p:nvPr/>
        </p:nvSpPr>
        <p:spPr>
          <a:xfrm>
            <a:off x="771526" y="4092851"/>
            <a:ext cx="504069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为便于</a:t>
            </a:r>
            <a:r>
              <a:rPr sz="11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SRS </a:t>
            </a:r>
            <a:r>
              <a:rPr sz="1125" b="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的理解和评审，是否提交了初步的</a:t>
            </a:r>
            <a:r>
              <a:rPr sz="11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 User </a:t>
            </a:r>
            <a:r>
              <a:rPr sz="1125" b="0" dirty="0" err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Manual？描述是否正确、有效</a:t>
            </a:r>
            <a:r>
              <a:rPr sz="1125" b="0" dirty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72" name="proof-frame">
            <a:extLst>
              <a:ext uri="{FF2B5EF4-FFF2-40B4-BE49-F238E27FC236}">
                <a16:creationId xmlns:a16="http://schemas.microsoft.com/office/drawing/2014/main" id="{61A71F62-8550-440F-8DAF-4135C4C288FD}"/>
              </a:ext>
            </a:extLst>
          </p:cNvPr>
          <p:cNvSpPr>
            <a:spLocks noGrp="1"/>
          </p:cNvSpPr>
          <p:nvPr/>
        </p:nvSpPr>
        <p:spPr>
          <a:xfrm>
            <a:off x="664845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968395-E6C7-1B25-3092-C7760EFF7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952" y="1258125"/>
            <a:ext cx="2498539" cy="41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19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93E87E3D-D0FE-4CF7-8C1D-9B3EF8067FE0}"/>
              </a:ext>
            </a:extLst>
          </p:cNvPr>
          <p:cNvSpPr>
            <a:spLocks noGrp="1"/>
          </p:cNvSpPr>
          <p:nvPr/>
        </p:nvSpPr>
        <p:spPr>
          <a:xfrm>
            <a:off x="4493712" y="1767686"/>
            <a:ext cx="1272313" cy="1257421"/>
          </a:xfrm>
          <a:custGeom>
            <a:avLst/>
            <a:gdLst/>
            <a:ahLst/>
            <a:cxnLst/>
            <a:rect l="l" t="t" r="r" b="b"/>
            <a:pathLst>
              <a:path w="1194829" h="1180844">
                <a:moveTo>
                  <a:pt x="1171231" y="779400"/>
                </a:moveTo>
                <a:lnTo>
                  <a:pt x="585792" y="37844"/>
                </a:lnTo>
                <a:cubicBezTo>
                  <a:pt x="520743" y="-21629"/>
                  <a:pt x="455694" y="-8619"/>
                  <a:pt x="390645" y="60146"/>
                </a:cubicBezTo>
                <a:cubicBezTo>
                  <a:pt x="171338" y="262727"/>
                  <a:pt x="13363" y="643727"/>
                  <a:pt x="353" y="1035878"/>
                </a:cubicBezTo>
                <a:cubicBezTo>
                  <a:pt x="-5223" y="1145532"/>
                  <a:pt x="56108" y="1165976"/>
                  <a:pt x="117440" y="1180844"/>
                </a:cubicBezTo>
                <a:lnTo>
                  <a:pt x="1020689" y="1180844"/>
                </a:lnTo>
                <a:cubicBezTo>
                  <a:pt x="1082020" y="1169692"/>
                  <a:pt x="1109899" y="1125088"/>
                  <a:pt x="1137777" y="1080483"/>
                </a:cubicBezTo>
                <a:cubicBezTo>
                  <a:pt x="1122909" y="1013576"/>
                  <a:pt x="1130342" y="941092"/>
                  <a:pt x="1176806" y="879761"/>
                </a:cubicBezTo>
                <a:cubicBezTo>
                  <a:pt x="1219553" y="835155"/>
                  <a:pt x="1173089" y="812854"/>
                  <a:pt x="1171231" y="77940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84832E3B-2BD1-48F7-9945-402B5EFAF7A2}"/>
              </a:ext>
            </a:extLst>
          </p:cNvPr>
          <p:cNvSpPr>
            <a:spLocks noGrp="1"/>
          </p:cNvSpPr>
          <p:nvPr/>
        </p:nvSpPr>
        <p:spPr>
          <a:xfrm>
            <a:off x="5219743" y="1321669"/>
            <a:ext cx="1857961" cy="1255150"/>
          </a:xfrm>
          <a:custGeom>
            <a:avLst/>
            <a:gdLst/>
            <a:ahLst/>
            <a:cxnLst/>
            <a:rect l="l" t="t" r="r" b="b"/>
            <a:pathLst>
              <a:path w="1744811" h="1178711">
                <a:moveTo>
                  <a:pt x="673409" y="1153650"/>
                </a:moveTo>
                <a:lnTo>
                  <a:pt x="26638" y="356338"/>
                </a:lnTo>
                <a:cubicBezTo>
                  <a:pt x="-30976" y="293148"/>
                  <a:pt x="17345" y="235533"/>
                  <a:pt x="54516" y="200221"/>
                </a:cubicBezTo>
                <a:cubicBezTo>
                  <a:pt x="541453" y="-84135"/>
                  <a:pt x="1229112" y="-78559"/>
                  <a:pt x="1716048" y="300582"/>
                </a:cubicBezTo>
                <a:cubicBezTo>
                  <a:pt x="1758794" y="345187"/>
                  <a:pt x="1751360" y="395367"/>
                  <a:pt x="1710472" y="434396"/>
                </a:cubicBezTo>
                <a:lnTo>
                  <a:pt x="1007945" y="1148074"/>
                </a:lnTo>
                <a:cubicBezTo>
                  <a:pt x="952189" y="1205689"/>
                  <a:pt x="918736" y="1162943"/>
                  <a:pt x="874131" y="1170377"/>
                </a:cubicBezTo>
                <a:cubicBezTo>
                  <a:pt x="807224" y="1136923"/>
                  <a:pt x="740316" y="1159226"/>
                  <a:pt x="673409" y="115365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任意多边形 12">
            <a:extLst>
              <a:ext uri="{FF2B5EF4-FFF2-40B4-BE49-F238E27FC236}">
                <a16:creationId xmlns:a16="http://schemas.microsoft.com/office/drawing/2014/main" id="{2B2A211D-62B2-490E-B71C-99E6896E8D88}"/>
              </a:ext>
            </a:extLst>
          </p:cNvPr>
          <p:cNvSpPr>
            <a:spLocks noGrp="1"/>
          </p:cNvSpPr>
          <p:nvPr/>
        </p:nvSpPr>
        <p:spPr>
          <a:xfrm>
            <a:off x="6317346" y="1863548"/>
            <a:ext cx="1321362" cy="1996313"/>
          </a:xfrm>
          <a:custGeom>
            <a:avLst/>
            <a:gdLst/>
            <a:ahLst/>
            <a:cxnLst/>
            <a:rect l="l" t="t" r="r" b="b"/>
            <a:pathLst>
              <a:path w="1240891" h="1874738">
                <a:moveTo>
                  <a:pt x="807953" y="25879"/>
                </a:moveTo>
                <a:lnTo>
                  <a:pt x="16217" y="828767"/>
                </a:lnTo>
                <a:cubicBezTo>
                  <a:pt x="57104" y="1016480"/>
                  <a:pt x="-41397" y="1064801"/>
                  <a:pt x="21792" y="1124275"/>
                </a:cubicBezTo>
                <a:lnTo>
                  <a:pt x="729895" y="1854679"/>
                </a:lnTo>
                <a:cubicBezTo>
                  <a:pt x="770783" y="1891850"/>
                  <a:pt x="806095" y="1873265"/>
                  <a:pt x="852558" y="1832377"/>
                </a:cubicBezTo>
                <a:cubicBezTo>
                  <a:pt x="1220548" y="1583333"/>
                  <a:pt x="1471451" y="592733"/>
                  <a:pt x="919465" y="31455"/>
                </a:cubicBezTo>
                <a:cubicBezTo>
                  <a:pt x="887869" y="7293"/>
                  <a:pt x="850700" y="-22442"/>
                  <a:pt x="807953" y="25879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任意多边形 13">
            <a:extLst>
              <a:ext uri="{FF2B5EF4-FFF2-40B4-BE49-F238E27FC236}">
                <a16:creationId xmlns:a16="http://schemas.microsoft.com/office/drawing/2014/main" id="{81EA11EA-DDD7-4BFD-AD3E-9D194F3E657F}"/>
              </a:ext>
            </a:extLst>
          </p:cNvPr>
          <p:cNvSpPr>
            <a:spLocks noGrp="1"/>
          </p:cNvSpPr>
          <p:nvPr/>
        </p:nvSpPr>
        <p:spPr>
          <a:xfrm>
            <a:off x="5379659" y="3163618"/>
            <a:ext cx="1535481" cy="1316100"/>
          </a:xfrm>
          <a:custGeom>
            <a:avLst/>
            <a:gdLst/>
            <a:ahLst/>
            <a:cxnLst/>
            <a:rect l="l" t="t" r="r" b="b"/>
            <a:pathLst>
              <a:path w="1441970" h="1235950">
                <a:moveTo>
                  <a:pt x="774134" y="20467"/>
                </a:moveTo>
                <a:lnTo>
                  <a:pt x="1420905" y="667238"/>
                </a:lnTo>
                <a:cubicBezTo>
                  <a:pt x="1517549" y="762022"/>
                  <a:pt x="1251779" y="879111"/>
                  <a:pt x="1225759" y="1135589"/>
                </a:cubicBezTo>
                <a:cubicBezTo>
                  <a:pt x="1225759" y="1180194"/>
                  <a:pt x="1197880" y="1224798"/>
                  <a:pt x="1142124" y="1235950"/>
                </a:cubicBezTo>
                <a:lnTo>
                  <a:pt x="116212" y="1235950"/>
                </a:lnTo>
                <a:cubicBezTo>
                  <a:pt x="23284" y="1228516"/>
                  <a:pt x="8418" y="1182053"/>
                  <a:pt x="4700" y="1113287"/>
                </a:cubicBezTo>
                <a:cubicBezTo>
                  <a:pt x="-41764" y="315974"/>
                  <a:pt x="263036" y="187736"/>
                  <a:pt x="618017" y="26043"/>
                </a:cubicBezTo>
                <a:cubicBezTo>
                  <a:pt x="670056" y="-3694"/>
                  <a:pt x="727671" y="-11128"/>
                  <a:pt x="774134" y="20467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E804DA-833D-426E-BB57-B48272B4426B}"/>
              </a:ext>
            </a:extLst>
          </p:cNvPr>
          <p:cNvSpPr>
            <a:spLocks noGrp="1"/>
          </p:cNvSpPr>
          <p:nvPr/>
        </p:nvSpPr>
        <p:spPr>
          <a:xfrm>
            <a:off x="4597227" y="2188557"/>
            <a:ext cx="8905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47FCF65-A7C6-4F1B-81CF-E0A5CEADD01B}"/>
              </a:ext>
            </a:extLst>
          </p:cNvPr>
          <p:cNvSpPr>
            <a:spLocks noGrp="1"/>
          </p:cNvSpPr>
          <p:nvPr/>
        </p:nvSpPr>
        <p:spPr>
          <a:xfrm>
            <a:off x="5702141" y="1540382"/>
            <a:ext cx="8905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E24632-A8EB-42CF-8D3A-091B8B757B61}"/>
              </a:ext>
            </a:extLst>
          </p:cNvPr>
          <p:cNvSpPr>
            <a:spLocks noGrp="1"/>
          </p:cNvSpPr>
          <p:nvPr/>
        </p:nvSpPr>
        <p:spPr>
          <a:xfrm>
            <a:off x="6315125" y="2551031"/>
            <a:ext cx="8905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3D82218-5DE1-46AE-B9D0-269B080DEE1B}"/>
              </a:ext>
            </a:extLst>
          </p:cNvPr>
          <p:cNvSpPr>
            <a:spLocks noGrp="1"/>
          </p:cNvSpPr>
          <p:nvPr/>
        </p:nvSpPr>
        <p:spPr>
          <a:xfrm>
            <a:off x="5599283" y="3566986"/>
            <a:ext cx="8905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9" name="Rectangle 89">
            <a:extLst>
              <a:ext uri="{FF2B5EF4-FFF2-40B4-BE49-F238E27FC236}">
                <a16:creationId xmlns:a16="http://schemas.microsoft.com/office/drawing/2014/main" id="{A16DFEF0-6E38-4C60-A287-B18CE374327E}"/>
              </a:ext>
            </a:extLst>
          </p:cNvPr>
          <p:cNvSpPr>
            <a:spLocks noGrp="1"/>
          </p:cNvSpPr>
          <p:nvPr/>
        </p:nvSpPr>
        <p:spPr>
          <a:xfrm>
            <a:off x="8124294" y="2335077"/>
            <a:ext cx="3024866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30" name="Rectangle 89">
            <a:extLst>
              <a:ext uri="{FF2B5EF4-FFF2-40B4-BE49-F238E27FC236}">
                <a16:creationId xmlns:a16="http://schemas.microsoft.com/office/drawing/2014/main" id="{593DD4AE-AA8E-45C9-B7F1-88C38665F44F}"/>
              </a:ext>
            </a:extLst>
          </p:cNvPr>
          <p:cNvSpPr>
            <a:spLocks noGrp="1"/>
          </p:cNvSpPr>
          <p:nvPr/>
        </p:nvSpPr>
        <p:spPr>
          <a:xfrm>
            <a:off x="684322" y="1530160"/>
            <a:ext cx="3123684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31" name="Rectangle 89">
            <a:extLst>
              <a:ext uri="{FF2B5EF4-FFF2-40B4-BE49-F238E27FC236}">
                <a16:creationId xmlns:a16="http://schemas.microsoft.com/office/drawing/2014/main" id="{E3003039-DE77-4317-AB6D-855FD3C96F86}"/>
              </a:ext>
            </a:extLst>
          </p:cNvPr>
          <p:cNvSpPr>
            <a:spLocks noGrp="1"/>
          </p:cNvSpPr>
          <p:nvPr/>
        </p:nvSpPr>
        <p:spPr>
          <a:xfrm>
            <a:off x="7956306" y="4725384"/>
            <a:ext cx="3024866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32" name="Rectangle 89">
            <a:extLst>
              <a:ext uri="{FF2B5EF4-FFF2-40B4-BE49-F238E27FC236}">
                <a16:creationId xmlns:a16="http://schemas.microsoft.com/office/drawing/2014/main" id="{7A56E060-AD27-41C6-8217-C28AAD7D9D44}"/>
              </a:ext>
            </a:extLst>
          </p:cNvPr>
          <p:cNvSpPr>
            <a:spLocks noGrp="1"/>
          </p:cNvSpPr>
          <p:nvPr/>
        </p:nvSpPr>
        <p:spPr>
          <a:xfrm>
            <a:off x="684322" y="4714692"/>
            <a:ext cx="312368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B562BD8-AB4E-4AE1-9C3C-37AF75B40A19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EB70B8A-3EE5-4735-B338-31278B7B2003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62">
            <a:extLst>
              <a:ext uri="{FF2B5EF4-FFF2-40B4-BE49-F238E27FC236}">
                <a16:creationId xmlns:a16="http://schemas.microsoft.com/office/drawing/2014/main" id="{8C5C8B4C-94C2-43C2-8BC4-3E9A4BF43A3B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906DCB0-A87A-4265-A43B-6B6EF47E02BA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7EB203A0-1B7F-4D01-BEAF-51AB5C705DD4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8234E61-BF6E-4D34-BFA5-8A3AB7DE16C0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0" name="kicker-marker">
            <a:extLst>
              <a:ext uri="{FF2B5EF4-FFF2-40B4-BE49-F238E27FC236}">
                <a16:creationId xmlns:a16="http://schemas.microsoft.com/office/drawing/2014/main" id="{9288280A-55D2-4821-A8C0-2BBEABF0387E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kicker-label">
            <a:extLst>
              <a:ext uri="{FF2B5EF4-FFF2-40B4-BE49-F238E27FC236}">
                <a16:creationId xmlns:a16="http://schemas.microsoft.com/office/drawing/2014/main" id="{D588B691-CFFE-4C43-9E37-74DE68F15CE3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28 · 内部评审</a:t>
            </a:r>
          </a:p>
        </p:txBody>
      </p:sp>
      <p:sp>
        <p:nvSpPr>
          <p:cNvPr id="42" name="page-marker">
            <a:extLst>
              <a:ext uri="{FF2B5EF4-FFF2-40B4-BE49-F238E27FC236}">
                <a16:creationId xmlns:a16="http://schemas.microsoft.com/office/drawing/2014/main" id="{D4B2257F-CCFC-4B64-868B-200BBA16EE94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29 / 31</a:t>
            </a:r>
          </a:p>
        </p:txBody>
      </p:sp>
      <p:sp>
        <p:nvSpPr>
          <p:cNvPr id="43" name="content-panel">
            <a:extLst>
              <a:ext uri="{FF2B5EF4-FFF2-40B4-BE49-F238E27FC236}">
                <a16:creationId xmlns:a16="http://schemas.microsoft.com/office/drawing/2014/main" id="{D1F4F48F-D424-4E3A-B521-FD47B8C63A4B}"/>
              </a:ext>
            </a:extLst>
          </p:cNvPr>
          <p:cNvSpPr>
            <a:spLocks noGrp="1"/>
          </p:cNvSpPr>
          <p:nvPr/>
        </p:nvSpPr>
        <p:spPr>
          <a:xfrm>
            <a:off x="6425977" y="984043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claim-title">
            <a:extLst>
              <a:ext uri="{FF2B5EF4-FFF2-40B4-BE49-F238E27FC236}">
                <a16:creationId xmlns:a16="http://schemas.microsoft.com/office/drawing/2014/main" id="{7D8A4CAE-0A01-4C3B-B164-67FA3E26990D}"/>
              </a:ext>
            </a:extLst>
          </p:cNvPr>
          <p:cNvSpPr>
            <a:spLocks noGrp="1"/>
          </p:cNvSpPr>
          <p:nvPr/>
        </p:nvSpPr>
        <p:spPr>
          <a:xfrm>
            <a:off x="6822565" y="1963134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小组内部评审</a:t>
            </a:r>
          </a:p>
        </p:txBody>
      </p:sp>
      <p:sp>
        <p:nvSpPr>
          <p:cNvPr id="45" name="support-claim">
            <a:extLst>
              <a:ext uri="{FF2B5EF4-FFF2-40B4-BE49-F238E27FC236}">
                <a16:creationId xmlns:a16="http://schemas.microsoft.com/office/drawing/2014/main" id="{0EC09436-BA26-45B0-A58C-9B9E9B520B6E}"/>
              </a:ext>
            </a:extLst>
          </p:cNvPr>
          <p:cNvSpPr>
            <a:spLocks noGrp="1"/>
          </p:cNvSpPr>
          <p:nvPr/>
        </p:nvSpPr>
        <p:spPr>
          <a:xfrm>
            <a:off x="6822565" y="2610834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内部评审纪要和评分数据证明已开展正式小组评审。</a:t>
            </a:r>
          </a:p>
        </p:txBody>
      </p:sp>
      <p:sp>
        <p:nvSpPr>
          <p:cNvPr id="46" name="question-label">
            <a:extLst>
              <a:ext uri="{FF2B5EF4-FFF2-40B4-BE49-F238E27FC236}">
                <a16:creationId xmlns:a16="http://schemas.microsoft.com/office/drawing/2014/main" id="{6531E6BF-8F23-4FBD-A929-314C01523A4B}"/>
              </a:ext>
            </a:extLst>
          </p:cNvPr>
          <p:cNvSpPr>
            <a:spLocks noGrp="1"/>
          </p:cNvSpPr>
          <p:nvPr/>
        </p:nvSpPr>
        <p:spPr>
          <a:xfrm>
            <a:off x="6822565" y="3525234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47" name="question-text">
            <a:extLst>
              <a:ext uri="{FF2B5EF4-FFF2-40B4-BE49-F238E27FC236}">
                <a16:creationId xmlns:a16="http://schemas.microsoft.com/office/drawing/2014/main" id="{43F952A8-6229-4B55-9828-7ED5B41F115D}"/>
              </a:ext>
            </a:extLst>
          </p:cNvPr>
          <p:cNvSpPr>
            <a:spLocks noGrp="1"/>
          </p:cNvSpPr>
          <p:nvPr/>
        </p:nvSpPr>
        <p:spPr>
          <a:xfrm>
            <a:off x="6822565" y="3906234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是否对 SRS 进行了正式的小组内部评审？是否有评审记录？</a:t>
            </a:r>
          </a:p>
        </p:txBody>
      </p:sp>
      <p:sp>
        <p:nvSpPr>
          <p:cNvPr id="50" name="proof-frame">
            <a:extLst>
              <a:ext uri="{FF2B5EF4-FFF2-40B4-BE49-F238E27FC236}">
                <a16:creationId xmlns:a16="http://schemas.microsoft.com/office/drawing/2014/main" id="{95000F73-902F-4E8C-B182-DBA82B4D5848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EA1FD1-F33A-5249-97EA-8C8A0CCCA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0967" y="1242745"/>
            <a:ext cx="2085758" cy="421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984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708D3133-41F4-444C-A9BB-5035D0F5DCEB}"/>
              </a:ext>
            </a:extLst>
          </p:cNvPr>
          <p:cNvSpPr>
            <a:spLocks noGrp="1"/>
          </p:cNvSpPr>
          <p:nvPr/>
        </p:nvSpPr>
        <p:spPr>
          <a:xfrm>
            <a:off x="1506476" y="4847819"/>
            <a:ext cx="1147763" cy="434975"/>
          </a:xfrm>
          <a:custGeom>
            <a:avLst/>
            <a:gdLst/>
            <a:ahLst/>
            <a:cxnLst/>
            <a:rect l="0" t="0" r="r" b="b"/>
            <a:pathLst>
              <a:path w="230" h="87">
                <a:moveTo>
                  <a:pt x="115" y="61"/>
                </a:moveTo>
                <a:cubicBezTo>
                  <a:pt x="80" y="61"/>
                  <a:pt x="48" y="71"/>
                  <a:pt x="20" y="87"/>
                </a:cubicBezTo>
                <a:cubicBezTo>
                  <a:pt x="0" y="53"/>
                  <a:pt x="0" y="53"/>
                  <a:pt x="0" y="53"/>
                </a:cubicBezTo>
                <a:cubicBezTo>
                  <a:pt x="25" y="38"/>
                  <a:pt x="54" y="28"/>
                  <a:pt x="84" y="24"/>
                </a:cubicBezTo>
                <a:cubicBezTo>
                  <a:pt x="115" y="0"/>
                  <a:pt x="115" y="0"/>
                  <a:pt x="115" y="0"/>
                </a:cubicBezTo>
                <a:cubicBezTo>
                  <a:pt x="146" y="24"/>
                  <a:pt x="146" y="24"/>
                  <a:pt x="146" y="24"/>
                </a:cubicBezTo>
                <a:cubicBezTo>
                  <a:pt x="176" y="28"/>
                  <a:pt x="204" y="38"/>
                  <a:pt x="230" y="53"/>
                </a:cubicBezTo>
                <a:cubicBezTo>
                  <a:pt x="210" y="87"/>
                  <a:pt x="210" y="87"/>
                  <a:pt x="210" y="87"/>
                </a:cubicBezTo>
                <a:cubicBezTo>
                  <a:pt x="182" y="71"/>
                  <a:pt x="149" y="61"/>
                  <a:pt x="115" y="61"/>
                </a:cubicBezTo>
                <a:close/>
              </a:path>
            </a:pathLst>
          </a:custGeom>
          <a:solidFill>
            <a:srgbClr val="18478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Oval 13">
            <a:extLst>
              <a:ext uri="{FF2B5EF4-FFF2-40B4-BE49-F238E27FC236}">
                <a16:creationId xmlns:a16="http://schemas.microsoft.com/office/drawing/2014/main" id="{657291FB-1BBE-4683-A90A-1C8F9D28DF68}"/>
              </a:ext>
            </a:extLst>
          </p:cNvPr>
          <p:cNvSpPr>
            <a:spLocks noGrp="1"/>
          </p:cNvSpPr>
          <p:nvPr/>
        </p:nvSpPr>
        <p:spPr>
          <a:xfrm>
            <a:off x="1011238" y="4168572"/>
            <a:ext cx="1700213" cy="1676400"/>
          </a:xfrm>
          <a:prstGeom prst="ellipse">
            <a:avLst/>
          </a:prstGeom>
          <a:solidFill>
            <a:srgbClr val="18478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415BD029-F843-43B7-9392-CBCFD3C63982}"/>
              </a:ext>
            </a:extLst>
          </p:cNvPr>
          <p:cNvSpPr>
            <a:spLocks noGrp="1"/>
          </p:cNvSpPr>
          <p:nvPr/>
        </p:nvSpPr>
        <p:spPr>
          <a:xfrm>
            <a:off x="1279526" y="4424159"/>
            <a:ext cx="1177925" cy="1171575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A0483363-78CC-4C38-8F23-83995881C141}"/>
              </a:ext>
            </a:extLst>
          </p:cNvPr>
          <p:cNvSpPr>
            <a:spLocks noGrp="1"/>
          </p:cNvSpPr>
          <p:nvPr/>
        </p:nvSpPr>
        <p:spPr>
          <a:xfrm rot="10800000">
            <a:off x="4245275" y="4403319"/>
            <a:ext cx="1147763" cy="434975"/>
          </a:xfrm>
          <a:custGeom>
            <a:avLst/>
            <a:gdLst/>
            <a:ahLst/>
            <a:cxnLst/>
            <a:rect l="0" t="0" r="r" b="b"/>
            <a:pathLst>
              <a:path w="230" h="87">
                <a:moveTo>
                  <a:pt x="115" y="61"/>
                </a:moveTo>
                <a:cubicBezTo>
                  <a:pt x="80" y="61"/>
                  <a:pt x="48" y="71"/>
                  <a:pt x="20" y="87"/>
                </a:cubicBezTo>
                <a:cubicBezTo>
                  <a:pt x="0" y="53"/>
                  <a:pt x="0" y="53"/>
                  <a:pt x="0" y="53"/>
                </a:cubicBezTo>
                <a:cubicBezTo>
                  <a:pt x="25" y="38"/>
                  <a:pt x="54" y="28"/>
                  <a:pt x="84" y="24"/>
                </a:cubicBezTo>
                <a:cubicBezTo>
                  <a:pt x="115" y="0"/>
                  <a:pt x="115" y="0"/>
                  <a:pt x="115" y="0"/>
                </a:cubicBezTo>
                <a:cubicBezTo>
                  <a:pt x="146" y="24"/>
                  <a:pt x="146" y="24"/>
                  <a:pt x="146" y="24"/>
                </a:cubicBezTo>
                <a:cubicBezTo>
                  <a:pt x="176" y="28"/>
                  <a:pt x="204" y="38"/>
                  <a:pt x="230" y="53"/>
                </a:cubicBezTo>
                <a:cubicBezTo>
                  <a:pt x="210" y="87"/>
                  <a:pt x="210" y="87"/>
                  <a:pt x="210" y="87"/>
                </a:cubicBezTo>
                <a:cubicBezTo>
                  <a:pt x="182" y="71"/>
                  <a:pt x="149" y="61"/>
                  <a:pt x="115" y="61"/>
                </a:cubicBezTo>
                <a:close/>
              </a:path>
            </a:pathLst>
          </a:custGeom>
          <a:solidFill>
            <a:srgbClr val="18478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D427A88-8D9D-46E8-AA5A-FEEFBAEE1EA6}"/>
              </a:ext>
            </a:extLst>
          </p:cNvPr>
          <p:cNvSpPr>
            <a:spLocks noGrp="1"/>
          </p:cNvSpPr>
          <p:nvPr/>
        </p:nvSpPr>
        <p:spPr>
          <a:xfrm rot="10800000">
            <a:off x="3986513" y="2777719"/>
            <a:ext cx="1700213" cy="1676400"/>
          </a:xfrm>
          <a:prstGeom prst="ellipse">
            <a:avLst/>
          </a:prstGeom>
          <a:solidFill>
            <a:srgbClr val="18478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Oval 14">
            <a:extLst>
              <a:ext uri="{FF2B5EF4-FFF2-40B4-BE49-F238E27FC236}">
                <a16:creationId xmlns:a16="http://schemas.microsoft.com/office/drawing/2014/main" id="{9D3B6A81-7B55-4208-9EEC-6575C6CF2CD5}"/>
              </a:ext>
            </a:extLst>
          </p:cNvPr>
          <p:cNvSpPr>
            <a:spLocks noGrp="1"/>
          </p:cNvSpPr>
          <p:nvPr/>
        </p:nvSpPr>
        <p:spPr>
          <a:xfrm rot="10800000">
            <a:off x="4240513" y="3026957"/>
            <a:ext cx="1177925" cy="1171575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ADDC930A-8519-4286-AA33-1BF3C6EAEEEA}"/>
              </a:ext>
            </a:extLst>
          </p:cNvPr>
          <p:cNvSpPr>
            <a:spLocks noGrp="1"/>
          </p:cNvSpPr>
          <p:nvPr/>
        </p:nvSpPr>
        <p:spPr>
          <a:xfrm>
            <a:off x="6852376" y="3784397"/>
            <a:ext cx="1147763" cy="434975"/>
          </a:xfrm>
          <a:custGeom>
            <a:avLst/>
            <a:gdLst/>
            <a:ahLst/>
            <a:cxnLst/>
            <a:rect l="0" t="0" r="r" b="b"/>
            <a:pathLst>
              <a:path w="230" h="87">
                <a:moveTo>
                  <a:pt x="115" y="61"/>
                </a:moveTo>
                <a:cubicBezTo>
                  <a:pt x="80" y="61"/>
                  <a:pt x="48" y="71"/>
                  <a:pt x="20" y="87"/>
                </a:cubicBezTo>
                <a:cubicBezTo>
                  <a:pt x="0" y="53"/>
                  <a:pt x="0" y="53"/>
                  <a:pt x="0" y="53"/>
                </a:cubicBezTo>
                <a:cubicBezTo>
                  <a:pt x="25" y="38"/>
                  <a:pt x="54" y="28"/>
                  <a:pt x="84" y="24"/>
                </a:cubicBezTo>
                <a:cubicBezTo>
                  <a:pt x="115" y="0"/>
                  <a:pt x="115" y="0"/>
                  <a:pt x="115" y="0"/>
                </a:cubicBezTo>
                <a:cubicBezTo>
                  <a:pt x="146" y="24"/>
                  <a:pt x="146" y="24"/>
                  <a:pt x="146" y="24"/>
                </a:cubicBezTo>
                <a:cubicBezTo>
                  <a:pt x="176" y="28"/>
                  <a:pt x="204" y="38"/>
                  <a:pt x="230" y="53"/>
                </a:cubicBezTo>
                <a:cubicBezTo>
                  <a:pt x="210" y="87"/>
                  <a:pt x="210" y="87"/>
                  <a:pt x="210" y="87"/>
                </a:cubicBezTo>
                <a:cubicBezTo>
                  <a:pt x="182" y="71"/>
                  <a:pt x="149" y="61"/>
                  <a:pt x="115" y="61"/>
                </a:cubicBezTo>
                <a:close/>
              </a:path>
            </a:pathLst>
          </a:custGeom>
          <a:solidFill>
            <a:srgbClr val="18478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3227B87E-D7FB-4F7E-A3B1-DB0F5B4778F3}"/>
              </a:ext>
            </a:extLst>
          </p:cNvPr>
          <p:cNvSpPr>
            <a:spLocks noGrp="1"/>
          </p:cNvSpPr>
          <p:nvPr/>
        </p:nvSpPr>
        <p:spPr>
          <a:xfrm rot="10800000">
            <a:off x="9591174" y="3339897"/>
            <a:ext cx="1147763" cy="434975"/>
          </a:xfrm>
          <a:custGeom>
            <a:avLst/>
            <a:gdLst/>
            <a:ahLst/>
            <a:cxnLst/>
            <a:rect l="0" t="0" r="r" b="b"/>
            <a:pathLst>
              <a:path w="230" h="87">
                <a:moveTo>
                  <a:pt x="115" y="61"/>
                </a:moveTo>
                <a:cubicBezTo>
                  <a:pt x="80" y="61"/>
                  <a:pt x="48" y="71"/>
                  <a:pt x="20" y="87"/>
                </a:cubicBezTo>
                <a:cubicBezTo>
                  <a:pt x="0" y="53"/>
                  <a:pt x="0" y="53"/>
                  <a:pt x="0" y="53"/>
                </a:cubicBezTo>
                <a:cubicBezTo>
                  <a:pt x="25" y="38"/>
                  <a:pt x="54" y="28"/>
                  <a:pt x="84" y="24"/>
                </a:cubicBezTo>
                <a:cubicBezTo>
                  <a:pt x="115" y="0"/>
                  <a:pt x="115" y="0"/>
                  <a:pt x="115" y="0"/>
                </a:cubicBezTo>
                <a:cubicBezTo>
                  <a:pt x="146" y="24"/>
                  <a:pt x="146" y="24"/>
                  <a:pt x="146" y="24"/>
                </a:cubicBezTo>
                <a:cubicBezTo>
                  <a:pt x="176" y="28"/>
                  <a:pt x="204" y="38"/>
                  <a:pt x="230" y="53"/>
                </a:cubicBezTo>
                <a:cubicBezTo>
                  <a:pt x="210" y="87"/>
                  <a:pt x="210" y="87"/>
                  <a:pt x="210" y="87"/>
                </a:cubicBezTo>
                <a:cubicBezTo>
                  <a:pt x="182" y="71"/>
                  <a:pt x="149" y="61"/>
                  <a:pt x="115" y="61"/>
                </a:cubicBezTo>
                <a:close/>
              </a:path>
            </a:pathLst>
          </a:custGeom>
          <a:solidFill>
            <a:srgbClr val="18478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Oval 13">
            <a:extLst>
              <a:ext uri="{FF2B5EF4-FFF2-40B4-BE49-F238E27FC236}">
                <a16:creationId xmlns:a16="http://schemas.microsoft.com/office/drawing/2014/main" id="{6CCC6D77-D8AF-43FA-AF99-CD895E696D34}"/>
              </a:ext>
            </a:extLst>
          </p:cNvPr>
          <p:cNvSpPr>
            <a:spLocks noGrp="1"/>
          </p:cNvSpPr>
          <p:nvPr/>
        </p:nvSpPr>
        <p:spPr>
          <a:xfrm rot="10800000">
            <a:off x="9332412" y="1714297"/>
            <a:ext cx="1700213" cy="1676400"/>
          </a:xfrm>
          <a:prstGeom prst="ellipse">
            <a:avLst/>
          </a:prstGeom>
          <a:solidFill>
            <a:srgbClr val="18478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Oval 14">
            <a:extLst>
              <a:ext uri="{FF2B5EF4-FFF2-40B4-BE49-F238E27FC236}">
                <a16:creationId xmlns:a16="http://schemas.microsoft.com/office/drawing/2014/main" id="{01BAF5E9-9FAE-44B2-A634-9940D24B0990}"/>
              </a:ext>
            </a:extLst>
          </p:cNvPr>
          <p:cNvSpPr>
            <a:spLocks noGrp="1"/>
          </p:cNvSpPr>
          <p:nvPr/>
        </p:nvSpPr>
        <p:spPr>
          <a:xfrm rot="10800000">
            <a:off x="9586412" y="1963535"/>
            <a:ext cx="1177925" cy="1171575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任意多边形 29">
            <a:extLst>
              <a:ext uri="{FF2B5EF4-FFF2-40B4-BE49-F238E27FC236}">
                <a16:creationId xmlns:a16="http://schemas.microsoft.com/office/drawing/2014/main" id="{5F626D69-EA70-400A-AAA9-36B0CBED0F84}"/>
              </a:ext>
            </a:extLst>
          </p:cNvPr>
          <p:cNvSpPr>
            <a:spLocks noGrp="1"/>
          </p:cNvSpPr>
          <p:nvPr/>
        </p:nvSpPr>
        <p:spPr>
          <a:xfrm>
            <a:off x="990600" y="3771900"/>
            <a:ext cx="10182225" cy="0"/>
          </a:xfrm>
          <a:custGeom>
            <a:avLst/>
            <a:gdLst/>
            <a:ahLst/>
            <a:cxnLst/>
            <a:rect l="l" t="t" r="r" b="b"/>
            <a:pathLst>
              <a:path w="10182225">
                <a:moveTo>
                  <a:pt x="0" y="0"/>
                </a:moveTo>
                <a:lnTo>
                  <a:pt x="10182225" y="0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2439F62-AB30-4955-843C-7CD8AA7FD652}"/>
              </a:ext>
            </a:extLst>
          </p:cNvPr>
          <p:cNvSpPr>
            <a:spLocks noGrp="1"/>
          </p:cNvSpPr>
          <p:nvPr/>
        </p:nvSpPr>
        <p:spPr>
          <a:xfrm>
            <a:off x="1400458" y="4668045"/>
            <a:ext cx="890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A38B43E-8E83-4A75-B2BD-E811C5510C82}"/>
              </a:ext>
            </a:extLst>
          </p:cNvPr>
          <p:cNvSpPr>
            <a:spLocks noGrp="1"/>
          </p:cNvSpPr>
          <p:nvPr/>
        </p:nvSpPr>
        <p:spPr>
          <a:xfrm>
            <a:off x="4373898" y="3322795"/>
            <a:ext cx="890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827B314-D392-4CEF-AB43-376EDC7B3D9F}"/>
              </a:ext>
            </a:extLst>
          </p:cNvPr>
          <p:cNvSpPr>
            <a:spLocks noGrp="1"/>
          </p:cNvSpPr>
          <p:nvPr/>
        </p:nvSpPr>
        <p:spPr>
          <a:xfrm>
            <a:off x="6949151" y="4683606"/>
            <a:ext cx="890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C4E6B93-8F24-4AEF-98DE-7A2ADCB46F7E}"/>
              </a:ext>
            </a:extLst>
          </p:cNvPr>
          <p:cNvSpPr>
            <a:spLocks noGrp="1"/>
          </p:cNvSpPr>
          <p:nvPr/>
        </p:nvSpPr>
        <p:spPr>
          <a:xfrm>
            <a:off x="9719797" y="2250479"/>
            <a:ext cx="890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5" name="Rectangle 89">
            <a:extLst>
              <a:ext uri="{FF2B5EF4-FFF2-40B4-BE49-F238E27FC236}">
                <a16:creationId xmlns:a16="http://schemas.microsoft.com/office/drawing/2014/main" id="{2C18FC22-03D2-42E4-971A-E06421D590FE}"/>
              </a:ext>
            </a:extLst>
          </p:cNvPr>
          <p:cNvSpPr>
            <a:spLocks noGrp="1"/>
          </p:cNvSpPr>
          <p:nvPr/>
        </p:nvSpPr>
        <p:spPr>
          <a:xfrm>
            <a:off x="3099454" y="4487226"/>
            <a:ext cx="2509358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36" name="Rectangle 89">
            <a:extLst>
              <a:ext uri="{FF2B5EF4-FFF2-40B4-BE49-F238E27FC236}">
                <a16:creationId xmlns:a16="http://schemas.microsoft.com/office/drawing/2014/main" id="{429F9F46-55B3-46FC-8824-427E25088105}"/>
              </a:ext>
            </a:extLst>
          </p:cNvPr>
          <p:cNvSpPr>
            <a:spLocks noGrp="1"/>
          </p:cNvSpPr>
          <p:nvPr/>
        </p:nvSpPr>
        <p:spPr>
          <a:xfrm>
            <a:off x="1021228" y="2976947"/>
            <a:ext cx="2591335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37" name="Rectangle 89">
            <a:extLst>
              <a:ext uri="{FF2B5EF4-FFF2-40B4-BE49-F238E27FC236}">
                <a16:creationId xmlns:a16="http://schemas.microsoft.com/office/drawing/2014/main" id="{4049F034-3E07-423C-8F5B-87AB91E94B16}"/>
              </a:ext>
            </a:extLst>
          </p:cNvPr>
          <p:cNvSpPr>
            <a:spLocks noGrp="1"/>
          </p:cNvSpPr>
          <p:nvPr/>
        </p:nvSpPr>
        <p:spPr>
          <a:xfrm>
            <a:off x="8661937" y="4413680"/>
            <a:ext cx="2509358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endParaRPr/>
          </a:p>
        </p:txBody>
      </p:sp>
      <p:sp>
        <p:nvSpPr>
          <p:cNvPr id="38" name="Rectangle 89">
            <a:extLst>
              <a:ext uri="{FF2B5EF4-FFF2-40B4-BE49-F238E27FC236}">
                <a16:creationId xmlns:a16="http://schemas.microsoft.com/office/drawing/2014/main" id="{30D35905-511F-4D56-AF40-0C18E5F4338F}"/>
              </a:ext>
            </a:extLst>
          </p:cNvPr>
          <p:cNvSpPr>
            <a:spLocks noGrp="1"/>
          </p:cNvSpPr>
          <p:nvPr/>
        </p:nvSpPr>
        <p:spPr>
          <a:xfrm>
            <a:off x="6382161" y="1839979"/>
            <a:ext cx="2591335" cy="1007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  <a:buNone/>
            </a:pPr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33AC73A-A72C-4E9F-BA54-84F4124E4B6F}"/>
              </a:ext>
            </a:extLst>
          </p:cNvPr>
          <p:cNvSpPr>
            <a:spLocks noGrp="1"/>
          </p:cNvSpPr>
          <p:nvPr/>
        </p:nvSpPr>
        <p:spPr>
          <a:xfrm rot="13500000">
            <a:off x="1338014" y="553189"/>
            <a:ext cx="291422" cy="291423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FD22057-A1B3-4C9D-84DE-3BC4896DF86E}"/>
              </a:ext>
            </a:extLst>
          </p:cNvPr>
          <p:cNvSpPr>
            <a:spLocks noGrp="1"/>
          </p:cNvSpPr>
          <p:nvPr/>
        </p:nvSpPr>
        <p:spPr>
          <a:xfrm rot="13500000">
            <a:off x="1591471" y="587059"/>
            <a:ext cx="223681" cy="223682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62">
            <a:extLst>
              <a:ext uri="{FF2B5EF4-FFF2-40B4-BE49-F238E27FC236}">
                <a16:creationId xmlns:a16="http://schemas.microsoft.com/office/drawing/2014/main" id="{742789B2-9F5B-4666-91E8-3C4438A45F2E}"/>
              </a:ext>
            </a:extLst>
          </p:cNvPr>
          <p:cNvSpPr>
            <a:spLocks noGrp="1"/>
          </p:cNvSpPr>
          <p:nvPr/>
        </p:nvSpPr>
        <p:spPr>
          <a:xfrm>
            <a:off x="1966789" y="724565"/>
            <a:ext cx="36741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1B8C0CF-D6EB-4B72-AB08-13C326926865}"/>
              </a:ext>
            </a:extLst>
          </p:cNvPr>
          <p:cNvSpPr>
            <a:spLocks noGrp="1"/>
          </p:cNvSpPr>
          <p:nvPr/>
        </p:nvSpPr>
        <p:spPr>
          <a:xfrm>
            <a:off x="1935445" y="393958"/>
            <a:ext cx="2418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21FEF32E-0819-4548-B610-A77951F8E0F6}"/>
              </a:ext>
            </a:extLst>
          </p:cNvPr>
          <p:cNvSpPr>
            <a:spLocks noGrp="1"/>
          </p:cNvSpPr>
          <p:nvPr/>
        </p:nvSpPr>
        <p:spPr>
          <a:xfrm rot="2700000">
            <a:off x="451479" y="347642"/>
            <a:ext cx="702516" cy="702516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chemeClr val="bg1">
                  <a:lumMod val="95000"/>
                </a:schemeClr>
              </a:gs>
            </a:gsLst>
            <a:lin ang="15000000"/>
          </a:gradFill>
          <a:ln w="25400">
            <a:gradFill>
              <a:gsLst>
                <a:gs pos="0">
                  <a:schemeClr val="bg1"/>
                </a:gs>
                <a:gs pos="100000">
                  <a:schemeClr val="bg1">
                    <a:lumMod val="95000"/>
                  </a:schemeClr>
                </a:gs>
              </a:gsLst>
              <a:lin ang="5400000"/>
            </a:gradFill>
          </a:ln>
          <a:effectLst>
            <a:outerShdw blurRad="63500" sx="103000" sy="103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0BCD8F6-AC62-4D12-8EF6-67E867F9F61B}"/>
              </a:ext>
            </a:extLst>
          </p:cNvPr>
          <p:cNvSpPr>
            <a:spLocks noGrp="1"/>
          </p:cNvSpPr>
          <p:nvPr/>
        </p:nvSpPr>
        <p:spPr>
          <a:xfrm>
            <a:off x="486854" y="399268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6" name="kicker-marker">
            <a:extLst>
              <a:ext uri="{FF2B5EF4-FFF2-40B4-BE49-F238E27FC236}">
                <a16:creationId xmlns:a16="http://schemas.microsoft.com/office/drawing/2014/main" id="{5C2DA164-5435-42C1-B6FA-382E37AE6D10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kicker-label">
            <a:extLst>
              <a:ext uri="{FF2B5EF4-FFF2-40B4-BE49-F238E27FC236}">
                <a16:creationId xmlns:a16="http://schemas.microsoft.com/office/drawing/2014/main" id="{C7E6A5D6-20EB-4B9E-8AC2-0BA6B566B3CD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29 · 内部评审</a:t>
            </a:r>
          </a:p>
        </p:txBody>
      </p:sp>
      <p:sp>
        <p:nvSpPr>
          <p:cNvPr id="48" name="page-marker">
            <a:extLst>
              <a:ext uri="{FF2B5EF4-FFF2-40B4-BE49-F238E27FC236}">
                <a16:creationId xmlns:a16="http://schemas.microsoft.com/office/drawing/2014/main" id="{501B3E4A-14B2-4F8C-ABF2-4DC4C0425216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30 / 31</a:t>
            </a:r>
          </a:p>
        </p:txBody>
      </p:sp>
      <p:sp>
        <p:nvSpPr>
          <p:cNvPr id="49" name="content-panel">
            <a:extLst>
              <a:ext uri="{FF2B5EF4-FFF2-40B4-BE49-F238E27FC236}">
                <a16:creationId xmlns:a16="http://schemas.microsoft.com/office/drawing/2014/main" id="{33C5F59B-BC68-42FF-9652-C8E294D8A37E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claim-title">
            <a:extLst>
              <a:ext uri="{FF2B5EF4-FFF2-40B4-BE49-F238E27FC236}">
                <a16:creationId xmlns:a16="http://schemas.microsoft.com/office/drawing/2014/main" id="{571B8F7D-EB02-4234-B7E5-6D9E3CB01D3C}"/>
              </a:ext>
            </a:extLst>
          </p:cNvPr>
          <p:cNvSpPr>
            <a:spLocks noGrp="1"/>
          </p:cNvSpPr>
          <p:nvPr/>
        </p:nvSpPr>
        <p:spPr>
          <a:xfrm>
            <a:off x="887350" y="2225472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评审修改记录</a:t>
            </a:r>
          </a:p>
        </p:txBody>
      </p:sp>
      <p:sp>
        <p:nvSpPr>
          <p:cNvPr id="51" name="support-claim">
            <a:extLst>
              <a:ext uri="{FF2B5EF4-FFF2-40B4-BE49-F238E27FC236}">
                <a16:creationId xmlns:a16="http://schemas.microsoft.com/office/drawing/2014/main" id="{D38A7B59-3416-4504-8FA4-10A8C71CEE73}"/>
              </a:ext>
            </a:extLst>
          </p:cNvPr>
          <p:cNvSpPr>
            <a:spLocks noGrp="1"/>
          </p:cNvSpPr>
          <p:nvPr/>
        </p:nvSpPr>
        <p:spPr>
          <a:xfrm>
            <a:off x="887350" y="2873172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内部评审纪要用于追踪评审意见、修改建议和完善记录。</a:t>
            </a:r>
          </a:p>
        </p:txBody>
      </p:sp>
      <p:sp>
        <p:nvSpPr>
          <p:cNvPr id="52" name="question-label">
            <a:extLst>
              <a:ext uri="{FF2B5EF4-FFF2-40B4-BE49-F238E27FC236}">
                <a16:creationId xmlns:a16="http://schemas.microsoft.com/office/drawing/2014/main" id="{862BF987-0C19-4557-9B36-FEE3867422AA}"/>
              </a:ext>
            </a:extLst>
          </p:cNvPr>
          <p:cNvSpPr>
            <a:spLocks noGrp="1"/>
          </p:cNvSpPr>
          <p:nvPr/>
        </p:nvSpPr>
        <p:spPr>
          <a:xfrm>
            <a:off x="887350" y="3787572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53" name="question-text">
            <a:extLst>
              <a:ext uri="{FF2B5EF4-FFF2-40B4-BE49-F238E27FC236}">
                <a16:creationId xmlns:a16="http://schemas.microsoft.com/office/drawing/2014/main" id="{1BCE1FB4-07CA-457E-AC35-F5ADF87B1A18}"/>
              </a:ext>
            </a:extLst>
          </p:cNvPr>
          <p:cNvSpPr>
            <a:spLocks noGrp="1"/>
          </p:cNvSpPr>
          <p:nvPr/>
        </p:nvSpPr>
        <p:spPr>
          <a:xfrm>
            <a:off x="887350" y="4168572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是否对评审中要求修改和改进的部分进行了完善？是否有记录？</a:t>
            </a:r>
          </a:p>
        </p:txBody>
      </p:sp>
      <p:sp>
        <p:nvSpPr>
          <p:cNvPr id="56" name="proof-frame">
            <a:extLst>
              <a:ext uri="{FF2B5EF4-FFF2-40B4-BE49-F238E27FC236}">
                <a16:creationId xmlns:a16="http://schemas.microsoft.com/office/drawing/2014/main" id="{603A0499-5410-49CD-8B8B-10F812997F5B}"/>
              </a:ext>
            </a:extLst>
          </p:cNvPr>
          <p:cNvSpPr>
            <a:spLocks noGrp="1"/>
          </p:cNvSpPr>
          <p:nvPr/>
        </p:nvSpPr>
        <p:spPr>
          <a:xfrm>
            <a:off x="6648450" y="1219200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53FED81-CC2B-A8E0-5A11-AD7739ADF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67926"/>
              </p:ext>
            </p:extLst>
          </p:nvPr>
        </p:nvGraphicFramePr>
        <p:xfrm>
          <a:off x="6655009" y="1724049"/>
          <a:ext cx="4995890" cy="32316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2887">
                  <a:extLst>
                    <a:ext uri="{9D8B030D-6E8A-4147-A177-3AD203B41FA5}">
                      <a16:colId xmlns:a16="http://schemas.microsoft.com/office/drawing/2014/main" val="2824687187"/>
                    </a:ext>
                  </a:extLst>
                </a:gridCol>
                <a:gridCol w="3813003">
                  <a:extLst>
                    <a:ext uri="{9D8B030D-6E8A-4147-A177-3AD203B41FA5}">
                      <a16:colId xmlns:a16="http://schemas.microsoft.com/office/drawing/2014/main" val="3529058888"/>
                    </a:ext>
                  </a:extLst>
                </a:gridCol>
              </a:tblGrid>
              <a:tr h="32316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500" kern="100" dirty="0">
                          <a:effectLst/>
                        </a:rPr>
                        <a:t>评审数据分析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zh-CN" sz="1050" kern="100" dirty="0">
                          <a:effectLst/>
                        </a:rPr>
                        <a:t>本次共回收</a:t>
                      </a:r>
                      <a:r>
                        <a:rPr lang="en-US" sz="1050" kern="100" dirty="0">
                          <a:effectLst/>
                        </a:rPr>
                        <a:t> 5 </a:t>
                      </a:r>
                      <a:r>
                        <a:rPr lang="zh-CN" sz="1050" kern="100" dirty="0">
                          <a:effectLst/>
                        </a:rPr>
                        <a:t>份有效内部评审评分，参评成员为李子骏、李烨斌、林立、罗树敏、林永翔。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SRS </a:t>
                      </a:r>
                      <a:r>
                        <a:rPr lang="zh-CN" sz="1050" kern="100" dirty="0">
                          <a:effectLst/>
                        </a:rPr>
                        <a:t>相关条目统计：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zh-CN" sz="1050" kern="100" dirty="0">
                          <a:effectLst/>
                        </a:rPr>
                        <a:t>第</a:t>
                      </a:r>
                      <a:r>
                        <a:rPr lang="en-US" sz="1050" kern="100" dirty="0">
                          <a:effectLst/>
                        </a:rPr>
                        <a:t> 15 </a:t>
                      </a:r>
                      <a:r>
                        <a:rPr lang="zh-CN" sz="1050" kern="100" dirty="0">
                          <a:effectLst/>
                        </a:rPr>
                        <a:t>项内容完整性平均</a:t>
                      </a:r>
                      <a:r>
                        <a:rPr lang="en-US" sz="1050" kern="100" dirty="0">
                          <a:effectLst/>
                        </a:rPr>
                        <a:t> 8.8</a:t>
                      </a:r>
                      <a:r>
                        <a:rPr lang="zh-CN" sz="1050" kern="100" dirty="0">
                          <a:effectLst/>
                        </a:rPr>
                        <a:t>；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zh-CN" sz="1050" kern="100" dirty="0">
                          <a:effectLst/>
                        </a:rPr>
                        <a:t>第</a:t>
                      </a:r>
                      <a:r>
                        <a:rPr lang="en-US" sz="1050" kern="100" dirty="0">
                          <a:effectLst/>
                        </a:rPr>
                        <a:t> 16 </a:t>
                      </a:r>
                      <a:r>
                        <a:rPr lang="zh-CN" sz="1050" kern="100" dirty="0">
                          <a:effectLst/>
                        </a:rPr>
                        <a:t>项全部用户需求优先级排序平均</a:t>
                      </a:r>
                      <a:r>
                        <a:rPr lang="en-US" sz="1050" kern="100" dirty="0">
                          <a:effectLst/>
                        </a:rPr>
                        <a:t> 8.8</a:t>
                      </a:r>
                      <a:r>
                        <a:rPr lang="zh-CN" sz="1050" kern="100" dirty="0">
                          <a:effectLst/>
                        </a:rPr>
                        <a:t>、最低</a:t>
                      </a:r>
                      <a:r>
                        <a:rPr lang="en-US" sz="1050" kern="100" dirty="0">
                          <a:effectLst/>
                        </a:rPr>
                        <a:t> 6</a:t>
                      </a:r>
                      <a:r>
                        <a:rPr lang="zh-CN" sz="1050" kern="100" dirty="0">
                          <a:effectLst/>
                        </a:rPr>
                        <a:t>；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zh-CN" sz="1050" kern="100" dirty="0">
                          <a:effectLst/>
                        </a:rPr>
                        <a:t>第</a:t>
                      </a:r>
                      <a:r>
                        <a:rPr lang="en-US" sz="1050" kern="100" dirty="0">
                          <a:effectLst/>
                        </a:rPr>
                        <a:t> 17 </a:t>
                      </a:r>
                      <a:r>
                        <a:rPr lang="zh-CN" sz="1050" kern="100" dirty="0">
                          <a:effectLst/>
                        </a:rPr>
                        <a:t>项用户群分类纳入排序平均</a:t>
                      </a:r>
                      <a:r>
                        <a:rPr lang="en-US" sz="1050" kern="100" dirty="0">
                          <a:effectLst/>
                        </a:rPr>
                        <a:t> 9.2</a:t>
                      </a:r>
                      <a:r>
                        <a:rPr lang="zh-CN" sz="1050" kern="100" dirty="0">
                          <a:effectLst/>
                        </a:rPr>
                        <a:t>；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zh-CN" sz="1050" kern="100" dirty="0">
                          <a:effectLst/>
                        </a:rPr>
                        <a:t>第</a:t>
                      </a:r>
                      <a:r>
                        <a:rPr lang="en-US" sz="1050" kern="100" dirty="0">
                          <a:effectLst/>
                        </a:rPr>
                        <a:t> 18 </a:t>
                      </a:r>
                      <a:r>
                        <a:rPr lang="zh-CN" sz="1050" kern="100" dirty="0">
                          <a:effectLst/>
                        </a:rPr>
                        <a:t>项需求冲突处理平均</a:t>
                      </a:r>
                      <a:r>
                        <a:rPr lang="en-US" sz="1050" kern="100" dirty="0">
                          <a:effectLst/>
                        </a:rPr>
                        <a:t> 7.4</a:t>
                      </a:r>
                      <a:r>
                        <a:rPr lang="zh-CN" sz="1050" kern="100" dirty="0">
                          <a:effectLst/>
                        </a:rPr>
                        <a:t>、最低</a:t>
                      </a:r>
                      <a:r>
                        <a:rPr lang="en-US" sz="1050" kern="100" dirty="0">
                          <a:effectLst/>
                        </a:rPr>
                        <a:t> 1</a:t>
                      </a:r>
                      <a:r>
                        <a:rPr lang="zh-CN" sz="1050" kern="100" dirty="0">
                          <a:effectLst/>
                        </a:rPr>
                        <a:t>；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zh-CN" sz="1050" kern="100" dirty="0">
                          <a:effectLst/>
                        </a:rPr>
                        <a:t>第</a:t>
                      </a:r>
                      <a:r>
                        <a:rPr lang="en-US" sz="1050" kern="100" dirty="0">
                          <a:effectLst/>
                        </a:rPr>
                        <a:t> 19 </a:t>
                      </a:r>
                      <a:r>
                        <a:rPr lang="zh-CN" sz="1050" kern="100" dirty="0">
                          <a:effectLst/>
                        </a:rPr>
                        <a:t>项数据字典平均</a:t>
                      </a:r>
                      <a:r>
                        <a:rPr lang="en-US" sz="1050" kern="100" dirty="0">
                          <a:effectLst/>
                        </a:rPr>
                        <a:t> 8.8</a:t>
                      </a:r>
                      <a:r>
                        <a:rPr lang="zh-CN" sz="1050" kern="100" dirty="0">
                          <a:effectLst/>
                        </a:rPr>
                        <a:t>、最低</a:t>
                      </a:r>
                      <a:r>
                        <a:rPr lang="en-US" sz="1050" kern="100" dirty="0">
                          <a:effectLst/>
                        </a:rPr>
                        <a:t> 6</a:t>
                      </a:r>
                      <a:r>
                        <a:rPr lang="zh-CN" sz="1050" kern="100" dirty="0">
                          <a:effectLst/>
                        </a:rPr>
                        <a:t>；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zh-CN" sz="1050" kern="100" dirty="0">
                          <a:effectLst/>
                        </a:rPr>
                        <a:t>第</a:t>
                      </a:r>
                      <a:r>
                        <a:rPr lang="en-US" sz="1050" kern="100" dirty="0">
                          <a:effectLst/>
                        </a:rPr>
                        <a:t> 20-24 </a:t>
                      </a:r>
                      <a:r>
                        <a:rPr lang="zh-CN" sz="1050" kern="100" dirty="0">
                          <a:effectLst/>
                        </a:rPr>
                        <a:t>项</a:t>
                      </a:r>
                      <a:r>
                        <a:rPr lang="en-US" sz="1050" kern="100" dirty="0">
                          <a:effectLst/>
                        </a:rPr>
                        <a:t> ER </a:t>
                      </a:r>
                      <a:r>
                        <a:rPr lang="zh-CN" sz="1050" kern="100" dirty="0">
                          <a:effectLst/>
                        </a:rPr>
                        <a:t>图、运行环境、来源索引、</a:t>
                      </a:r>
                      <a:r>
                        <a:rPr lang="en-US" sz="1050" kern="100" dirty="0">
                          <a:effectLst/>
                        </a:rPr>
                        <a:t>UML </a:t>
                      </a:r>
                      <a:r>
                        <a:rPr lang="zh-CN" sz="1050" kern="100" dirty="0">
                          <a:effectLst/>
                        </a:rPr>
                        <a:t>分析与图例匹配性平均</a:t>
                      </a:r>
                      <a:r>
                        <a:rPr lang="en-US" sz="1050" kern="100" dirty="0">
                          <a:effectLst/>
                        </a:rPr>
                        <a:t> 9.2-9.4</a:t>
                      </a:r>
                      <a:r>
                        <a:rPr lang="zh-CN" sz="1050" kern="100" dirty="0">
                          <a:effectLst/>
                        </a:rPr>
                        <a:t>。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endParaRPr lang="zh-CN" sz="1050" kern="100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n-US" sz="1050" kern="100" dirty="0">
                          <a:effectLst/>
                        </a:rPr>
                        <a:t>SRS </a:t>
                      </a:r>
                      <a:r>
                        <a:rPr lang="zh-CN" sz="1050" kern="100" dirty="0">
                          <a:effectLst/>
                        </a:rPr>
                        <a:t>当前达到课程提交要求，接下优先完善需求冲突分析、优先级排序解释、数据字典字段级定义、运行环境细化、追踪索引和测试映射。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9972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201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60A637C-CB66-41B1-B24E-7F0C15C53198}"/>
              </a:ext>
            </a:extLst>
          </p:cNvPr>
          <p:cNvSpPr>
            <a:spLocks noGrp="1"/>
          </p:cNvSpPr>
          <p:nvPr/>
        </p:nvSpPr>
        <p:spPr>
          <a:xfrm rot="2700000">
            <a:off x="1881971" y="2790130"/>
            <a:ext cx="1489274" cy="1489277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1F7C43-6A73-435C-B60D-B5FD6F41D67F}"/>
              </a:ext>
            </a:extLst>
          </p:cNvPr>
          <p:cNvSpPr>
            <a:spLocks noGrp="1"/>
          </p:cNvSpPr>
          <p:nvPr/>
        </p:nvSpPr>
        <p:spPr>
          <a:xfrm rot="2700000">
            <a:off x="932899" y="2963219"/>
            <a:ext cx="1143093" cy="1143095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7ACC46-D0C0-44EC-BB25-C5758A0C87AD}"/>
              </a:ext>
            </a:extLst>
          </p:cNvPr>
          <p:cNvSpPr>
            <a:spLocks noGrp="1"/>
          </p:cNvSpPr>
          <p:nvPr/>
        </p:nvSpPr>
        <p:spPr>
          <a:xfrm rot="13500000">
            <a:off x="8830661" y="2790130"/>
            <a:ext cx="1489274" cy="1489277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6E63AD-8E9E-4FC6-93D8-A423E8DA2F6D}"/>
              </a:ext>
            </a:extLst>
          </p:cNvPr>
          <p:cNvSpPr>
            <a:spLocks noGrp="1"/>
          </p:cNvSpPr>
          <p:nvPr/>
        </p:nvSpPr>
        <p:spPr>
          <a:xfrm rot="13500000">
            <a:off x="10125914" y="2963222"/>
            <a:ext cx="1143093" cy="1143095"/>
          </a:xfrm>
          <a:prstGeom prst="rect">
            <a:avLst/>
          </a:prstGeom>
          <a:solidFill>
            <a:srgbClr val="18478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5BDB424-5486-47E0-90D7-5E321164140B}"/>
              </a:ext>
            </a:extLst>
          </p:cNvPr>
          <p:cNvSpPr>
            <a:spLocks noGrp="1"/>
          </p:cNvSpPr>
          <p:nvPr/>
        </p:nvSpPr>
        <p:spPr>
          <a:xfrm>
            <a:off x="4711595" y="3655218"/>
            <a:ext cx="2718116" cy="45115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EC1AB2-CD56-4B2F-96BD-4113DD8121EC}"/>
              </a:ext>
            </a:extLst>
          </p:cNvPr>
          <p:cNvSpPr>
            <a:spLocks noGrp="1"/>
          </p:cNvSpPr>
          <p:nvPr/>
        </p:nvSpPr>
        <p:spPr>
          <a:xfrm>
            <a:off x="4311639" y="3162952"/>
            <a:ext cx="3384518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706788A-9E0B-4179-9EA6-77A8552C8D27}"/>
              </a:ext>
            </a:extLst>
          </p:cNvPr>
          <p:cNvSpPr>
            <a:spLocks noGrp="1"/>
          </p:cNvSpPr>
          <p:nvPr/>
        </p:nvSpPr>
        <p:spPr>
          <a:xfrm>
            <a:off x="5340038" y="2260595"/>
            <a:ext cx="1423788" cy="830997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63C8C5E-5518-419B-B0F9-40308F95EC27}"/>
              </a:ext>
            </a:extLst>
          </p:cNvPr>
          <p:cNvSpPr>
            <a:spLocks noGrp="1"/>
          </p:cNvSpPr>
          <p:nvPr/>
        </p:nvSpPr>
        <p:spPr>
          <a:xfrm>
            <a:off x="5543333" y="4343057"/>
            <a:ext cx="1158542" cy="27699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BCF884EE-394B-4EF1-88DF-854770F03EF8}"/>
              </a:ext>
            </a:extLst>
          </p:cNvPr>
          <p:cNvSpPr>
            <a:spLocks noGrp="1"/>
          </p:cNvSpPr>
          <p:nvPr/>
        </p:nvSpPr>
        <p:spPr>
          <a:xfrm>
            <a:off x="4283483" y="2842109"/>
            <a:ext cx="186451" cy="186451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DCE1D334-95FE-411C-AF58-1FD29039B514}"/>
              </a:ext>
            </a:extLst>
          </p:cNvPr>
          <p:cNvSpPr>
            <a:spLocks noGrp="1"/>
          </p:cNvSpPr>
          <p:nvPr/>
        </p:nvSpPr>
        <p:spPr>
          <a:xfrm>
            <a:off x="7831128" y="5059711"/>
            <a:ext cx="186451" cy="186451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1CBDAF96-5A88-4D90-9625-4E76EB81AA67}"/>
              </a:ext>
            </a:extLst>
          </p:cNvPr>
          <p:cNvSpPr>
            <a:spLocks noGrp="1"/>
          </p:cNvSpPr>
          <p:nvPr/>
        </p:nvSpPr>
        <p:spPr>
          <a:xfrm>
            <a:off x="7821378" y="1840884"/>
            <a:ext cx="186451" cy="186451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kicker-marker">
            <a:extLst>
              <a:ext uri="{FF2B5EF4-FFF2-40B4-BE49-F238E27FC236}">
                <a16:creationId xmlns:a16="http://schemas.microsoft.com/office/drawing/2014/main" id="{2CD712D5-73A8-48F2-A3C7-04B04F61A786}"/>
              </a:ext>
            </a:extLst>
          </p:cNvPr>
          <p:cNvSpPr>
            <a:spLocks noGrp="1"/>
          </p:cNvSpPr>
          <p:nvPr/>
        </p:nvSpPr>
        <p:spPr>
          <a:xfrm>
            <a:off x="447675" y="400050"/>
            <a:ext cx="323850" cy="323850"/>
          </a:xfrm>
          <a:prstGeom prst="diamond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kicker-label">
            <a:extLst>
              <a:ext uri="{FF2B5EF4-FFF2-40B4-BE49-F238E27FC236}">
                <a16:creationId xmlns:a16="http://schemas.microsoft.com/office/drawing/2014/main" id="{93C1DCA7-2D1C-44CA-99D7-D45C8BBD2EBE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F9C"/>
                </a:solidFill>
                <a:latin typeface="Microsoft YaHei"/>
                <a:ea typeface="Microsoft YaHei"/>
                <a:cs typeface="Microsoft YaHei"/>
              </a:rPr>
              <a:t>30 · BASELINE</a:t>
            </a:r>
          </a:p>
        </p:txBody>
      </p:sp>
      <p:sp>
        <p:nvSpPr>
          <p:cNvPr id="53" name="page-marker">
            <a:extLst>
              <a:ext uri="{FF2B5EF4-FFF2-40B4-BE49-F238E27FC236}">
                <a16:creationId xmlns:a16="http://schemas.microsoft.com/office/drawing/2014/main" id="{4EEB84B4-3219-4CDC-918F-AA0FDC45A8A2}"/>
              </a:ext>
            </a:extLst>
          </p:cNvPr>
          <p:cNvSpPr>
            <a:spLocks noGrp="1"/>
          </p:cNvSpPr>
          <p:nvPr/>
        </p:nvSpPr>
        <p:spPr>
          <a:xfrm>
            <a:off x="10648950" y="409575"/>
            <a:ext cx="904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31 / 31</a:t>
            </a:r>
          </a:p>
        </p:txBody>
      </p:sp>
      <p:sp>
        <p:nvSpPr>
          <p:cNvPr id="54" name="content-panel">
            <a:extLst>
              <a:ext uri="{FF2B5EF4-FFF2-40B4-BE49-F238E27FC236}">
                <a16:creationId xmlns:a16="http://schemas.microsoft.com/office/drawing/2014/main" id="{F31FEC0C-4DE7-4C28-932B-197BDB79AF13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5781675" cy="504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claim-title">
            <a:extLst>
              <a:ext uri="{FF2B5EF4-FFF2-40B4-BE49-F238E27FC236}">
                <a16:creationId xmlns:a16="http://schemas.microsoft.com/office/drawing/2014/main" id="{4B6C0FAE-5845-40A9-BB61-433C0A0957A0}"/>
              </a:ext>
            </a:extLst>
          </p:cNvPr>
          <p:cNvSpPr>
            <a:spLocks noGrp="1"/>
          </p:cNvSpPr>
          <p:nvPr/>
        </p:nvSpPr>
        <p:spPr>
          <a:xfrm>
            <a:off x="750870" y="2163275"/>
            <a:ext cx="5381625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E356D"/>
                </a:solidFill>
                <a:latin typeface="Microsoft YaHei"/>
                <a:ea typeface="Microsoft YaHei"/>
                <a:cs typeface="Microsoft YaHei"/>
              </a:rPr>
              <a:t>SRS Baseline 发布准备</a:t>
            </a:r>
          </a:p>
        </p:txBody>
      </p:sp>
      <p:sp>
        <p:nvSpPr>
          <p:cNvPr id="56" name="support-claim">
            <a:extLst>
              <a:ext uri="{FF2B5EF4-FFF2-40B4-BE49-F238E27FC236}">
                <a16:creationId xmlns:a16="http://schemas.microsoft.com/office/drawing/2014/main" id="{BEDEE7F8-D45B-43DD-A2C2-51F930287B55}"/>
              </a:ext>
            </a:extLst>
          </p:cNvPr>
          <p:cNvSpPr>
            <a:spLocks noGrp="1"/>
          </p:cNvSpPr>
          <p:nvPr/>
        </p:nvSpPr>
        <p:spPr>
          <a:xfrm>
            <a:off x="750870" y="2810975"/>
            <a:ext cx="53816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SRS Baseline 文档已形成；独立 Baseline 发布/配置材料建议评审前再次确认。</a:t>
            </a:r>
          </a:p>
        </p:txBody>
      </p:sp>
      <p:sp>
        <p:nvSpPr>
          <p:cNvPr id="57" name="question-label">
            <a:extLst>
              <a:ext uri="{FF2B5EF4-FFF2-40B4-BE49-F238E27FC236}">
                <a16:creationId xmlns:a16="http://schemas.microsoft.com/office/drawing/2014/main" id="{58BA31EB-05F5-4A28-B6F2-B867B37F86AE}"/>
              </a:ext>
            </a:extLst>
          </p:cNvPr>
          <p:cNvSpPr>
            <a:spLocks noGrp="1"/>
          </p:cNvSpPr>
          <p:nvPr/>
        </p:nvSpPr>
        <p:spPr>
          <a:xfrm>
            <a:off x="750870" y="3725375"/>
            <a:ext cx="1066800" cy="266700"/>
          </a:xfrm>
          <a:prstGeom prst="rect">
            <a:avLst/>
          </a:prstGeom>
          <a:solidFill>
            <a:srgbClr val="174F9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评审问题</a:t>
            </a:r>
          </a:p>
        </p:txBody>
      </p:sp>
      <p:sp>
        <p:nvSpPr>
          <p:cNvPr id="58" name="question-text">
            <a:extLst>
              <a:ext uri="{FF2B5EF4-FFF2-40B4-BE49-F238E27FC236}">
                <a16:creationId xmlns:a16="http://schemas.microsoft.com/office/drawing/2014/main" id="{E5E800C6-F455-4F68-AA9C-C7DA3E53BE2D}"/>
              </a:ext>
            </a:extLst>
          </p:cNvPr>
          <p:cNvSpPr>
            <a:spLocks noGrp="1"/>
          </p:cNvSpPr>
          <p:nvPr/>
        </p:nvSpPr>
        <p:spPr>
          <a:xfrm>
            <a:off x="750870" y="4106375"/>
            <a:ext cx="538162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针对 SRS Baseline，是否为正式发布进行了相关准备？是否定义了基准版本号？是否提交配置系统？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978FE8B-F573-EE7B-3B60-64C45A104515}"/>
              </a:ext>
            </a:extLst>
          </p:cNvPr>
          <p:cNvSpPr>
            <a:spLocks noGrp="1"/>
          </p:cNvSpPr>
          <p:nvPr/>
        </p:nvSpPr>
        <p:spPr>
          <a:xfrm>
            <a:off x="11343564" y="2150150"/>
            <a:ext cx="151884" cy="151884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166BDCB-4165-D1EB-E4B6-B849BF8EEAA6}"/>
              </a:ext>
            </a:extLst>
          </p:cNvPr>
          <p:cNvSpPr>
            <a:spLocks noGrp="1"/>
          </p:cNvSpPr>
          <p:nvPr/>
        </p:nvSpPr>
        <p:spPr>
          <a:xfrm>
            <a:off x="11346228" y="4796544"/>
            <a:ext cx="151884" cy="151884"/>
          </a:xfrm>
          <a:prstGeom prst="ellipse">
            <a:avLst/>
          </a:prstGeom>
          <a:solidFill>
            <a:srgbClr val="1847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CD47B1-5AEB-B6A2-3BB4-EA5DBF618AE0}"/>
              </a:ext>
            </a:extLst>
          </p:cNvPr>
          <p:cNvSpPr>
            <a:spLocks noGrp="1"/>
          </p:cNvSpPr>
          <p:nvPr/>
        </p:nvSpPr>
        <p:spPr>
          <a:xfrm rot="13500000">
            <a:off x="9590912" y="2858950"/>
            <a:ext cx="1342093" cy="1342095"/>
          </a:xfrm>
          <a:prstGeom prst="rect">
            <a:avLst/>
          </a:prstGeom>
          <a:solidFill>
            <a:srgbClr val="18478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DA03D9-42E9-E590-F3B3-5CCD99F17C96}"/>
              </a:ext>
            </a:extLst>
          </p:cNvPr>
          <p:cNvSpPr>
            <a:spLocks noGrp="1"/>
          </p:cNvSpPr>
          <p:nvPr/>
        </p:nvSpPr>
        <p:spPr>
          <a:xfrm>
            <a:off x="9759531" y="3042164"/>
            <a:ext cx="88998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proof-frame">
            <a:extLst>
              <a:ext uri="{FF2B5EF4-FFF2-40B4-BE49-F238E27FC236}">
                <a16:creationId xmlns:a16="http://schemas.microsoft.com/office/drawing/2014/main" id="{6CC7B115-72B0-8D9A-A7F5-4B56A689B24E}"/>
              </a:ext>
            </a:extLst>
          </p:cNvPr>
          <p:cNvSpPr>
            <a:spLocks noGrp="1"/>
          </p:cNvSpPr>
          <p:nvPr/>
        </p:nvSpPr>
        <p:spPr>
          <a:xfrm>
            <a:off x="7002599" y="1228078"/>
            <a:ext cx="4991100" cy="421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1D1717E-9177-0FDE-3F91-44CCC36A5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7328" y="1331273"/>
            <a:ext cx="2230650" cy="410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34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1192</Words>
  <Application>Microsoft Office PowerPoint</Application>
  <DocSecurity>0</DocSecurity>
  <PresentationFormat>宽屏</PresentationFormat>
  <Paragraphs>297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等线</vt:lpstr>
      <vt:lpstr>宋体</vt:lpstr>
      <vt:lpstr>微软雅黑</vt:lpstr>
      <vt:lpstr>Calibri</vt:lpstr>
      <vt:lpstr>Calibri Light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a96766</cp:lastModifiedBy>
  <cp:revision>2</cp:revision>
  <dcterms:created xsi:type="dcterms:W3CDTF">2026-06-06T03:30:06Z</dcterms:created>
  <dcterms:modified xsi:type="dcterms:W3CDTF">2026-06-06T05:25:04Z</dcterms:modified>
</cp:coreProperties>
</file>